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7" r:id="rId4"/>
    <p:sldMasterId id="214748371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atrick Hand"/>
      <p:regular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Medium"/>
      <p:regular r:id="rId29"/>
      <p:bold r:id="rId30"/>
      <p:italic r:id="rId31"/>
      <p:boldItalic r:id="rId32"/>
    </p:embeddedFont>
    <p:embeddedFont>
      <p:font typeface="Abril Fatface"/>
      <p:regular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Didact Gothic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F557CD-3911-4F79-AC21-5B15C7204FF5}">
  <a:tblStyle styleId="{B0F557CD-3911-4F79-AC21-5B15C7204F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atrickHand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11" Type="http://schemas.openxmlformats.org/officeDocument/2006/relationships/slide" Target="slides/slide5.xml"/><Relationship Id="rId33" Type="http://schemas.openxmlformats.org/officeDocument/2006/relationships/font" Target="fonts/AbrilFatface-regular.fntdata"/><Relationship Id="rId10" Type="http://schemas.openxmlformats.org/officeDocument/2006/relationships/slide" Target="slides/slide4.xml"/><Relationship Id="rId32" Type="http://schemas.openxmlformats.org/officeDocument/2006/relationships/font" Target="fonts/Roboto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bold.fntdata"/><Relationship Id="rId12" Type="http://schemas.openxmlformats.org/officeDocument/2006/relationships/slide" Target="slides/slide6.xml"/><Relationship Id="rId34" Type="http://schemas.openxmlformats.org/officeDocument/2006/relationships/font" Target="fonts/Lato-regular.fntdata"/><Relationship Id="rId15" Type="http://schemas.openxmlformats.org/officeDocument/2006/relationships/slide" Target="slides/slide9.xml"/><Relationship Id="rId37" Type="http://schemas.openxmlformats.org/officeDocument/2006/relationships/font" Target="fonts/Lato-boldItalic.fntdata"/><Relationship Id="rId14" Type="http://schemas.openxmlformats.org/officeDocument/2006/relationships/slide" Target="slides/slide8.xml"/><Relationship Id="rId36" Type="http://schemas.openxmlformats.org/officeDocument/2006/relationships/font" Target="fonts/La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DidactGothic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b3061d3f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8b3061d3f1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561984175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d561984175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d561984175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d561984175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56198417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d56198417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56198417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d56198417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561984175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d561984175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56198417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d56198417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5879505d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d5879505d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de614833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de614833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8b49df3c35_1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8b49df3c35_1_1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57e1b525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57e1b525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082200" y="1130250"/>
            <a:ext cx="5871000" cy="2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082200" y="3281350"/>
            <a:ext cx="4271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3132600" y="540000"/>
            <a:ext cx="529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720000" y="1059450"/>
            <a:ext cx="7704000" cy="3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cxnSp>
        <p:nvCxnSpPr>
          <p:cNvPr id="15" name="Google Shape;15;p3"/>
          <p:cNvCxnSpPr/>
          <p:nvPr/>
        </p:nvCxnSpPr>
        <p:spPr>
          <a:xfrm>
            <a:off x="724350" y="540000"/>
            <a:ext cx="7695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13400" y="540000"/>
            <a:ext cx="5245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713400" y="2257517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" name="Google Shape;19;p4"/>
          <p:cNvSpPr txBox="1"/>
          <p:nvPr>
            <p:ph idx="2" type="title"/>
          </p:nvPr>
        </p:nvSpPr>
        <p:spPr>
          <a:xfrm>
            <a:off x="713400" y="1818450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title"/>
          </p:nvPr>
        </p:nvSpPr>
        <p:spPr>
          <a:xfrm>
            <a:off x="713400" y="1296950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3304775" y="2257517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" name="Google Shape;22;p4"/>
          <p:cNvSpPr txBox="1"/>
          <p:nvPr>
            <p:ph idx="5" type="title"/>
          </p:nvPr>
        </p:nvSpPr>
        <p:spPr>
          <a:xfrm>
            <a:off x="3304775" y="1818450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title"/>
          </p:nvPr>
        </p:nvSpPr>
        <p:spPr>
          <a:xfrm>
            <a:off x="3304775" y="1296950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713400" y="3826055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" name="Google Shape;25;p4"/>
          <p:cNvSpPr txBox="1"/>
          <p:nvPr>
            <p:ph idx="8" type="title"/>
          </p:nvPr>
        </p:nvSpPr>
        <p:spPr>
          <a:xfrm>
            <a:off x="713400" y="3385575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title"/>
          </p:nvPr>
        </p:nvSpPr>
        <p:spPr>
          <a:xfrm>
            <a:off x="713400" y="2886026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3304775" y="3826055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" name="Google Shape;28;p4"/>
          <p:cNvSpPr txBox="1"/>
          <p:nvPr>
            <p:ph idx="14" type="title"/>
          </p:nvPr>
        </p:nvSpPr>
        <p:spPr>
          <a:xfrm>
            <a:off x="3304775" y="3385575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title"/>
          </p:nvPr>
        </p:nvSpPr>
        <p:spPr>
          <a:xfrm>
            <a:off x="3304775" y="2886026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30" name="Google Shape;30;p4"/>
          <p:cNvCxnSpPr/>
          <p:nvPr/>
        </p:nvCxnSpPr>
        <p:spPr>
          <a:xfrm>
            <a:off x="706750" y="539875"/>
            <a:ext cx="772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"/>
          <p:cNvSpPr txBox="1"/>
          <p:nvPr>
            <p:ph idx="16" type="subTitle"/>
          </p:nvPr>
        </p:nvSpPr>
        <p:spPr>
          <a:xfrm>
            <a:off x="5896150" y="2257517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4"/>
          <p:cNvSpPr txBox="1"/>
          <p:nvPr>
            <p:ph idx="17" type="title"/>
          </p:nvPr>
        </p:nvSpPr>
        <p:spPr>
          <a:xfrm>
            <a:off x="5896150" y="1818450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8" type="title"/>
          </p:nvPr>
        </p:nvSpPr>
        <p:spPr>
          <a:xfrm>
            <a:off x="5896150" y="1296950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19" type="subTitle"/>
          </p:nvPr>
        </p:nvSpPr>
        <p:spPr>
          <a:xfrm>
            <a:off x="5896150" y="3826055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4"/>
          <p:cNvSpPr txBox="1"/>
          <p:nvPr>
            <p:ph idx="20" type="title"/>
          </p:nvPr>
        </p:nvSpPr>
        <p:spPr>
          <a:xfrm>
            <a:off x="5896150" y="3385575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1" type="title"/>
          </p:nvPr>
        </p:nvSpPr>
        <p:spPr>
          <a:xfrm>
            <a:off x="5896150" y="2886026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2055325" y="1532850"/>
            <a:ext cx="50334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055150" y="2406450"/>
            <a:ext cx="50337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40" name="Google Shape;40;p5"/>
          <p:cNvCxnSpPr/>
          <p:nvPr/>
        </p:nvCxnSpPr>
        <p:spPr>
          <a:xfrm>
            <a:off x="2194800" y="4603375"/>
            <a:ext cx="475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00450" y="2234825"/>
            <a:ext cx="31764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725975" y="2950475"/>
            <a:ext cx="229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title"/>
          </p:nvPr>
        </p:nvSpPr>
        <p:spPr>
          <a:xfrm>
            <a:off x="1211775" y="1718736"/>
            <a:ext cx="28080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45" name="Google Shape;45;p6"/>
          <p:cNvCxnSpPr/>
          <p:nvPr/>
        </p:nvCxnSpPr>
        <p:spPr>
          <a:xfrm>
            <a:off x="724350" y="4603375"/>
            <a:ext cx="32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2022225" y="540000"/>
            <a:ext cx="6336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2026350" y="2206096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2026350" y="1757150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262472" y="2206096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7"/>
          <p:cNvSpPr txBox="1"/>
          <p:nvPr>
            <p:ph idx="4" type="title"/>
          </p:nvPr>
        </p:nvSpPr>
        <p:spPr>
          <a:xfrm>
            <a:off x="4262473" y="1757150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5" type="subTitle"/>
          </p:nvPr>
        </p:nvSpPr>
        <p:spPr>
          <a:xfrm>
            <a:off x="6498594" y="2206096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7"/>
          <p:cNvSpPr txBox="1"/>
          <p:nvPr>
            <p:ph idx="6" type="title"/>
          </p:nvPr>
        </p:nvSpPr>
        <p:spPr>
          <a:xfrm>
            <a:off x="6498595" y="1757150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7" type="subTitle"/>
          </p:nvPr>
        </p:nvSpPr>
        <p:spPr>
          <a:xfrm>
            <a:off x="2026350" y="344385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7"/>
          <p:cNvSpPr txBox="1"/>
          <p:nvPr>
            <p:ph idx="8" type="title"/>
          </p:nvPr>
        </p:nvSpPr>
        <p:spPr>
          <a:xfrm>
            <a:off x="2026350" y="2994892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9" type="subTitle"/>
          </p:nvPr>
        </p:nvSpPr>
        <p:spPr>
          <a:xfrm>
            <a:off x="4262472" y="344385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" name="Google Shape;57;p7"/>
          <p:cNvSpPr txBox="1"/>
          <p:nvPr>
            <p:ph idx="13" type="title"/>
          </p:nvPr>
        </p:nvSpPr>
        <p:spPr>
          <a:xfrm>
            <a:off x="4262473" y="2994892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4" type="subTitle"/>
          </p:nvPr>
        </p:nvSpPr>
        <p:spPr>
          <a:xfrm>
            <a:off x="6498594" y="344385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7"/>
          <p:cNvSpPr txBox="1"/>
          <p:nvPr>
            <p:ph idx="15" type="title"/>
          </p:nvPr>
        </p:nvSpPr>
        <p:spPr>
          <a:xfrm>
            <a:off x="6498595" y="2994892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60" name="Google Shape;60;p7"/>
          <p:cNvCxnSpPr/>
          <p:nvPr/>
        </p:nvCxnSpPr>
        <p:spPr>
          <a:xfrm>
            <a:off x="2113225" y="4603375"/>
            <a:ext cx="623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8"/>
          <p:cNvCxnSpPr/>
          <p:nvPr/>
        </p:nvCxnSpPr>
        <p:spPr>
          <a:xfrm>
            <a:off x="3894175" y="4603375"/>
            <a:ext cx="58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6" name="Google Shape;66;p9"/>
          <p:cNvCxnSpPr/>
          <p:nvPr/>
        </p:nvCxnSpPr>
        <p:spPr>
          <a:xfrm>
            <a:off x="6650" y="4603375"/>
            <a:ext cx="538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7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subTitle"/>
          </p:nvPr>
        </p:nvSpPr>
        <p:spPr>
          <a:xfrm>
            <a:off x="713400" y="320327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0" name="Google Shape;70;p10"/>
          <p:cNvSpPr txBox="1"/>
          <p:nvPr>
            <p:ph idx="2" type="title"/>
          </p:nvPr>
        </p:nvSpPr>
        <p:spPr>
          <a:xfrm>
            <a:off x="713400" y="2771675"/>
            <a:ext cx="1859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3" type="subTitle"/>
          </p:nvPr>
        </p:nvSpPr>
        <p:spPr>
          <a:xfrm>
            <a:off x="4501331" y="320327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10"/>
          <p:cNvSpPr txBox="1"/>
          <p:nvPr>
            <p:ph idx="4" type="title"/>
          </p:nvPr>
        </p:nvSpPr>
        <p:spPr>
          <a:xfrm>
            <a:off x="4501326" y="2771675"/>
            <a:ext cx="1859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5" type="subTitle"/>
          </p:nvPr>
        </p:nvSpPr>
        <p:spPr>
          <a:xfrm>
            <a:off x="2607353" y="320327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0"/>
          <p:cNvSpPr txBox="1"/>
          <p:nvPr>
            <p:ph idx="6" type="title"/>
          </p:nvPr>
        </p:nvSpPr>
        <p:spPr>
          <a:xfrm>
            <a:off x="2607346" y="2771675"/>
            <a:ext cx="18597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75" name="Google Shape;75;p10"/>
          <p:cNvCxnSpPr/>
          <p:nvPr/>
        </p:nvCxnSpPr>
        <p:spPr>
          <a:xfrm>
            <a:off x="719988" y="4603375"/>
            <a:ext cx="5639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" type="subTitle"/>
          </p:nvPr>
        </p:nvSpPr>
        <p:spPr>
          <a:xfrm>
            <a:off x="713489" y="228919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11"/>
          <p:cNvSpPr txBox="1"/>
          <p:nvPr>
            <p:ph idx="2" type="title"/>
          </p:nvPr>
        </p:nvSpPr>
        <p:spPr>
          <a:xfrm>
            <a:off x="713400" y="185182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3" type="subTitle"/>
          </p:nvPr>
        </p:nvSpPr>
        <p:spPr>
          <a:xfrm>
            <a:off x="3708174" y="228919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1"/>
          <p:cNvSpPr txBox="1"/>
          <p:nvPr>
            <p:ph idx="4" type="title"/>
          </p:nvPr>
        </p:nvSpPr>
        <p:spPr>
          <a:xfrm>
            <a:off x="3708100" y="185182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5" type="subTitle"/>
          </p:nvPr>
        </p:nvSpPr>
        <p:spPr>
          <a:xfrm>
            <a:off x="713400" y="393088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11"/>
          <p:cNvSpPr txBox="1"/>
          <p:nvPr>
            <p:ph idx="6" type="title"/>
          </p:nvPr>
        </p:nvSpPr>
        <p:spPr>
          <a:xfrm>
            <a:off x="713400" y="350066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84" name="Google Shape;84;p11"/>
          <p:cNvSpPr txBox="1"/>
          <p:nvPr>
            <p:ph idx="7" type="subTitle"/>
          </p:nvPr>
        </p:nvSpPr>
        <p:spPr>
          <a:xfrm>
            <a:off x="3708050" y="393088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11"/>
          <p:cNvSpPr txBox="1"/>
          <p:nvPr>
            <p:ph idx="8" type="title"/>
          </p:nvPr>
        </p:nvSpPr>
        <p:spPr>
          <a:xfrm>
            <a:off x="3708076" y="350066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86" name="Google Shape;86;p11"/>
          <p:cNvCxnSpPr/>
          <p:nvPr/>
        </p:nvCxnSpPr>
        <p:spPr>
          <a:xfrm>
            <a:off x="719988" y="4603375"/>
            <a:ext cx="50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815250" y="1736800"/>
            <a:ext cx="75135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9" name="Google Shape;89;p12"/>
          <p:cNvSpPr txBox="1"/>
          <p:nvPr>
            <p:ph idx="1" type="subTitle"/>
          </p:nvPr>
        </p:nvSpPr>
        <p:spPr>
          <a:xfrm>
            <a:off x="815250" y="2768375"/>
            <a:ext cx="75135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90" name="Google Shape;90;p12"/>
          <p:cNvCxnSpPr/>
          <p:nvPr/>
        </p:nvCxnSpPr>
        <p:spPr>
          <a:xfrm>
            <a:off x="1233588" y="540000"/>
            <a:ext cx="66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 flipH="1">
            <a:off x="1663204" y="3250164"/>
            <a:ext cx="3848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 sz="16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 flipH="1">
            <a:off x="1659904" y="1473763"/>
            <a:ext cx="58242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sz="30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4" name="Google Shape;94;p13"/>
          <p:cNvCxnSpPr/>
          <p:nvPr/>
        </p:nvCxnSpPr>
        <p:spPr>
          <a:xfrm>
            <a:off x="1841100" y="540000"/>
            <a:ext cx="546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720000" y="1743363"/>
            <a:ext cx="4390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720001" y="2708592"/>
            <a:ext cx="43905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98" name="Google Shape;98;p14"/>
          <p:cNvCxnSpPr/>
          <p:nvPr/>
        </p:nvCxnSpPr>
        <p:spPr>
          <a:xfrm>
            <a:off x="713900" y="540000"/>
            <a:ext cx="77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01" name="Google Shape;101;p15"/>
          <p:cNvCxnSpPr/>
          <p:nvPr/>
        </p:nvCxnSpPr>
        <p:spPr>
          <a:xfrm>
            <a:off x="713400" y="540000"/>
            <a:ext cx="7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995588" y="813425"/>
            <a:ext cx="45135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995561" y="1531513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5" name="Google Shape;105;p16"/>
          <p:cNvSpPr txBox="1"/>
          <p:nvPr>
            <p:ph idx="2" type="title"/>
          </p:nvPr>
        </p:nvSpPr>
        <p:spPr>
          <a:xfrm>
            <a:off x="995654" y="2079425"/>
            <a:ext cx="45135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995537" y="2797525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07" name="Google Shape;107;p16"/>
          <p:cNvSpPr txBox="1"/>
          <p:nvPr>
            <p:ph idx="4" type="title"/>
          </p:nvPr>
        </p:nvSpPr>
        <p:spPr>
          <a:xfrm>
            <a:off x="995654" y="3345426"/>
            <a:ext cx="45135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08" name="Google Shape;108;p16"/>
          <p:cNvSpPr txBox="1"/>
          <p:nvPr>
            <p:ph idx="5" type="subTitle"/>
          </p:nvPr>
        </p:nvSpPr>
        <p:spPr>
          <a:xfrm>
            <a:off x="995561" y="4063537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cxnSp>
        <p:nvCxnSpPr>
          <p:cNvPr id="109" name="Google Shape;109;p16"/>
          <p:cNvCxnSpPr/>
          <p:nvPr/>
        </p:nvCxnSpPr>
        <p:spPr>
          <a:xfrm>
            <a:off x="713900" y="540000"/>
            <a:ext cx="50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5_2_1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2" name="Google Shape;112;p17"/>
          <p:cNvCxnSpPr/>
          <p:nvPr/>
        </p:nvCxnSpPr>
        <p:spPr>
          <a:xfrm>
            <a:off x="713900" y="540000"/>
            <a:ext cx="772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20100" y="540000"/>
            <a:ext cx="46872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720100" y="1914950"/>
            <a:ext cx="45843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2100"/>
            </a:lvl9pPr>
          </a:lstStyle>
          <a:p/>
        </p:txBody>
      </p:sp>
      <p:cxnSp>
        <p:nvCxnSpPr>
          <p:cNvPr id="116" name="Google Shape;116;p18"/>
          <p:cNvCxnSpPr/>
          <p:nvPr/>
        </p:nvCxnSpPr>
        <p:spPr>
          <a:xfrm>
            <a:off x="713900" y="4603375"/>
            <a:ext cx="455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5_2_1_1_1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9" name="Google Shape;119;p19"/>
          <p:cNvCxnSpPr/>
          <p:nvPr/>
        </p:nvCxnSpPr>
        <p:spPr>
          <a:xfrm>
            <a:off x="713900" y="540000"/>
            <a:ext cx="50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572000" y="727275"/>
            <a:ext cx="38520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5_2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4" name="Google Shape;124;p21"/>
          <p:cNvCxnSpPr/>
          <p:nvPr/>
        </p:nvCxnSpPr>
        <p:spPr>
          <a:xfrm>
            <a:off x="713900" y="4603375"/>
            <a:ext cx="77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0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5978527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title"/>
          </p:nvPr>
        </p:nvSpPr>
        <p:spPr>
          <a:xfrm>
            <a:off x="5978534" y="2991609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3" type="subTitle"/>
          </p:nvPr>
        </p:nvSpPr>
        <p:spPr>
          <a:xfrm>
            <a:off x="2472842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2"/>
          <p:cNvSpPr txBox="1"/>
          <p:nvPr>
            <p:ph idx="4" type="title"/>
          </p:nvPr>
        </p:nvSpPr>
        <p:spPr>
          <a:xfrm>
            <a:off x="2472845" y="2991607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5" type="subTitle"/>
          </p:nvPr>
        </p:nvSpPr>
        <p:spPr>
          <a:xfrm>
            <a:off x="4225685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2"/>
          <p:cNvSpPr txBox="1"/>
          <p:nvPr>
            <p:ph idx="6" type="title"/>
          </p:nvPr>
        </p:nvSpPr>
        <p:spPr>
          <a:xfrm>
            <a:off x="4225689" y="2991609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7" type="subTitle"/>
          </p:nvPr>
        </p:nvSpPr>
        <p:spPr>
          <a:xfrm>
            <a:off x="720000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4" name="Google Shape;134;p22"/>
          <p:cNvSpPr txBox="1"/>
          <p:nvPr>
            <p:ph idx="8" type="title"/>
          </p:nvPr>
        </p:nvSpPr>
        <p:spPr>
          <a:xfrm>
            <a:off x="720000" y="2991600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135" name="Google Shape;135;p22"/>
          <p:cNvCxnSpPr/>
          <p:nvPr/>
        </p:nvCxnSpPr>
        <p:spPr>
          <a:xfrm>
            <a:off x="713900" y="543050"/>
            <a:ext cx="77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0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38" name="Google Shape;138;p23"/>
          <p:cNvCxnSpPr/>
          <p:nvPr/>
        </p:nvCxnSpPr>
        <p:spPr>
          <a:xfrm>
            <a:off x="713900" y="4603375"/>
            <a:ext cx="771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1">
  <p:cSld name="CUSTOM_7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" type="subTitle"/>
          </p:nvPr>
        </p:nvSpPr>
        <p:spPr>
          <a:xfrm>
            <a:off x="727700" y="3745275"/>
            <a:ext cx="1859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727700" y="3295200"/>
            <a:ext cx="1859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43" name="Google Shape;143;p24"/>
          <p:cNvSpPr txBox="1"/>
          <p:nvPr>
            <p:ph idx="3" type="subTitle"/>
          </p:nvPr>
        </p:nvSpPr>
        <p:spPr>
          <a:xfrm>
            <a:off x="4972801" y="3745275"/>
            <a:ext cx="1859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4" name="Google Shape;144;p24"/>
          <p:cNvSpPr txBox="1"/>
          <p:nvPr>
            <p:ph idx="4" type="title"/>
          </p:nvPr>
        </p:nvSpPr>
        <p:spPr>
          <a:xfrm>
            <a:off x="4972801" y="3295200"/>
            <a:ext cx="1859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5" type="subTitle"/>
          </p:nvPr>
        </p:nvSpPr>
        <p:spPr>
          <a:xfrm>
            <a:off x="2850250" y="3745275"/>
            <a:ext cx="1859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6" name="Google Shape;146;p24"/>
          <p:cNvSpPr txBox="1"/>
          <p:nvPr>
            <p:ph idx="6" type="title"/>
          </p:nvPr>
        </p:nvSpPr>
        <p:spPr>
          <a:xfrm>
            <a:off x="2850246" y="3295200"/>
            <a:ext cx="1859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147" name="Google Shape;147;p24"/>
          <p:cNvCxnSpPr/>
          <p:nvPr/>
        </p:nvCxnSpPr>
        <p:spPr>
          <a:xfrm>
            <a:off x="713900" y="460337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5_2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0" name="Google Shape;150;p25"/>
          <p:cNvCxnSpPr/>
          <p:nvPr/>
        </p:nvCxnSpPr>
        <p:spPr>
          <a:xfrm>
            <a:off x="713900" y="4603375"/>
            <a:ext cx="77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hasCustomPrompt="1" type="title"/>
          </p:nvPr>
        </p:nvSpPr>
        <p:spPr>
          <a:xfrm>
            <a:off x="1788123" y="1788525"/>
            <a:ext cx="55677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1788177" y="2816618"/>
            <a:ext cx="556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54" name="Google Shape;154;p26"/>
          <p:cNvCxnSpPr/>
          <p:nvPr/>
        </p:nvCxnSpPr>
        <p:spPr>
          <a:xfrm>
            <a:off x="2003100" y="4603375"/>
            <a:ext cx="551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57" name="Google Shape;157;p27"/>
          <p:cNvCxnSpPr/>
          <p:nvPr/>
        </p:nvCxnSpPr>
        <p:spPr>
          <a:xfrm>
            <a:off x="713900" y="540000"/>
            <a:ext cx="77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5_2_1_1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0" name="Google Shape;160;p28"/>
          <p:cNvCxnSpPr/>
          <p:nvPr/>
        </p:nvCxnSpPr>
        <p:spPr>
          <a:xfrm>
            <a:off x="713900" y="540000"/>
            <a:ext cx="772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5_2_1_1_1_1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3" name="Google Shape;163;p29"/>
          <p:cNvCxnSpPr/>
          <p:nvPr/>
        </p:nvCxnSpPr>
        <p:spPr>
          <a:xfrm>
            <a:off x="713900" y="4603375"/>
            <a:ext cx="648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66" name="Google Shape;166;p30"/>
          <p:cNvCxnSpPr/>
          <p:nvPr/>
        </p:nvCxnSpPr>
        <p:spPr>
          <a:xfrm>
            <a:off x="713900" y="540000"/>
            <a:ext cx="627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31"/>
          <p:cNvSpPr txBox="1"/>
          <p:nvPr>
            <p:ph idx="1" type="subTitle"/>
          </p:nvPr>
        </p:nvSpPr>
        <p:spPr>
          <a:xfrm>
            <a:off x="720000" y="3223126"/>
            <a:ext cx="2083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p31"/>
          <p:cNvSpPr txBox="1"/>
          <p:nvPr>
            <p:ph idx="2" type="title"/>
          </p:nvPr>
        </p:nvSpPr>
        <p:spPr>
          <a:xfrm>
            <a:off x="719999" y="2785400"/>
            <a:ext cx="2083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71" name="Google Shape;171;p31"/>
          <p:cNvSpPr txBox="1"/>
          <p:nvPr>
            <p:ph idx="3" type="subTitle"/>
          </p:nvPr>
        </p:nvSpPr>
        <p:spPr>
          <a:xfrm>
            <a:off x="3526512" y="3223126"/>
            <a:ext cx="2083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2" name="Google Shape;172;p31"/>
          <p:cNvSpPr txBox="1"/>
          <p:nvPr>
            <p:ph idx="4" type="title"/>
          </p:nvPr>
        </p:nvSpPr>
        <p:spPr>
          <a:xfrm>
            <a:off x="3526510" y="2785400"/>
            <a:ext cx="2083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173" name="Google Shape;173;p31"/>
          <p:cNvCxnSpPr/>
          <p:nvPr/>
        </p:nvCxnSpPr>
        <p:spPr>
          <a:xfrm>
            <a:off x="713900" y="540000"/>
            <a:ext cx="551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31"/>
          <p:cNvSpPr txBox="1"/>
          <p:nvPr>
            <p:ph idx="5" type="subTitle"/>
          </p:nvPr>
        </p:nvSpPr>
        <p:spPr>
          <a:xfrm>
            <a:off x="6333025" y="3223126"/>
            <a:ext cx="2083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5" name="Google Shape;175;p31"/>
          <p:cNvSpPr txBox="1"/>
          <p:nvPr>
            <p:ph idx="6" type="title"/>
          </p:nvPr>
        </p:nvSpPr>
        <p:spPr>
          <a:xfrm>
            <a:off x="6333023" y="2785400"/>
            <a:ext cx="2083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1619367" y="1831413"/>
            <a:ext cx="25533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1" type="subTitle"/>
          </p:nvPr>
        </p:nvSpPr>
        <p:spPr>
          <a:xfrm>
            <a:off x="1619363" y="2342787"/>
            <a:ext cx="25533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79" name="Google Shape;179;p32"/>
          <p:cNvCxnSpPr/>
          <p:nvPr/>
        </p:nvCxnSpPr>
        <p:spPr>
          <a:xfrm>
            <a:off x="1569300" y="540000"/>
            <a:ext cx="600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idx="1" type="subTitle"/>
          </p:nvPr>
        </p:nvSpPr>
        <p:spPr>
          <a:xfrm>
            <a:off x="720000" y="1722575"/>
            <a:ext cx="3852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2" name="Google Shape;182;p33"/>
          <p:cNvSpPr txBox="1"/>
          <p:nvPr>
            <p:ph type="ctrTitle"/>
          </p:nvPr>
        </p:nvSpPr>
        <p:spPr>
          <a:xfrm flipH="1">
            <a:off x="726350" y="719125"/>
            <a:ext cx="38520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3" name="Google Shape;183;p33"/>
          <p:cNvSpPr txBox="1"/>
          <p:nvPr/>
        </p:nvSpPr>
        <p:spPr>
          <a:xfrm>
            <a:off x="1088688" y="3563675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/>
              </a:rPr>
              <a:t>Slidesgo</a:t>
            </a:r>
            <a:r>
              <a:rPr b="1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</a:t>
            </a: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and includes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/>
              </a:rPr>
              <a:t>Freepik</a:t>
            </a: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184" name="Google Shape;184;p33"/>
          <p:cNvCxnSpPr/>
          <p:nvPr/>
        </p:nvCxnSpPr>
        <p:spPr>
          <a:xfrm>
            <a:off x="1156100" y="4603375"/>
            <a:ext cx="299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>
            <a:off x="-623775" y="248952"/>
            <a:ext cx="10553213" cy="2705142"/>
          </a:xfrm>
          <a:custGeom>
            <a:rect b="b" l="l" r="r" t="t"/>
            <a:pathLst>
              <a:path extrusionOk="0" h="64435" w="122349">
                <a:moveTo>
                  <a:pt x="99" y="1"/>
                </a:moveTo>
                <a:cubicBezTo>
                  <a:pt x="99" y="1"/>
                  <a:pt x="1" y="1"/>
                  <a:pt x="1" y="99"/>
                </a:cubicBezTo>
                <a:lnTo>
                  <a:pt x="1" y="53209"/>
                </a:lnTo>
                <a:lnTo>
                  <a:pt x="99" y="53307"/>
                </a:lnTo>
                <a:lnTo>
                  <a:pt x="221" y="53209"/>
                </a:lnTo>
                <a:lnTo>
                  <a:pt x="221" y="22573"/>
                </a:lnTo>
                <a:lnTo>
                  <a:pt x="417" y="63527"/>
                </a:lnTo>
                <a:lnTo>
                  <a:pt x="613" y="63527"/>
                </a:lnTo>
                <a:lnTo>
                  <a:pt x="613" y="29730"/>
                </a:lnTo>
                <a:lnTo>
                  <a:pt x="834" y="61689"/>
                </a:lnTo>
                <a:cubicBezTo>
                  <a:pt x="834" y="61787"/>
                  <a:pt x="932" y="61787"/>
                  <a:pt x="932" y="61787"/>
                </a:cubicBezTo>
                <a:cubicBezTo>
                  <a:pt x="932" y="61787"/>
                  <a:pt x="1030" y="61787"/>
                  <a:pt x="1030" y="61689"/>
                </a:cubicBezTo>
                <a:lnTo>
                  <a:pt x="1030" y="21348"/>
                </a:lnTo>
                <a:lnTo>
                  <a:pt x="1226" y="57400"/>
                </a:lnTo>
                <a:lnTo>
                  <a:pt x="1447" y="57400"/>
                </a:lnTo>
                <a:lnTo>
                  <a:pt x="1447" y="21862"/>
                </a:lnTo>
                <a:lnTo>
                  <a:pt x="1643" y="59851"/>
                </a:lnTo>
                <a:cubicBezTo>
                  <a:pt x="1643" y="59949"/>
                  <a:pt x="1741" y="59949"/>
                  <a:pt x="1741" y="59949"/>
                </a:cubicBezTo>
                <a:cubicBezTo>
                  <a:pt x="1741" y="59949"/>
                  <a:pt x="1839" y="59949"/>
                  <a:pt x="1839" y="59851"/>
                </a:cubicBezTo>
                <a:lnTo>
                  <a:pt x="1839" y="24926"/>
                </a:lnTo>
                <a:lnTo>
                  <a:pt x="2059" y="57915"/>
                </a:lnTo>
                <a:lnTo>
                  <a:pt x="2255" y="57915"/>
                </a:lnTo>
                <a:lnTo>
                  <a:pt x="2255" y="22475"/>
                </a:lnTo>
                <a:lnTo>
                  <a:pt x="2451" y="63111"/>
                </a:lnTo>
                <a:lnTo>
                  <a:pt x="2550" y="63209"/>
                </a:lnTo>
                <a:lnTo>
                  <a:pt x="2672" y="63111"/>
                </a:lnTo>
                <a:lnTo>
                  <a:pt x="2672" y="29411"/>
                </a:lnTo>
                <a:lnTo>
                  <a:pt x="2868" y="63625"/>
                </a:lnTo>
                <a:lnTo>
                  <a:pt x="3064" y="63625"/>
                </a:lnTo>
                <a:lnTo>
                  <a:pt x="3064" y="22475"/>
                </a:lnTo>
                <a:lnTo>
                  <a:pt x="3285" y="62204"/>
                </a:lnTo>
                <a:lnTo>
                  <a:pt x="3481" y="62204"/>
                </a:lnTo>
                <a:lnTo>
                  <a:pt x="3481" y="22867"/>
                </a:lnTo>
                <a:lnTo>
                  <a:pt x="3677" y="60145"/>
                </a:lnTo>
                <a:cubicBezTo>
                  <a:pt x="3677" y="60243"/>
                  <a:pt x="3775" y="60243"/>
                  <a:pt x="3775" y="60243"/>
                </a:cubicBezTo>
                <a:cubicBezTo>
                  <a:pt x="3775" y="60243"/>
                  <a:pt x="3897" y="60243"/>
                  <a:pt x="3897" y="60145"/>
                </a:cubicBezTo>
                <a:lnTo>
                  <a:pt x="3897" y="24411"/>
                </a:lnTo>
                <a:lnTo>
                  <a:pt x="4094" y="60145"/>
                </a:lnTo>
                <a:cubicBezTo>
                  <a:pt x="4094" y="60243"/>
                  <a:pt x="4192" y="60243"/>
                  <a:pt x="4192" y="60243"/>
                </a:cubicBezTo>
                <a:cubicBezTo>
                  <a:pt x="4192" y="60243"/>
                  <a:pt x="4290" y="60243"/>
                  <a:pt x="4290" y="60145"/>
                </a:cubicBezTo>
                <a:lnTo>
                  <a:pt x="4290" y="21960"/>
                </a:lnTo>
                <a:lnTo>
                  <a:pt x="4510" y="60047"/>
                </a:lnTo>
                <a:lnTo>
                  <a:pt x="4608" y="60145"/>
                </a:lnTo>
                <a:lnTo>
                  <a:pt x="4706" y="60047"/>
                </a:lnTo>
                <a:lnTo>
                  <a:pt x="4706" y="27156"/>
                </a:lnTo>
                <a:lnTo>
                  <a:pt x="4902" y="60660"/>
                </a:lnTo>
                <a:lnTo>
                  <a:pt x="5000" y="60758"/>
                </a:lnTo>
                <a:lnTo>
                  <a:pt x="5123" y="60660"/>
                </a:lnTo>
                <a:lnTo>
                  <a:pt x="5123" y="29411"/>
                </a:lnTo>
                <a:lnTo>
                  <a:pt x="5319" y="63625"/>
                </a:lnTo>
                <a:lnTo>
                  <a:pt x="5417" y="63723"/>
                </a:lnTo>
                <a:lnTo>
                  <a:pt x="5515" y="63625"/>
                </a:lnTo>
                <a:lnTo>
                  <a:pt x="5515" y="25833"/>
                </a:lnTo>
                <a:lnTo>
                  <a:pt x="5736" y="54729"/>
                </a:lnTo>
                <a:lnTo>
                  <a:pt x="5932" y="54729"/>
                </a:lnTo>
                <a:lnTo>
                  <a:pt x="5932" y="27058"/>
                </a:lnTo>
                <a:lnTo>
                  <a:pt x="6128" y="54435"/>
                </a:lnTo>
                <a:lnTo>
                  <a:pt x="6348" y="54435"/>
                </a:lnTo>
                <a:lnTo>
                  <a:pt x="6348" y="25833"/>
                </a:lnTo>
                <a:lnTo>
                  <a:pt x="6544" y="59336"/>
                </a:lnTo>
                <a:cubicBezTo>
                  <a:pt x="6544" y="59434"/>
                  <a:pt x="6642" y="59434"/>
                  <a:pt x="6642" y="59434"/>
                </a:cubicBezTo>
                <a:cubicBezTo>
                  <a:pt x="6642" y="59434"/>
                  <a:pt x="6741" y="59434"/>
                  <a:pt x="6741" y="59336"/>
                </a:cubicBezTo>
                <a:lnTo>
                  <a:pt x="6741" y="26666"/>
                </a:lnTo>
                <a:lnTo>
                  <a:pt x="6961" y="60978"/>
                </a:lnTo>
                <a:lnTo>
                  <a:pt x="7059" y="61076"/>
                </a:lnTo>
                <a:lnTo>
                  <a:pt x="7157" y="60978"/>
                </a:lnTo>
                <a:lnTo>
                  <a:pt x="7157" y="27573"/>
                </a:lnTo>
                <a:lnTo>
                  <a:pt x="7353" y="55145"/>
                </a:lnTo>
                <a:lnTo>
                  <a:pt x="7574" y="55145"/>
                </a:lnTo>
                <a:lnTo>
                  <a:pt x="7574" y="26544"/>
                </a:lnTo>
                <a:lnTo>
                  <a:pt x="7770" y="61174"/>
                </a:lnTo>
                <a:lnTo>
                  <a:pt x="7868" y="61272"/>
                </a:lnTo>
                <a:lnTo>
                  <a:pt x="7966" y="61174"/>
                </a:lnTo>
                <a:lnTo>
                  <a:pt x="7966" y="25539"/>
                </a:lnTo>
                <a:lnTo>
                  <a:pt x="8187" y="62694"/>
                </a:lnTo>
                <a:lnTo>
                  <a:pt x="8383" y="62694"/>
                </a:lnTo>
                <a:lnTo>
                  <a:pt x="8383" y="26544"/>
                </a:lnTo>
                <a:lnTo>
                  <a:pt x="8579" y="62081"/>
                </a:lnTo>
                <a:lnTo>
                  <a:pt x="8799" y="62081"/>
                </a:lnTo>
                <a:lnTo>
                  <a:pt x="8799" y="25318"/>
                </a:lnTo>
                <a:lnTo>
                  <a:pt x="8995" y="56983"/>
                </a:lnTo>
                <a:lnTo>
                  <a:pt x="9191" y="56983"/>
                </a:lnTo>
                <a:lnTo>
                  <a:pt x="9191" y="28504"/>
                </a:lnTo>
                <a:lnTo>
                  <a:pt x="9412" y="59753"/>
                </a:lnTo>
                <a:lnTo>
                  <a:pt x="9510" y="59851"/>
                </a:lnTo>
                <a:lnTo>
                  <a:pt x="9608" y="59753"/>
                </a:lnTo>
                <a:lnTo>
                  <a:pt x="9608" y="25220"/>
                </a:lnTo>
                <a:lnTo>
                  <a:pt x="9804" y="62302"/>
                </a:lnTo>
                <a:cubicBezTo>
                  <a:pt x="9804" y="62400"/>
                  <a:pt x="9902" y="62400"/>
                  <a:pt x="9902" y="62400"/>
                </a:cubicBezTo>
                <a:cubicBezTo>
                  <a:pt x="9902" y="62400"/>
                  <a:pt x="10025" y="62400"/>
                  <a:pt x="10025" y="62302"/>
                </a:cubicBezTo>
                <a:lnTo>
                  <a:pt x="10025" y="19313"/>
                </a:lnTo>
                <a:lnTo>
                  <a:pt x="10221" y="54336"/>
                </a:lnTo>
                <a:cubicBezTo>
                  <a:pt x="10221" y="54435"/>
                  <a:pt x="10319" y="54435"/>
                  <a:pt x="10319" y="54435"/>
                </a:cubicBezTo>
                <a:cubicBezTo>
                  <a:pt x="10319" y="54435"/>
                  <a:pt x="10417" y="54435"/>
                  <a:pt x="10417" y="54336"/>
                </a:cubicBezTo>
                <a:lnTo>
                  <a:pt x="10417" y="26249"/>
                </a:lnTo>
                <a:lnTo>
                  <a:pt x="10637" y="53405"/>
                </a:lnTo>
                <a:lnTo>
                  <a:pt x="10833" y="53405"/>
                </a:lnTo>
                <a:lnTo>
                  <a:pt x="10833" y="27990"/>
                </a:lnTo>
                <a:lnTo>
                  <a:pt x="11030" y="56175"/>
                </a:lnTo>
                <a:lnTo>
                  <a:pt x="11250" y="56175"/>
                </a:lnTo>
                <a:lnTo>
                  <a:pt x="11250" y="28896"/>
                </a:lnTo>
                <a:lnTo>
                  <a:pt x="11446" y="63527"/>
                </a:lnTo>
                <a:lnTo>
                  <a:pt x="11544" y="63625"/>
                </a:lnTo>
                <a:cubicBezTo>
                  <a:pt x="11544" y="63527"/>
                  <a:pt x="11642" y="63527"/>
                  <a:pt x="11642" y="63527"/>
                </a:cubicBezTo>
                <a:lnTo>
                  <a:pt x="11642" y="28994"/>
                </a:lnTo>
                <a:lnTo>
                  <a:pt x="11863" y="63527"/>
                </a:lnTo>
                <a:cubicBezTo>
                  <a:pt x="11863" y="63625"/>
                  <a:pt x="11961" y="63625"/>
                  <a:pt x="11961" y="63625"/>
                </a:cubicBezTo>
                <a:cubicBezTo>
                  <a:pt x="11961" y="63625"/>
                  <a:pt x="12059" y="63625"/>
                  <a:pt x="12059" y="63527"/>
                </a:cubicBezTo>
                <a:lnTo>
                  <a:pt x="12059" y="27058"/>
                </a:lnTo>
                <a:lnTo>
                  <a:pt x="12255" y="63625"/>
                </a:lnTo>
                <a:lnTo>
                  <a:pt x="12353" y="63723"/>
                </a:lnTo>
                <a:lnTo>
                  <a:pt x="12476" y="63625"/>
                </a:lnTo>
                <a:lnTo>
                  <a:pt x="12476" y="25441"/>
                </a:lnTo>
                <a:lnTo>
                  <a:pt x="12672" y="62596"/>
                </a:lnTo>
                <a:lnTo>
                  <a:pt x="12770" y="62694"/>
                </a:lnTo>
                <a:lnTo>
                  <a:pt x="12868" y="62596"/>
                </a:lnTo>
                <a:lnTo>
                  <a:pt x="12868" y="26445"/>
                </a:lnTo>
                <a:lnTo>
                  <a:pt x="13088" y="51984"/>
                </a:lnTo>
                <a:lnTo>
                  <a:pt x="13186" y="52082"/>
                </a:lnTo>
                <a:lnTo>
                  <a:pt x="13284" y="51984"/>
                </a:lnTo>
                <a:lnTo>
                  <a:pt x="13284" y="25318"/>
                </a:lnTo>
                <a:lnTo>
                  <a:pt x="13480" y="53626"/>
                </a:lnTo>
                <a:lnTo>
                  <a:pt x="13578" y="53724"/>
                </a:lnTo>
                <a:lnTo>
                  <a:pt x="13701" y="53626"/>
                </a:lnTo>
                <a:lnTo>
                  <a:pt x="13701" y="24215"/>
                </a:lnTo>
                <a:lnTo>
                  <a:pt x="13897" y="59140"/>
                </a:lnTo>
                <a:cubicBezTo>
                  <a:pt x="13897" y="59238"/>
                  <a:pt x="13995" y="59238"/>
                  <a:pt x="13995" y="59238"/>
                </a:cubicBezTo>
                <a:cubicBezTo>
                  <a:pt x="13995" y="59238"/>
                  <a:pt x="14093" y="59238"/>
                  <a:pt x="14093" y="59140"/>
                </a:cubicBezTo>
                <a:lnTo>
                  <a:pt x="14093" y="22058"/>
                </a:lnTo>
                <a:lnTo>
                  <a:pt x="14314" y="58626"/>
                </a:lnTo>
                <a:cubicBezTo>
                  <a:pt x="14314" y="58724"/>
                  <a:pt x="14412" y="58724"/>
                  <a:pt x="14412" y="58724"/>
                </a:cubicBezTo>
                <a:cubicBezTo>
                  <a:pt x="14412" y="58724"/>
                  <a:pt x="14510" y="58724"/>
                  <a:pt x="14510" y="58626"/>
                </a:cubicBezTo>
                <a:lnTo>
                  <a:pt x="14510" y="26666"/>
                </a:lnTo>
                <a:lnTo>
                  <a:pt x="14706" y="54116"/>
                </a:lnTo>
                <a:lnTo>
                  <a:pt x="14926" y="54116"/>
                </a:lnTo>
                <a:lnTo>
                  <a:pt x="14926" y="26053"/>
                </a:lnTo>
                <a:lnTo>
                  <a:pt x="15122" y="54336"/>
                </a:lnTo>
                <a:lnTo>
                  <a:pt x="15319" y="54336"/>
                </a:lnTo>
                <a:lnTo>
                  <a:pt x="15319" y="21764"/>
                </a:lnTo>
                <a:lnTo>
                  <a:pt x="15539" y="57596"/>
                </a:lnTo>
                <a:lnTo>
                  <a:pt x="15637" y="57694"/>
                </a:lnTo>
                <a:lnTo>
                  <a:pt x="15735" y="57596"/>
                </a:lnTo>
                <a:lnTo>
                  <a:pt x="15735" y="24509"/>
                </a:lnTo>
                <a:lnTo>
                  <a:pt x="15931" y="54631"/>
                </a:lnTo>
                <a:lnTo>
                  <a:pt x="16029" y="54729"/>
                </a:lnTo>
                <a:lnTo>
                  <a:pt x="16152" y="54631"/>
                </a:lnTo>
                <a:lnTo>
                  <a:pt x="16152" y="25931"/>
                </a:lnTo>
                <a:lnTo>
                  <a:pt x="16348" y="63307"/>
                </a:lnTo>
                <a:lnTo>
                  <a:pt x="16446" y="63429"/>
                </a:lnTo>
                <a:lnTo>
                  <a:pt x="16544" y="63307"/>
                </a:lnTo>
                <a:lnTo>
                  <a:pt x="16544" y="28504"/>
                </a:lnTo>
                <a:lnTo>
                  <a:pt x="16765" y="63209"/>
                </a:lnTo>
                <a:cubicBezTo>
                  <a:pt x="16765" y="63307"/>
                  <a:pt x="16863" y="63307"/>
                  <a:pt x="16863" y="63307"/>
                </a:cubicBezTo>
                <a:cubicBezTo>
                  <a:pt x="16863" y="63307"/>
                  <a:pt x="16961" y="63307"/>
                  <a:pt x="16961" y="63209"/>
                </a:cubicBezTo>
                <a:lnTo>
                  <a:pt x="16961" y="24828"/>
                </a:lnTo>
                <a:lnTo>
                  <a:pt x="17157" y="59336"/>
                </a:lnTo>
                <a:lnTo>
                  <a:pt x="17377" y="59336"/>
                </a:lnTo>
                <a:lnTo>
                  <a:pt x="17377" y="20931"/>
                </a:lnTo>
                <a:lnTo>
                  <a:pt x="17573" y="53013"/>
                </a:lnTo>
                <a:lnTo>
                  <a:pt x="17671" y="53111"/>
                </a:lnTo>
                <a:lnTo>
                  <a:pt x="17769" y="53013"/>
                </a:lnTo>
                <a:lnTo>
                  <a:pt x="17769" y="23799"/>
                </a:lnTo>
                <a:lnTo>
                  <a:pt x="17990" y="62081"/>
                </a:lnTo>
                <a:lnTo>
                  <a:pt x="18186" y="62081"/>
                </a:lnTo>
                <a:lnTo>
                  <a:pt x="18186" y="21152"/>
                </a:lnTo>
                <a:lnTo>
                  <a:pt x="18382" y="59434"/>
                </a:lnTo>
                <a:lnTo>
                  <a:pt x="18480" y="59532"/>
                </a:lnTo>
                <a:lnTo>
                  <a:pt x="18603" y="59434"/>
                </a:lnTo>
                <a:lnTo>
                  <a:pt x="18603" y="28700"/>
                </a:lnTo>
                <a:lnTo>
                  <a:pt x="18799" y="57694"/>
                </a:lnTo>
                <a:lnTo>
                  <a:pt x="18897" y="57792"/>
                </a:lnTo>
                <a:lnTo>
                  <a:pt x="18995" y="57694"/>
                </a:lnTo>
                <a:lnTo>
                  <a:pt x="18995" y="21544"/>
                </a:lnTo>
                <a:lnTo>
                  <a:pt x="19215" y="53307"/>
                </a:lnTo>
                <a:lnTo>
                  <a:pt x="19313" y="53405"/>
                </a:lnTo>
                <a:lnTo>
                  <a:pt x="19412" y="53307"/>
                </a:lnTo>
                <a:lnTo>
                  <a:pt x="19412" y="20539"/>
                </a:lnTo>
                <a:lnTo>
                  <a:pt x="19608" y="53405"/>
                </a:lnTo>
                <a:lnTo>
                  <a:pt x="19828" y="53405"/>
                </a:lnTo>
                <a:lnTo>
                  <a:pt x="19828" y="22058"/>
                </a:lnTo>
                <a:lnTo>
                  <a:pt x="20024" y="59532"/>
                </a:lnTo>
                <a:cubicBezTo>
                  <a:pt x="20024" y="59630"/>
                  <a:pt x="20122" y="59630"/>
                  <a:pt x="20122" y="59630"/>
                </a:cubicBezTo>
                <a:cubicBezTo>
                  <a:pt x="20122" y="59630"/>
                  <a:pt x="20220" y="59630"/>
                  <a:pt x="20220" y="59532"/>
                </a:cubicBezTo>
                <a:lnTo>
                  <a:pt x="20220" y="25318"/>
                </a:lnTo>
                <a:lnTo>
                  <a:pt x="20441" y="55047"/>
                </a:lnTo>
                <a:cubicBezTo>
                  <a:pt x="20441" y="55145"/>
                  <a:pt x="20539" y="55145"/>
                  <a:pt x="20539" y="55145"/>
                </a:cubicBezTo>
                <a:cubicBezTo>
                  <a:pt x="20539" y="55145"/>
                  <a:pt x="20637" y="55145"/>
                  <a:pt x="20637" y="55047"/>
                </a:cubicBezTo>
                <a:lnTo>
                  <a:pt x="20637" y="25539"/>
                </a:lnTo>
                <a:lnTo>
                  <a:pt x="20833" y="63307"/>
                </a:lnTo>
                <a:lnTo>
                  <a:pt x="21054" y="63307"/>
                </a:lnTo>
                <a:lnTo>
                  <a:pt x="21054" y="26544"/>
                </a:lnTo>
                <a:lnTo>
                  <a:pt x="21250" y="62204"/>
                </a:lnTo>
                <a:cubicBezTo>
                  <a:pt x="21250" y="62302"/>
                  <a:pt x="21348" y="62302"/>
                  <a:pt x="21348" y="62302"/>
                </a:cubicBezTo>
                <a:cubicBezTo>
                  <a:pt x="21348" y="62302"/>
                  <a:pt x="21446" y="62302"/>
                  <a:pt x="21446" y="62204"/>
                </a:cubicBezTo>
                <a:lnTo>
                  <a:pt x="21446" y="22769"/>
                </a:lnTo>
                <a:lnTo>
                  <a:pt x="21666" y="54116"/>
                </a:lnTo>
                <a:cubicBezTo>
                  <a:pt x="21666" y="54238"/>
                  <a:pt x="21764" y="54238"/>
                  <a:pt x="21764" y="54238"/>
                </a:cubicBezTo>
                <a:cubicBezTo>
                  <a:pt x="21764" y="54238"/>
                  <a:pt x="21862" y="54238"/>
                  <a:pt x="21862" y="54116"/>
                </a:cubicBezTo>
                <a:lnTo>
                  <a:pt x="21862" y="28896"/>
                </a:lnTo>
                <a:lnTo>
                  <a:pt x="22058" y="58405"/>
                </a:lnTo>
                <a:cubicBezTo>
                  <a:pt x="22058" y="58527"/>
                  <a:pt x="22157" y="58527"/>
                  <a:pt x="22157" y="58527"/>
                </a:cubicBezTo>
                <a:cubicBezTo>
                  <a:pt x="22157" y="58527"/>
                  <a:pt x="22279" y="58527"/>
                  <a:pt x="22279" y="58405"/>
                </a:cubicBezTo>
                <a:lnTo>
                  <a:pt x="22279" y="27769"/>
                </a:lnTo>
                <a:lnTo>
                  <a:pt x="22475" y="56567"/>
                </a:lnTo>
                <a:cubicBezTo>
                  <a:pt x="22475" y="56689"/>
                  <a:pt x="22573" y="56689"/>
                  <a:pt x="22573" y="56689"/>
                </a:cubicBezTo>
                <a:cubicBezTo>
                  <a:pt x="22573" y="56689"/>
                  <a:pt x="22671" y="56689"/>
                  <a:pt x="22671" y="56567"/>
                </a:cubicBezTo>
                <a:lnTo>
                  <a:pt x="22671" y="25931"/>
                </a:lnTo>
                <a:lnTo>
                  <a:pt x="22892" y="59238"/>
                </a:lnTo>
                <a:lnTo>
                  <a:pt x="23088" y="59238"/>
                </a:lnTo>
                <a:lnTo>
                  <a:pt x="23088" y="22475"/>
                </a:lnTo>
                <a:lnTo>
                  <a:pt x="23284" y="62915"/>
                </a:lnTo>
                <a:lnTo>
                  <a:pt x="23504" y="62915"/>
                </a:lnTo>
                <a:lnTo>
                  <a:pt x="23504" y="27769"/>
                </a:lnTo>
                <a:lnTo>
                  <a:pt x="23701" y="63625"/>
                </a:lnTo>
                <a:cubicBezTo>
                  <a:pt x="23701" y="63723"/>
                  <a:pt x="23799" y="63723"/>
                  <a:pt x="23799" y="63723"/>
                </a:cubicBezTo>
                <a:cubicBezTo>
                  <a:pt x="23799" y="63723"/>
                  <a:pt x="23897" y="63723"/>
                  <a:pt x="23897" y="63625"/>
                </a:cubicBezTo>
                <a:lnTo>
                  <a:pt x="23897" y="28382"/>
                </a:lnTo>
                <a:lnTo>
                  <a:pt x="24117" y="57596"/>
                </a:lnTo>
                <a:cubicBezTo>
                  <a:pt x="24117" y="57694"/>
                  <a:pt x="24215" y="57694"/>
                  <a:pt x="24215" y="57694"/>
                </a:cubicBezTo>
                <a:cubicBezTo>
                  <a:pt x="24215" y="57694"/>
                  <a:pt x="24313" y="57694"/>
                  <a:pt x="24313" y="57596"/>
                </a:cubicBezTo>
                <a:lnTo>
                  <a:pt x="24313" y="27769"/>
                </a:lnTo>
                <a:lnTo>
                  <a:pt x="24509" y="61591"/>
                </a:lnTo>
                <a:lnTo>
                  <a:pt x="24730" y="61591"/>
                </a:lnTo>
                <a:lnTo>
                  <a:pt x="24730" y="24607"/>
                </a:lnTo>
                <a:lnTo>
                  <a:pt x="24926" y="55758"/>
                </a:lnTo>
                <a:lnTo>
                  <a:pt x="25024" y="55856"/>
                </a:lnTo>
                <a:lnTo>
                  <a:pt x="25122" y="55758"/>
                </a:lnTo>
                <a:lnTo>
                  <a:pt x="25122" y="24313"/>
                </a:lnTo>
                <a:lnTo>
                  <a:pt x="25343" y="54533"/>
                </a:lnTo>
                <a:cubicBezTo>
                  <a:pt x="25343" y="54631"/>
                  <a:pt x="25441" y="54631"/>
                  <a:pt x="25441" y="54631"/>
                </a:cubicBezTo>
                <a:cubicBezTo>
                  <a:pt x="25441" y="54631"/>
                  <a:pt x="25539" y="54631"/>
                  <a:pt x="25539" y="54533"/>
                </a:cubicBezTo>
                <a:lnTo>
                  <a:pt x="25539" y="26666"/>
                </a:lnTo>
                <a:lnTo>
                  <a:pt x="25735" y="63429"/>
                </a:lnTo>
                <a:lnTo>
                  <a:pt x="25955" y="63429"/>
                </a:lnTo>
                <a:lnTo>
                  <a:pt x="25955" y="22990"/>
                </a:lnTo>
                <a:lnTo>
                  <a:pt x="26151" y="56175"/>
                </a:lnTo>
                <a:cubicBezTo>
                  <a:pt x="26151" y="56273"/>
                  <a:pt x="26249" y="56273"/>
                  <a:pt x="26249" y="56273"/>
                </a:cubicBezTo>
                <a:cubicBezTo>
                  <a:pt x="26249" y="56273"/>
                  <a:pt x="26348" y="56273"/>
                  <a:pt x="26348" y="56175"/>
                </a:cubicBezTo>
                <a:lnTo>
                  <a:pt x="26348" y="20637"/>
                </a:lnTo>
                <a:lnTo>
                  <a:pt x="26568" y="57179"/>
                </a:lnTo>
                <a:cubicBezTo>
                  <a:pt x="26568" y="57302"/>
                  <a:pt x="26666" y="57302"/>
                  <a:pt x="26666" y="57302"/>
                </a:cubicBezTo>
                <a:cubicBezTo>
                  <a:pt x="26666" y="57302"/>
                  <a:pt x="26764" y="57302"/>
                  <a:pt x="26764" y="57179"/>
                </a:cubicBezTo>
                <a:lnTo>
                  <a:pt x="26764" y="25637"/>
                </a:lnTo>
                <a:lnTo>
                  <a:pt x="26960" y="63111"/>
                </a:lnTo>
                <a:cubicBezTo>
                  <a:pt x="26960" y="63209"/>
                  <a:pt x="27058" y="63209"/>
                  <a:pt x="27058" y="63209"/>
                </a:cubicBezTo>
                <a:cubicBezTo>
                  <a:pt x="27058" y="63209"/>
                  <a:pt x="27181" y="63209"/>
                  <a:pt x="27181" y="63111"/>
                </a:cubicBezTo>
                <a:lnTo>
                  <a:pt x="27181" y="23480"/>
                </a:lnTo>
                <a:lnTo>
                  <a:pt x="27377" y="59140"/>
                </a:lnTo>
                <a:cubicBezTo>
                  <a:pt x="27377" y="59238"/>
                  <a:pt x="27475" y="59238"/>
                  <a:pt x="27475" y="59238"/>
                </a:cubicBezTo>
                <a:cubicBezTo>
                  <a:pt x="27475" y="59238"/>
                  <a:pt x="27573" y="59238"/>
                  <a:pt x="27573" y="59140"/>
                </a:cubicBezTo>
                <a:lnTo>
                  <a:pt x="27573" y="26151"/>
                </a:lnTo>
                <a:lnTo>
                  <a:pt x="27794" y="64140"/>
                </a:lnTo>
                <a:cubicBezTo>
                  <a:pt x="27794" y="64238"/>
                  <a:pt x="27892" y="64238"/>
                  <a:pt x="27892" y="64238"/>
                </a:cubicBezTo>
                <a:cubicBezTo>
                  <a:pt x="27892" y="64238"/>
                  <a:pt x="27990" y="64238"/>
                  <a:pt x="27990" y="64140"/>
                </a:cubicBezTo>
                <a:lnTo>
                  <a:pt x="27990" y="28602"/>
                </a:lnTo>
                <a:lnTo>
                  <a:pt x="28186" y="63625"/>
                </a:lnTo>
                <a:lnTo>
                  <a:pt x="28406" y="63625"/>
                </a:lnTo>
                <a:lnTo>
                  <a:pt x="28406" y="22475"/>
                </a:lnTo>
                <a:lnTo>
                  <a:pt x="28602" y="60856"/>
                </a:lnTo>
                <a:cubicBezTo>
                  <a:pt x="28602" y="60978"/>
                  <a:pt x="28700" y="60978"/>
                  <a:pt x="28700" y="60978"/>
                </a:cubicBezTo>
                <a:cubicBezTo>
                  <a:pt x="28700" y="60978"/>
                  <a:pt x="28798" y="60978"/>
                  <a:pt x="28798" y="60856"/>
                </a:cubicBezTo>
                <a:lnTo>
                  <a:pt x="28798" y="24607"/>
                </a:lnTo>
                <a:lnTo>
                  <a:pt x="29019" y="56983"/>
                </a:lnTo>
                <a:lnTo>
                  <a:pt x="29215" y="56983"/>
                </a:lnTo>
                <a:lnTo>
                  <a:pt x="29215" y="26862"/>
                </a:lnTo>
                <a:lnTo>
                  <a:pt x="29411" y="55243"/>
                </a:lnTo>
                <a:lnTo>
                  <a:pt x="29632" y="55243"/>
                </a:lnTo>
                <a:lnTo>
                  <a:pt x="29632" y="24705"/>
                </a:lnTo>
                <a:lnTo>
                  <a:pt x="29828" y="52890"/>
                </a:lnTo>
                <a:cubicBezTo>
                  <a:pt x="29828" y="53013"/>
                  <a:pt x="29926" y="53013"/>
                  <a:pt x="29926" y="53013"/>
                </a:cubicBezTo>
                <a:cubicBezTo>
                  <a:pt x="29926" y="53013"/>
                  <a:pt x="30024" y="53013"/>
                  <a:pt x="30024" y="52890"/>
                </a:cubicBezTo>
                <a:lnTo>
                  <a:pt x="30024" y="28186"/>
                </a:lnTo>
                <a:lnTo>
                  <a:pt x="30244" y="61469"/>
                </a:lnTo>
                <a:lnTo>
                  <a:pt x="30440" y="61469"/>
                </a:lnTo>
                <a:lnTo>
                  <a:pt x="30440" y="24828"/>
                </a:lnTo>
                <a:lnTo>
                  <a:pt x="30637" y="53307"/>
                </a:lnTo>
                <a:cubicBezTo>
                  <a:pt x="30637" y="53405"/>
                  <a:pt x="30735" y="53405"/>
                  <a:pt x="30735" y="53405"/>
                </a:cubicBezTo>
                <a:cubicBezTo>
                  <a:pt x="30735" y="53405"/>
                  <a:pt x="30857" y="53405"/>
                  <a:pt x="30857" y="53307"/>
                </a:cubicBezTo>
                <a:lnTo>
                  <a:pt x="30857" y="23897"/>
                </a:lnTo>
                <a:lnTo>
                  <a:pt x="31053" y="57081"/>
                </a:lnTo>
                <a:lnTo>
                  <a:pt x="31151" y="57179"/>
                </a:lnTo>
                <a:lnTo>
                  <a:pt x="31249" y="57081"/>
                </a:lnTo>
                <a:lnTo>
                  <a:pt x="31249" y="25931"/>
                </a:lnTo>
                <a:lnTo>
                  <a:pt x="31470" y="64336"/>
                </a:lnTo>
                <a:cubicBezTo>
                  <a:pt x="31470" y="64434"/>
                  <a:pt x="31568" y="64434"/>
                  <a:pt x="31568" y="64434"/>
                </a:cubicBezTo>
                <a:cubicBezTo>
                  <a:pt x="31568" y="64434"/>
                  <a:pt x="31666" y="64434"/>
                  <a:pt x="31666" y="64336"/>
                </a:cubicBezTo>
                <a:lnTo>
                  <a:pt x="31666" y="25122"/>
                </a:lnTo>
                <a:lnTo>
                  <a:pt x="31862" y="63111"/>
                </a:lnTo>
                <a:lnTo>
                  <a:pt x="31960" y="63209"/>
                </a:lnTo>
                <a:lnTo>
                  <a:pt x="32083" y="63111"/>
                </a:lnTo>
                <a:lnTo>
                  <a:pt x="32083" y="24411"/>
                </a:lnTo>
                <a:lnTo>
                  <a:pt x="32279" y="54238"/>
                </a:lnTo>
                <a:lnTo>
                  <a:pt x="32377" y="54336"/>
                </a:lnTo>
                <a:lnTo>
                  <a:pt x="32475" y="54238"/>
                </a:lnTo>
                <a:lnTo>
                  <a:pt x="32475" y="23186"/>
                </a:lnTo>
                <a:lnTo>
                  <a:pt x="32695" y="53822"/>
                </a:lnTo>
                <a:lnTo>
                  <a:pt x="32793" y="53920"/>
                </a:lnTo>
                <a:lnTo>
                  <a:pt x="32891" y="53822"/>
                </a:lnTo>
                <a:lnTo>
                  <a:pt x="32891" y="27573"/>
                </a:lnTo>
                <a:lnTo>
                  <a:pt x="33087" y="60758"/>
                </a:lnTo>
                <a:cubicBezTo>
                  <a:pt x="33087" y="60856"/>
                  <a:pt x="33185" y="60856"/>
                  <a:pt x="33185" y="60856"/>
                </a:cubicBezTo>
                <a:cubicBezTo>
                  <a:pt x="33185" y="60856"/>
                  <a:pt x="33308" y="60856"/>
                  <a:pt x="33308" y="60758"/>
                </a:cubicBezTo>
                <a:lnTo>
                  <a:pt x="33308" y="25539"/>
                </a:lnTo>
                <a:lnTo>
                  <a:pt x="33504" y="57498"/>
                </a:lnTo>
                <a:lnTo>
                  <a:pt x="33602" y="57596"/>
                </a:lnTo>
                <a:lnTo>
                  <a:pt x="33700" y="57498"/>
                </a:lnTo>
                <a:lnTo>
                  <a:pt x="33700" y="27990"/>
                </a:lnTo>
                <a:lnTo>
                  <a:pt x="33921" y="63527"/>
                </a:lnTo>
                <a:cubicBezTo>
                  <a:pt x="33921" y="63625"/>
                  <a:pt x="34019" y="63625"/>
                  <a:pt x="34019" y="63625"/>
                </a:cubicBezTo>
                <a:cubicBezTo>
                  <a:pt x="34019" y="63625"/>
                  <a:pt x="34117" y="63625"/>
                  <a:pt x="34117" y="63527"/>
                </a:cubicBezTo>
                <a:lnTo>
                  <a:pt x="34117" y="22573"/>
                </a:lnTo>
                <a:lnTo>
                  <a:pt x="34313" y="55047"/>
                </a:lnTo>
                <a:cubicBezTo>
                  <a:pt x="34313" y="55145"/>
                  <a:pt x="34411" y="55145"/>
                  <a:pt x="34411" y="55145"/>
                </a:cubicBezTo>
                <a:cubicBezTo>
                  <a:pt x="34411" y="55145"/>
                  <a:pt x="34533" y="55145"/>
                  <a:pt x="34533" y="55047"/>
                </a:cubicBezTo>
                <a:lnTo>
                  <a:pt x="34533" y="21960"/>
                </a:lnTo>
                <a:lnTo>
                  <a:pt x="34729" y="52498"/>
                </a:lnTo>
                <a:cubicBezTo>
                  <a:pt x="34729" y="52596"/>
                  <a:pt x="34828" y="52596"/>
                  <a:pt x="34828" y="52596"/>
                </a:cubicBezTo>
                <a:cubicBezTo>
                  <a:pt x="34828" y="52596"/>
                  <a:pt x="34926" y="52596"/>
                  <a:pt x="34926" y="52498"/>
                </a:cubicBezTo>
                <a:lnTo>
                  <a:pt x="34926" y="25637"/>
                </a:lnTo>
                <a:lnTo>
                  <a:pt x="35146" y="53724"/>
                </a:lnTo>
                <a:lnTo>
                  <a:pt x="35244" y="53822"/>
                </a:lnTo>
                <a:lnTo>
                  <a:pt x="35342" y="53724"/>
                </a:lnTo>
                <a:lnTo>
                  <a:pt x="35342" y="19926"/>
                </a:lnTo>
                <a:lnTo>
                  <a:pt x="35538" y="54018"/>
                </a:lnTo>
                <a:cubicBezTo>
                  <a:pt x="35538" y="54116"/>
                  <a:pt x="35636" y="54116"/>
                  <a:pt x="35636" y="54116"/>
                </a:cubicBezTo>
                <a:cubicBezTo>
                  <a:pt x="35636" y="54116"/>
                  <a:pt x="35759" y="54116"/>
                  <a:pt x="35759" y="54018"/>
                </a:cubicBezTo>
                <a:lnTo>
                  <a:pt x="35759" y="24828"/>
                </a:lnTo>
                <a:lnTo>
                  <a:pt x="35955" y="59630"/>
                </a:lnTo>
                <a:cubicBezTo>
                  <a:pt x="35955" y="59753"/>
                  <a:pt x="36053" y="59753"/>
                  <a:pt x="36053" y="59753"/>
                </a:cubicBezTo>
                <a:cubicBezTo>
                  <a:pt x="36053" y="59753"/>
                  <a:pt x="36151" y="59753"/>
                  <a:pt x="36151" y="59630"/>
                </a:cubicBezTo>
                <a:lnTo>
                  <a:pt x="36151" y="20416"/>
                </a:lnTo>
                <a:lnTo>
                  <a:pt x="36372" y="55243"/>
                </a:lnTo>
                <a:lnTo>
                  <a:pt x="36568" y="55243"/>
                </a:lnTo>
                <a:lnTo>
                  <a:pt x="36568" y="27573"/>
                </a:lnTo>
                <a:lnTo>
                  <a:pt x="36764" y="61885"/>
                </a:lnTo>
                <a:lnTo>
                  <a:pt x="36984" y="61885"/>
                </a:lnTo>
                <a:lnTo>
                  <a:pt x="36984" y="28896"/>
                </a:lnTo>
                <a:lnTo>
                  <a:pt x="37180" y="61885"/>
                </a:lnTo>
                <a:cubicBezTo>
                  <a:pt x="37180" y="61983"/>
                  <a:pt x="37278" y="61983"/>
                  <a:pt x="37278" y="61983"/>
                </a:cubicBezTo>
                <a:cubicBezTo>
                  <a:pt x="37278" y="61983"/>
                  <a:pt x="37376" y="61983"/>
                  <a:pt x="37376" y="61885"/>
                </a:cubicBezTo>
                <a:lnTo>
                  <a:pt x="37376" y="27671"/>
                </a:lnTo>
                <a:lnTo>
                  <a:pt x="37597" y="64140"/>
                </a:lnTo>
                <a:cubicBezTo>
                  <a:pt x="37597" y="64238"/>
                  <a:pt x="37695" y="64238"/>
                  <a:pt x="37695" y="64238"/>
                </a:cubicBezTo>
                <a:cubicBezTo>
                  <a:pt x="37695" y="64238"/>
                  <a:pt x="37793" y="64238"/>
                  <a:pt x="37793" y="64140"/>
                </a:cubicBezTo>
                <a:lnTo>
                  <a:pt x="37793" y="24411"/>
                </a:lnTo>
                <a:lnTo>
                  <a:pt x="37989" y="64238"/>
                </a:lnTo>
                <a:lnTo>
                  <a:pt x="38210" y="64238"/>
                </a:lnTo>
                <a:lnTo>
                  <a:pt x="38210" y="23995"/>
                </a:lnTo>
                <a:lnTo>
                  <a:pt x="38406" y="62817"/>
                </a:lnTo>
                <a:lnTo>
                  <a:pt x="38602" y="62817"/>
                </a:lnTo>
                <a:lnTo>
                  <a:pt x="38602" y="25637"/>
                </a:lnTo>
                <a:lnTo>
                  <a:pt x="38822" y="64042"/>
                </a:lnTo>
                <a:lnTo>
                  <a:pt x="39019" y="64042"/>
                </a:lnTo>
                <a:lnTo>
                  <a:pt x="39019" y="20833"/>
                </a:lnTo>
                <a:lnTo>
                  <a:pt x="39215" y="57915"/>
                </a:lnTo>
                <a:lnTo>
                  <a:pt x="39435" y="57915"/>
                </a:lnTo>
                <a:lnTo>
                  <a:pt x="39435" y="21642"/>
                </a:lnTo>
                <a:lnTo>
                  <a:pt x="39631" y="54336"/>
                </a:lnTo>
                <a:lnTo>
                  <a:pt x="39729" y="54435"/>
                </a:lnTo>
                <a:lnTo>
                  <a:pt x="39827" y="54336"/>
                </a:lnTo>
                <a:lnTo>
                  <a:pt x="39827" y="27892"/>
                </a:lnTo>
                <a:lnTo>
                  <a:pt x="40048" y="61076"/>
                </a:lnTo>
                <a:lnTo>
                  <a:pt x="40146" y="61174"/>
                </a:lnTo>
                <a:lnTo>
                  <a:pt x="40244" y="61076"/>
                </a:lnTo>
                <a:lnTo>
                  <a:pt x="40244" y="29509"/>
                </a:lnTo>
                <a:lnTo>
                  <a:pt x="40440" y="60978"/>
                </a:lnTo>
                <a:lnTo>
                  <a:pt x="40661" y="60978"/>
                </a:lnTo>
                <a:lnTo>
                  <a:pt x="40661" y="24313"/>
                </a:lnTo>
                <a:lnTo>
                  <a:pt x="40857" y="52792"/>
                </a:lnTo>
                <a:lnTo>
                  <a:pt x="41053" y="52792"/>
                </a:lnTo>
                <a:lnTo>
                  <a:pt x="41053" y="26347"/>
                </a:lnTo>
                <a:lnTo>
                  <a:pt x="41273" y="59753"/>
                </a:lnTo>
                <a:cubicBezTo>
                  <a:pt x="41273" y="59851"/>
                  <a:pt x="41371" y="59851"/>
                  <a:pt x="41371" y="59851"/>
                </a:cubicBezTo>
                <a:cubicBezTo>
                  <a:pt x="41371" y="59851"/>
                  <a:pt x="41469" y="59851"/>
                  <a:pt x="41469" y="59753"/>
                </a:cubicBezTo>
                <a:lnTo>
                  <a:pt x="41469" y="22254"/>
                </a:lnTo>
                <a:lnTo>
                  <a:pt x="41665" y="56175"/>
                </a:lnTo>
                <a:cubicBezTo>
                  <a:pt x="41665" y="56273"/>
                  <a:pt x="41764" y="56273"/>
                  <a:pt x="41764" y="56273"/>
                </a:cubicBezTo>
                <a:cubicBezTo>
                  <a:pt x="41764" y="56273"/>
                  <a:pt x="41886" y="56273"/>
                  <a:pt x="41886" y="56175"/>
                </a:cubicBezTo>
                <a:lnTo>
                  <a:pt x="41886" y="20931"/>
                </a:lnTo>
                <a:lnTo>
                  <a:pt x="42082" y="51665"/>
                </a:lnTo>
                <a:cubicBezTo>
                  <a:pt x="42082" y="51788"/>
                  <a:pt x="42180" y="51788"/>
                  <a:pt x="42180" y="51788"/>
                </a:cubicBezTo>
                <a:cubicBezTo>
                  <a:pt x="42180" y="51788"/>
                  <a:pt x="42278" y="51788"/>
                  <a:pt x="42278" y="51665"/>
                </a:cubicBezTo>
                <a:lnTo>
                  <a:pt x="42278" y="24313"/>
                </a:lnTo>
                <a:lnTo>
                  <a:pt x="42499" y="63209"/>
                </a:lnTo>
                <a:lnTo>
                  <a:pt x="42597" y="63307"/>
                </a:lnTo>
                <a:lnTo>
                  <a:pt x="42695" y="63209"/>
                </a:lnTo>
                <a:lnTo>
                  <a:pt x="42695" y="29509"/>
                </a:lnTo>
                <a:lnTo>
                  <a:pt x="42891" y="60660"/>
                </a:lnTo>
                <a:lnTo>
                  <a:pt x="42989" y="60758"/>
                </a:lnTo>
                <a:lnTo>
                  <a:pt x="43111" y="60660"/>
                </a:lnTo>
                <a:lnTo>
                  <a:pt x="43111" y="21250"/>
                </a:lnTo>
                <a:lnTo>
                  <a:pt x="43308" y="54533"/>
                </a:lnTo>
                <a:lnTo>
                  <a:pt x="43406" y="54631"/>
                </a:lnTo>
                <a:lnTo>
                  <a:pt x="43504" y="54533"/>
                </a:lnTo>
                <a:lnTo>
                  <a:pt x="43504" y="23186"/>
                </a:lnTo>
                <a:lnTo>
                  <a:pt x="43724" y="52694"/>
                </a:lnTo>
                <a:cubicBezTo>
                  <a:pt x="43724" y="52792"/>
                  <a:pt x="43822" y="52792"/>
                  <a:pt x="43822" y="52792"/>
                </a:cubicBezTo>
                <a:cubicBezTo>
                  <a:pt x="43822" y="52792"/>
                  <a:pt x="43920" y="52792"/>
                  <a:pt x="43920" y="52694"/>
                </a:cubicBezTo>
                <a:lnTo>
                  <a:pt x="43920" y="22254"/>
                </a:lnTo>
                <a:lnTo>
                  <a:pt x="44116" y="59336"/>
                </a:lnTo>
                <a:lnTo>
                  <a:pt x="44214" y="59434"/>
                </a:lnTo>
                <a:lnTo>
                  <a:pt x="44337" y="59336"/>
                </a:lnTo>
                <a:lnTo>
                  <a:pt x="44337" y="29828"/>
                </a:lnTo>
                <a:lnTo>
                  <a:pt x="44533" y="63821"/>
                </a:lnTo>
                <a:cubicBezTo>
                  <a:pt x="44533" y="63919"/>
                  <a:pt x="44631" y="63919"/>
                  <a:pt x="44631" y="63919"/>
                </a:cubicBezTo>
                <a:cubicBezTo>
                  <a:pt x="44631" y="63919"/>
                  <a:pt x="44729" y="63919"/>
                  <a:pt x="44729" y="63821"/>
                </a:cubicBezTo>
                <a:lnTo>
                  <a:pt x="44729" y="21250"/>
                </a:lnTo>
                <a:lnTo>
                  <a:pt x="44950" y="59532"/>
                </a:lnTo>
                <a:lnTo>
                  <a:pt x="45146" y="59532"/>
                </a:lnTo>
                <a:lnTo>
                  <a:pt x="45146" y="22377"/>
                </a:lnTo>
                <a:lnTo>
                  <a:pt x="45342" y="52082"/>
                </a:lnTo>
                <a:lnTo>
                  <a:pt x="45440" y="52180"/>
                </a:lnTo>
                <a:lnTo>
                  <a:pt x="45562" y="52082"/>
                </a:lnTo>
                <a:lnTo>
                  <a:pt x="45562" y="23382"/>
                </a:lnTo>
                <a:lnTo>
                  <a:pt x="45758" y="51984"/>
                </a:lnTo>
                <a:cubicBezTo>
                  <a:pt x="45758" y="52082"/>
                  <a:pt x="45856" y="52082"/>
                  <a:pt x="45856" y="52082"/>
                </a:cubicBezTo>
                <a:cubicBezTo>
                  <a:pt x="45856" y="52082"/>
                  <a:pt x="45955" y="52082"/>
                  <a:pt x="45955" y="51984"/>
                </a:cubicBezTo>
                <a:lnTo>
                  <a:pt x="45955" y="27156"/>
                </a:lnTo>
                <a:lnTo>
                  <a:pt x="46175" y="54533"/>
                </a:lnTo>
                <a:lnTo>
                  <a:pt x="46371" y="54533"/>
                </a:lnTo>
                <a:lnTo>
                  <a:pt x="46371" y="21862"/>
                </a:lnTo>
                <a:lnTo>
                  <a:pt x="46567" y="60366"/>
                </a:lnTo>
                <a:cubicBezTo>
                  <a:pt x="46567" y="60464"/>
                  <a:pt x="46665" y="60464"/>
                  <a:pt x="46665" y="60464"/>
                </a:cubicBezTo>
                <a:cubicBezTo>
                  <a:pt x="46665" y="60464"/>
                  <a:pt x="46788" y="60464"/>
                  <a:pt x="46788" y="60366"/>
                </a:cubicBezTo>
                <a:lnTo>
                  <a:pt x="46788" y="23480"/>
                </a:lnTo>
                <a:lnTo>
                  <a:pt x="46984" y="52890"/>
                </a:lnTo>
                <a:cubicBezTo>
                  <a:pt x="46984" y="53013"/>
                  <a:pt x="47082" y="53013"/>
                  <a:pt x="47082" y="53013"/>
                </a:cubicBezTo>
                <a:cubicBezTo>
                  <a:pt x="47082" y="53013"/>
                  <a:pt x="47180" y="53013"/>
                  <a:pt x="47180" y="52890"/>
                </a:cubicBezTo>
                <a:lnTo>
                  <a:pt x="47180" y="27892"/>
                </a:lnTo>
                <a:lnTo>
                  <a:pt x="47401" y="64140"/>
                </a:lnTo>
                <a:cubicBezTo>
                  <a:pt x="47401" y="64238"/>
                  <a:pt x="47499" y="64238"/>
                  <a:pt x="47499" y="64238"/>
                </a:cubicBezTo>
                <a:cubicBezTo>
                  <a:pt x="47499" y="64238"/>
                  <a:pt x="47597" y="64238"/>
                  <a:pt x="47597" y="64140"/>
                </a:cubicBezTo>
                <a:lnTo>
                  <a:pt x="47597" y="23897"/>
                </a:lnTo>
                <a:lnTo>
                  <a:pt x="47793" y="63429"/>
                </a:lnTo>
                <a:lnTo>
                  <a:pt x="47891" y="63527"/>
                </a:lnTo>
                <a:lnTo>
                  <a:pt x="48013" y="63429"/>
                </a:lnTo>
                <a:lnTo>
                  <a:pt x="48013" y="23382"/>
                </a:lnTo>
                <a:lnTo>
                  <a:pt x="48209" y="59018"/>
                </a:lnTo>
                <a:lnTo>
                  <a:pt x="48307" y="59140"/>
                </a:lnTo>
                <a:lnTo>
                  <a:pt x="48405" y="59018"/>
                </a:lnTo>
                <a:lnTo>
                  <a:pt x="48405" y="21152"/>
                </a:lnTo>
                <a:lnTo>
                  <a:pt x="48626" y="57596"/>
                </a:lnTo>
                <a:lnTo>
                  <a:pt x="48822" y="57596"/>
                </a:lnTo>
                <a:lnTo>
                  <a:pt x="48822" y="25220"/>
                </a:lnTo>
                <a:lnTo>
                  <a:pt x="49018" y="56371"/>
                </a:lnTo>
                <a:lnTo>
                  <a:pt x="49116" y="56469"/>
                </a:lnTo>
                <a:lnTo>
                  <a:pt x="49239" y="56371"/>
                </a:lnTo>
                <a:lnTo>
                  <a:pt x="49239" y="25024"/>
                </a:lnTo>
                <a:lnTo>
                  <a:pt x="49435" y="53405"/>
                </a:lnTo>
                <a:lnTo>
                  <a:pt x="49631" y="53405"/>
                </a:lnTo>
                <a:lnTo>
                  <a:pt x="49631" y="27058"/>
                </a:lnTo>
                <a:lnTo>
                  <a:pt x="49851" y="52890"/>
                </a:lnTo>
                <a:lnTo>
                  <a:pt x="49949" y="53013"/>
                </a:lnTo>
                <a:lnTo>
                  <a:pt x="50047" y="52890"/>
                </a:lnTo>
                <a:lnTo>
                  <a:pt x="50047" y="27769"/>
                </a:lnTo>
                <a:lnTo>
                  <a:pt x="50244" y="56077"/>
                </a:lnTo>
                <a:lnTo>
                  <a:pt x="50342" y="56175"/>
                </a:lnTo>
                <a:lnTo>
                  <a:pt x="50464" y="56077"/>
                </a:lnTo>
                <a:lnTo>
                  <a:pt x="50464" y="24926"/>
                </a:lnTo>
                <a:lnTo>
                  <a:pt x="50660" y="61885"/>
                </a:lnTo>
                <a:lnTo>
                  <a:pt x="50758" y="61983"/>
                </a:lnTo>
                <a:lnTo>
                  <a:pt x="50856" y="61885"/>
                </a:lnTo>
                <a:lnTo>
                  <a:pt x="50856" y="25220"/>
                </a:lnTo>
                <a:lnTo>
                  <a:pt x="51077" y="61591"/>
                </a:lnTo>
                <a:cubicBezTo>
                  <a:pt x="51077" y="61689"/>
                  <a:pt x="51175" y="61689"/>
                  <a:pt x="51175" y="61689"/>
                </a:cubicBezTo>
                <a:cubicBezTo>
                  <a:pt x="51175" y="61689"/>
                  <a:pt x="51273" y="61689"/>
                  <a:pt x="51273" y="61591"/>
                </a:cubicBezTo>
                <a:lnTo>
                  <a:pt x="51273" y="25833"/>
                </a:lnTo>
                <a:lnTo>
                  <a:pt x="51469" y="52180"/>
                </a:lnTo>
                <a:lnTo>
                  <a:pt x="51567" y="52278"/>
                </a:lnTo>
                <a:lnTo>
                  <a:pt x="51690" y="52180"/>
                </a:lnTo>
                <a:lnTo>
                  <a:pt x="51690" y="22990"/>
                </a:lnTo>
                <a:lnTo>
                  <a:pt x="51886" y="64336"/>
                </a:lnTo>
                <a:lnTo>
                  <a:pt x="52082" y="64336"/>
                </a:lnTo>
                <a:lnTo>
                  <a:pt x="52082" y="25637"/>
                </a:lnTo>
                <a:lnTo>
                  <a:pt x="52302" y="60660"/>
                </a:lnTo>
                <a:lnTo>
                  <a:pt x="52498" y="60660"/>
                </a:lnTo>
                <a:lnTo>
                  <a:pt x="52498" y="21348"/>
                </a:lnTo>
                <a:lnTo>
                  <a:pt x="52694" y="57400"/>
                </a:lnTo>
                <a:cubicBezTo>
                  <a:pt x="52694" y="57498"/>
                  <a:pt x="52792" y="57498"/>
                  <a:pt x="52792" y="57498"/>
                </a:cubicBezTo>
                <a:cubicBezTo>
                  <a:pt x="52792" y="57498"/>
                  <a:pt x="52915" y="57498"/>
                  <a:pt x="52915" y="57400"/>
                </a:cubicBezTo>
                <a:lnTo>
                  <a:pt x="52915" y="24509"/>
                </a:lnTo>
                <a:lnTo>
                  <a:pt x="53111" y="61689"/>
                </a:lnTo>
                <a:lnTo>
                  <a:pt x="53307" y="61689"/>
                </a:lnTo>
                <a:lnTo>
                  <a:pt x="53307" y="27892"/>
                </a:lnTo>
                <a:lnTo>
                  <a:pt x="53528" y="56689"/>
                </a:lnTo>
                <a:lnTo>
                  <a:pt x="53724" y="56689"/>
                </a:lnTo>
                <a:lnTo>
                  <a:pt x="53724" y="19411"/>
                </a:lnTo>
                <a:lnTo>
                  <a:pt x="53920" y="51788"/>
                </a:lnTo>
                <a:lnTo>
                  <a:pt x="54140" y="51788"/>
                </a:lnTo>
                <a:lnTo>
                  <a:pt x="54140" y="24509"/>
                </a:lnTo>
                <a:lnTo>
                  <a:pt x="54336" y="55856"/>
                </a:lnTo>
                <a:lnTo>
                  <a:pt x="54435" y="55954"/>
                </a:lnTo>
                <a:lnTo>
                  <a:pt x="54533" y="55856"/>
                </a:lnTo>
                <a:lnTo>
                  <a:pt x="54533" y="25539"/>
                </a:lnTo>
                <a:lnTo>
                  <a:pt x="54753" y="54435"/>
                </a:lnTo>
                <a:cubicBezTo>
                  <a:pt x="54753" y="54533"/>
                  <a:pt x="54851" y="54533"/>
                  <a:pt x="54851" y="54533"/>
                </a:cubicBezTo>
                <a:cubicBezTo>
                  <a:pt x="54851" y="54533"/>
                  <a:pt x="54949" y="54533"/>
                  <a:pt x="54949" y="54435"/>
                </a:cubicBezTo>
                <a:lnTo>
                  <a:pt x="54949" y="25024"/>
                </a:lnTo>
                <a:lnTo>
                  <a:pt x="55145" y="55758"/>
                </a:lnTo>
                <a:cubicBezTo>
                  <a:pt x="55145" y="55856"/>
                  <a:pt x="55243" y="55856"/>
                  <a:pt x="55243" y="55856"/>
                </a:cubicBezTo>
                <a:cubicBezTo>
                  <a:pt x="55243" y="55856"/>
                  <a:pt x="55366" y="55856"/>
                  <a:pt x="55366" y="55758"/>
                </a:cubicBezTo>
                <a:lnTo>
                  <a:pt x="55366" y="21960"/>
                </a:lnTo>
                <a:lnTo>
                  <a:pt x="55562" y="60145"/>
                </a:lnTo>
                <a:lnTo>
                  <a:pt x="55660" y="60243"/>
                </a:lnTo>
                <a:lnTo>
                  <a:pt x="55758" y="60145"/>
                </a:lnTo>
                <a:lnTo>
                  <a:pt x="55758" y="26151"/>
                </a:lnTo>
                <a:lnTo>
                  <a:pt x="55979" y="60464"/>
                </a:lnTo>
                <a:cubicBezTo>
                  <a:pt x="55979" y="60562"/>
                  <a:pt x="56077" y="60562"/>
                  <a:pt x="56077" y="60562"/>
                </a:cubicBezTo>
                <a:cubicBezTo>
                  <a:pt x="56077" y="60562"/>
                  <a:pt x="56175" y="60562"/>
                  <a:pt x="56175" y="60464"/>
                </a:cubicBezTo>
                <a:lnTo>
                  <a:pt x="56175" y="28700"/>
                </a:lnTo>
                <a:lnTo>
                  <a:pt x="56371" y="60562"/>
                </a:lnTo>
                <a:lnTo>
                  <a:pt x="56591" y="60562"/>
                </a:lnTo>
                <a:lnTo>
                  <a:pt x="56591" y="23897"/>
                </a:lnTo>
                <a:lnTo>
                  <a:pt x="56787" y="59238"/>
                </a:lnTo>
                <a:cubicBezTo>
                  <a:pt x="56787" y="59336"/>
                  <a:pt x="56885" y="59336"/>
                  <a:pt x="56885" y="59336"/>
                </a:cubicBezTo>
                <a:cubicBezTo>
                  <a:pt x="56885" y="59336"/>
                  <a:pt x="56983" y="59336"/>
                  <a:pt x="56983" y="59238"/>
                </a:cubicBezTo>
                <a:lnTo>
                  <a:pt x="56983" y="25931"/>
                </a:lnTo>
                <a:lnTo>
                  <a:pt x="57204" y="61885"/>
                </a:lnTo>
                <a:cubicBezTo>
                  <a:pt x="57204" y="61983"/>
                  <a:pt x="57302" y="61983"/>
                  <a:pt x="57302" y="61983"/>
                </a:cubicBezTo>
                <a:cubicBezTo>
                  <a:pt x="57302" y="61983"/>
                  <a:pt x="57400" y="61983"/>
                  <a:pt x="57400" y="61885"/>
                </a:cubicBezTo>
                <a:lnTo>
                  <a:pt x="57400" y="20931"/>
                </a:lnTo>
                <a:lnTo>
                  <a:pt x="57596" y="56469"/>
                </a:lnTo>
                <a:lnTo>
                  <a:pt x="57694" y="56567"/>
                </a:lnTo>
                <a:lnTo>
                  <a:pt x="57817" y="56469"/>
                </a:lnTo>
                <a:lnTo>
                  <a:pt x="57817" y="29730"/>
                </a:lnTo>
                <a:lnTo>
                  <a:pt x="58013" y="63111"/>
                </a:lnTo>
                <a:lnTo>
                  <a:pt x="58209" y="63111"/>
                </a:lnTo>
                <a:lnTo>
                  <a:pt x="58209" y="21764"/>
                </a:lnTo>
                <a:lnTo>
                  <a:pt x="58429" y="51788"/>
                </a:lnTo>
                <a:lnTo>
                  <a:pt x="58527" y="51886"/>
                </a:lnTo>
                <a:lnTo>
                  <a:pt x="58626" y="51788"/>
                </a:lnTo>
                <a:lnTo>
                  <a:pt x="58626" y="26445"/>
                </a:lnTo>
                <a:lnTo>
                  <a:pt x="58822" y="63919"/>
                </a:lnTo>
                <a:lnTo>
                  <a:pt x="59042" y="63919"/>
                </a:lnTo>
                <a:lnTo>
                  <a:pt x="59042" y="26764"/>
                </a:lnTo>
                <a:lnTo>
                  <a:pt x="59238" y="62915"/>
                </a:lnTo>
                <a:cubicBezTo>
                  <a:pt x="59238" y="63013"/>
                  <a:pt x="59336" y="63013"/>
                  <a:pt x="59336" y="63013"/>
                </a:cubicBezTo>
                <a:cubicBezTo>
                  <a:pt x="59336" y="63013"/>
                  <a:pt x="59434" y="63013"/>
                  <a:pt x="59434" y="62915"/>
                </a:cubicBezTo>
                <a:lnTo>
                  <a:pt x="59434" y="24093"/>
                </a:lnTo>
                <a:lnTo>
                  <a:pt x="59655" y="57302"/>
                </a:lnTo>
                <a:cubicBezTo>
                  <a:pt x="59655" y="57400"/>
                  <a:pt x="59753" y="57400"/>
                  <a:pt x="59753" y="57400"/>
                </a:cubicBezTo>
                <a:cubicBezTo>
                  <a:pt x="59753" y="57400"/>
                  <a:pt x="59851" y="57400"/>
                  <a:pt x="59851" y="57302"/>
                </a:cubicBezTo>
                <a:lnTo>
                  <a:pt x="59851" y="23897"/>
                </a:lnTo>
                <a:lnTo>
                  <a:pt x="60047" y="51665"/>
                </a:lnTo>
                <a:lnTo>
                  <a:pt x="60145" y="51788"/>
                </a:lnTo>
                <a:lnTo>
                  <a:pt x="60268" y="51665"/>
                </a:lnTo>
                <a:lnTo>
                  <a:pt x="60268" y="22254"/>
                </a:lnTo>
                <a:lnTo>
                  <a:pt x="60464" y="53503"/>
                </a:lnTo>
                <a:lnTo>
                  <a:pt x="60562" y="53626"/>
                </a:lnTo>
                <a:lnTo>
                  <a:pt x="60660" y="53503"/>
                </a:lnTo>
                <a:lnTo>
                  <a:pt x="60660" y="21029"/>
                </a:lnTo>
                <a:lnTo>
                  <a:pt x="60880" y="55145"/>
                </a:lnTo>
                <a:cubicBezTo>
                  <a:pt x="60880" y="55243"/>
                  <a:pt x="60978" y="55243"/>
                  <a:pt x="60978" y="55243"/>
                </a:cubicBezTo>
                <a:cubicBezTo>
                  <a:pt x="60978" y="55243"/>
                  <a:pt x="61076" y="55243"/>
                  <a:pt x="61076" y="55145"/>
                </a:cubicBezTo>
                <a:lnTo>
                  <a:pt x="61076" y="22058"/>
                </a:lnTo>
                <a:lnTo>
                  <a:pt x="61272" y="54238"/>
                </a:lnTo>
                <a:cubicBezTo>
                  <a:pt x="61272" y="54336"/>
                  <a:pt x="61371" y="54336"/>
                  <a:pt x="61371" y="54336"/>
                </a:cubicBezTo>
                <a:cubicBezTo>
                  <a:pt x="61371" y="54336"/>
                  <a:pt x="61493" y="54336"/>
                  <a:pt x="61493" y="54238"/>
                </a:cubicBezTo>
                <a:lnTo>
                  <a:pt x="61493" y="25024"/>
                </a:lnTo>
                <a:lnTo>
                  <a:pt x="61689" y="56885"/>
                </a:lnTo>
                <a:lnTo>
                  <a:pt x="61787" y="56983"/>
                </a:lnTo>
                <a:lnTo>
                  <a:pt x="61885" y="56885"/>
                </a:lnTo>
                <a:lnTo>
                  <a:pt x="61885" y="24828"/>
                </a:lnTo>
                <a:lnTo>
                  <a:pt x="62106" y="53724"/>
                </a:lnTo>
                <a:lnTo>
                  <a:pt x="62302" y="53724"/>
                </a:lnTo>
                <a:lnTo>
                  <a:pt x="62302" y="26151"/>
                </a:lnTo>
                <a:lnTo>
                  <a:pt x="62498" y="60562"/>
                </a:lnTo>
                <a:lnTo>
                  <a:pt x="62718" y="60562"/>
                </a:lnTo>
                <a:lnTo>
                  <a:pt x="62718" y="27892"/>
                </a:lnTo>
                <a:lnTo>
                  <a:pt x="62915" y="63013"/>
                </a:lnTo>
                <a:lnTo>
                  <a:pt x="63013" y="63111"/>
                </a:lnTo>
                <a:lnTo>
                  <a:pt x="63111" y="63013"/>
                </a:lnTo>
                <a:lnTo>
                  <a:pt x="63111" y="21250"/>
                </a:lnTo>
                <a:lnTo>
                  <a:pt x="63331" y="56273"/>
                </a:lnTo>
                <a:cubicBezTo>
                  <a:pt x="63331" y="56371"/>
                  <a:pt x="63429" y="56371"/>
                  <a:pt x="63429" y="56371"/>
                </a:cubicBezTo>
                <a:cubicBezTo>
                  <a:pt x="63429" y="56371"/>
                  <a:pt x="63527" y="56371"/>
                  <a:pt x="63527" y="56273"/>
                </a:cubicBezTo>
                <a:lnTo>
                  <a:pt x="63527" y="25122"/>
                </a:lnTo>
                <a:lnTo>
                  <a:pt x="63723" y="63307"/>
                </a:lnTo>
                <a:lnTo>
                  <a:pt x="63821" y="63429"/>
                </a:lnTo>
                <a:lnTo>
                  <a:pt x="63944" y="63307"/>
                </a:lnTo>
                <a:lnTo>
                  <a:pt x="63944" y="26862"/>
                </a:lnTo>
                <a:lnTo>
                  <a:pt x="64140" y="59532"/>
                </a:lnTo>
                <a:cubicBezTo>
                  <a:pt x="64140" y="59630"/>
                  <a:pt x="64238" y="59630"/>
                  <a:pt x="64238" y="59630"/>
                </a:cubicBezTo>
                <a:cubicBezTo>
                  <a:pt x="64238" y="59630"/>
                  <a:pt x="64336" y="59630"/>
                  <a:pt x="64336" y="59532"/>
                </a:cubicBezTo>
                <a:lnTo>
                  <a:pt x="64336" y="24828"/>
                </a:lnTo>
                <a:lnTo>
                  <a:pt x="64557" y="52792"/>
                </a:lnTo>
                <a:cubicBezTo>
                  <a:pt x="64557" y="52890"/>
                  <a:pt x="64655" y="52890"/>
                  <a:pt x="64655" y="52890"/>
                </a:cubicBezTo>
                <a:cubicBezTo>
                  <a:pt x="64655" y="52890"/>
                  <a:pt x="64753" y="52890"/>
                  <a:pt x="64753" y="52792"/>
                </a:cubicBezTo>
                <a:lnTo>
                  <a:pt x="64753" y="26249"/>
                </a:lnTo>
                <a:lnTo>
                  <a:pt x="64949" y="61469"/>
                </a:lnTo>
                <a:cubicBezTo>
                  <a:pt x="64949" y="61591"/>
                  <a:pt x="65047" y="61591"/>
                  <a:pt x="65047" y="61591"/>
                </a:cubicBezTo>
                <a:cubicBezTo>
                  <a:pt x="65047" y="61591"/>
                  <a:pt x="65169" y="61591"/>
                  <a:pt x="65169" y="61469"/>
                </a:cubicBezTo>
                <a:lnTo>
                  <a:pt x="65169" y="20416"/>
                </a:lnTo>
                <a:lnTo>
                  <a:pt x="65365" y="54018"/>
                </a:lnTo>
                <a:lnTo>
                  <a:pt x="65463" y="54116"/>
                </a:lnTo>
                <a:lnTo>
                  <a:pt x="65562" y="54018"/>
                </a:lnTo>
                <a:lnTo>
                  <a:pt x="65562" y="24607"/>
                </a:lnTo>
                <a:lnTo>
                  <a:pt x="65782" y="60145"/>
                </a:lnTo>
                <a:lnTo>
                  <a:pt x="65978" y="60145"/>
                </a:lnTo>
                <a:lnTo>
                  <a:pt x="65978" y="20833"/>
                </a:lnTo>
                <a:lnTo>
                  <a:pt x="66174" y="56273"/>
                </a:lnTo>
                <a:lnTo>
                  <a:pt x="66272" y="56371"/>
                </a:lnTo>
                <a:lnTo>
                  <a:pt x="66395" y="56273"/>
                </a:lnTo>
                <a:lnTo>
                  <a:pt x="66395" y="24705"/>
                </a:lnTo>
                <a:lnTo>
                  <a:pt x="66591" y="55562"/>
                </a:lnTo>
                <a:lnTo>
                  <a:pt x="66787" y="55562"/>
                </a:lnTo>
                <a:lnTo>
                  <a:pt x="66787" y="25637"/>
                </a:lnTo>
                <a:lnTo>
                  <a:pt x="67008" y="59753"/>
                </a:lnTo>
                <a:cubicBezTo>
                  <a:pt x="67008" y="59851"/>
                  <a:pt x="67106" y="59851"/>
                  <a:pt x="67106" y="59851"/>
                </a:cubicBezTo>
                <a:cubicBezTo>
                  <a:pt x="67106" y="59851"/>
                  <a:pt x="67204" y="59851"/>
                  <a:pt x="67204" y="59753"/>
                </a:cubicBezTo>
                <a:lnTo>
                  <a:pt x="67204" y="21446"/>
                </a:lnTo>
                <a:lnTo>
                  <a:pt x="67400" y="52278"/>
                </a:lnTo>
                <a:lnTo>
                  <a:pt x="67620" y="52278"/>
                </a:lnTo>
                <a:lnTo>
                  <a:pt x="67620" y="21152"/>
                </a:lnTo>
                <a:lnTo>
                  <a:pt x="67816" y="55758"/>
                </a:lnTo>
                <a:lnTo>
                  <a:pt x="67914" y="55856"/>
                </a:lnTo>
                <a:lnTo>
                  <a:pt x="68012" y="55758"/>
                </a:lnTo>
                <a:lnTo>
                  <a:pt x="68012" y="21642"/>
                </a:lnTo>
                <a:lnTo>
                  <a:pt x="68233" y="57498"/>
                </a:lnTo>
                <a:cubicBezTo>
                  <a:pt x="68233" y="57596"/>
                  <a:pt x="68331" y="57596"/>
                  <a:pt x="68331" y="57596"/>
                </a:cubicBezTo>
                <a:cubicBezTo>
                  <a:pt x="68331" y="57596"/>
                  <a:pt x="68429" y="57596"/>
                  <a:pt x="68429" y="57498"/>
                </a:cubicBezTo>
                <a:lnTo>
                  <a:pt x="68429" y="27475"/>
                </a:lnTo>
                <a:lnTo>
                  <a:pt x="68625" y="56175"/>
                </a:lnTo>
                <a:cubicBezTo>
                  <a:pt x="68625" y="56273"/>
                  <a:pt x="68723" y="56273"/>
                  <a:pt x="68723" y="56273"/>
                </a:cubicBezTo>
                <a:cubicBezTo>
                  <a:pt x="68723" y="56273"/>
                  <a:pt x="68846" y="56273"/>
                  <a:pt x="68846" y="56175"/>
                </a:cubicBezTo>
                <a:lnTo>
                  <a:pt x="68846" y="27671"/>
                </a:lnTo>
                <a:lnTo>
                  <a:pt x="69042" y="59018"/>
                </a:lnTo>
                <a:lnTo>
                  <a:pt x="69238" y="59018"/>
                </a:lnTo>
                <a:lnTo>
                  <a:pt x="69238" y="27475"/>
                </a:lnTo>
                <a:lnTo>
                  <a:pt x="69458" y="58527"/>
                </a:lnTo>
                <a:lnTo>
                  <a:pt x="69556" y="58626"/>
                </a:lnTo>
                <a:lnTo>
                  <a:pt x="69654" y="58527"/>
                </a:lnTo>
                <a:lnTo>
                  <a:pt x="69654" y="22475"/>
                </a:lnTo>
                <a:lnTo>
                  <a:pt x="69851" y="59018"/>
                </a:lnTo>
                <a:lnTo>
                  <a:pt x="69949" y="59140"/>
                </a:lnTo>
                <a:lnTo>
                  <a:pt x="70071" y="59018"/>
                </a:lnTo>
                <a:lnTo>
                  <a:pt x="70071" y="30024"/>
                </a:lnTo>
                <a:lnTo>
                  <a:pt x="70267" y="63209"/>
                </a:lnTo>
                <a:lnTo>
                  <a:pt x="70365" y="63307"/>
                </a:lnTo>
                <a:lnTo>
                  <a:pt x="70463" y="63209"/>
                </a:lnTo>
                <a:lnTo>
                  <a:pt x="70463" y="22671"/>
                </a:lnTo>
                <a:lnTo>
                  <a:pt x="70684" y="54018"/>
                </a:lnTo>
                <a:lnTo>
                  <a:pt x="70782" y="54116"/>
                </a:lnTo>
                <a:lnTo>
                  <a:pt x="70880" y="54018"/>
                </a:lnTo>
                <a:lnTo>
                  <a:pt x="70880" y="21960"/>
                </a:lnTo>
                <a:lnTo>
                  <a:pt x="71076" y="53503"/>
                </a:lnTo>
                <a:lnTo>
                  <a:pt x="71076" y="53626"/>
                </a:lnTo>
                <a:lnTo>
                  <a:pt x="71297" y="53626"/>
                </a:lnTo>
                <a:lnTo>
                  <a:pt x="71297" y="27475"/>
                </a:lnTo>
                <a:lnTo>
                  <a:pt x="71493" y="55464"/>
                </a:lnTo>
                <a:lnTo>
                  <a:pt x="71591" y="55562"/>
                </a:lnTo>
                <a:lnTo>
                  <a:pt x="71689" y="55464"/>
                </a:lnTo>
                <a:lnTo>
                  <a:pt x="71689" y="26053"/>
                </a:lnTo>
                <a:lnTo>
                  <a:pt x="71909" y="52792"/>
                </a:lnTo>
                <a:lnTo>
                  <a:pt x="72105" y="52792"/>
                </a:lnTo>
                <a:lnTo>
                  <a:pt x="72105" y="26544"/>
                </a:lnTo>
                <a:lnTo>
                  <a:pt x="72301" y="63919"/>
                </a:lnTo>
                <a:cubicBezTo>
                  <a:pt x="72301" y="64042"/>
                  <a:pt x="72399" y="64042"/>
                  <a:pt x="72399" y="64042"/>
                </a:cubicBezTo>
                <a:cubicBezTo>
                  <a:pt x="72399" y="64042"/>
                  <a:pt x="72522" y="64042"/>
                  <a:pt x="72522" y="63919"/>
                </a:cubicBezTo>
                <a:lnTo>
                  <a:pt x="72522" y="25024"/>
                </a:lnTo>
                <a:lnTo>
                  <a:pt x="72718" y="63209"/>
                </a:lnTo>
                <a:lnTo>
                  <a:pt x="72914" y="63209"/>
                </a:lnTo>
                <a:lnTo>
                  <a:pt x="72914" y="20637"/>
                </a:lnTo>
                <a:lnTo>
                  <a:pt x="73135" y="57915"/>
                </a:lnTo>
                <a:lnTo>
                  <a:pt x="73233" y="58013"/>
                </a:lnTo>
                <a:lnTo>
                  <a:pt x="73331" y="57915"/>
                </a:lnTo>
                <a:lnTo>
                  <a:pt x="73331" y="21250"/>
                </a:lnTo>
                <a:lnTo>
                  <a:pt x="73527" y="56371"/>
                </a:lnTo>
                <a:lnTo>
                  <a:pt x="73625" y="56469"/>
                </a:lnTo>
                <a:lnTo>
                  <a:pt x="73747" y="56371"/>
                </a:lnTo>
                <a:lnTo>
                  <a:pt x="73747" y="26053"/>
                </a:lnTo>
                <a:lnTo>
                  <a:pt x="73944" y="60464"/>
                </a:lnTo>
                <a:lnTo>
                  <a:pt x="74042" y="60562"/>
                </a:lnTo>
                <a:lnTo>
                  <a:pt x="74140" y="60464"/>
                </a:lnTo>
                <a:lnTo>
                  <a:pt x="74140" y="24215"/>
                </a:lnTo>
                <a:lnTo>
                  <a:pt x="74360" y="59753"/>
                </a:lnTo>
                <a:lnTo>
                  <a:pt x="74556" y="59753"/>
                </a:lnTo>
                <a:lnTo>
                  <a:pt x="74556" y="20220"/>
                </a:lnTo>
                <a:lnTo>
                  <a:pt x="74752" y="51886"/>
                </a:lnTo>
                <a:lnTo>
                  <a:pt x="74850" y="51984"/>
                </a:lnTo>
                <a:lnTo>
                  <a:pt x="74973" y="51886"/>
                </a:lnTo>
                <a:lnTo>
                  <a:pt x="74973" y="19804"/>
                </a:lnTo>
                <a:lnTo>
                  <a:pt x="75169" y="54729"/>
                </a:lnTo>
                <a:lnTo>
                  <a:pt x="75365" y="54729"/>
                </a:lnTo>
                <a:lnTo>
                  <a:pt x="75365" y="25931"/>
                </a:lnTo>
                <a:lnTo>
                  <a:pt x="75586" y="60978"/>
                </a:lnTo>
                <a:lnTo>
                  <a:pt x="75684" y="61076"/>
                </a:lnTo>
                <a:lnTo>
                  <a:pt x="75782" y="60978"/>
                </a:lnTo>
                <a:lnTo>
                  <a:pt x="75782" y="29411"/>
                </a:lnTo>
                <a:lnTo>
                  <a:pt x="75978" y="62596"/>
                </a:lnTo>
                <a:cubicBezTo>
                  <a:pt x="75978" y="62694"/>
                  <a:pt x="76076" y="62694"/>
                  <a:pt x="76076" y="62694"/>
                </a:cubicBezTo>
                <a:cubicBezTo>
                  <a:pt x="76076" y="62694"/>
                  <a:pt x="76198" y="62694"/>
                  <a:pt x="76198" y="62596"/>
                </a:cubicBezTo>
                <a:lnTo>
                  <a:pt x="76198" y="26053"/>
                </a:lnTo>
                <a:lnTo>
                  <a:pt x="76394" y="56983"/>
                </a:lnTo>
                <a:lnTo>
                  <a:pt x="76492" y="57081"/>
                </a:lnTo>
                <a:lnTo>
                  <a:pt x="76590" y="56983"/>
                </a:lnTo>
                <a:lnTo>
                  <a:pt x="76590" y="21250"/>
                </a:lnTo>
                <a:lnTo>
                  <a:pt x="76811" y="56567"/>
                </a:lnTo>
                <a:cubicBezTo>
                  <a:pt x="76811" y="56689"/>
                  <a:pt x="76909" y="56689"/>
                  <a:pt x="76909" y="56689"/>
                </a:cubicBezTo>
                <a:cubicBezTo>
                  <a:pt x="76909" y="56689"/>
                  <a:pt x="77007" y="56689"/>
                  <a:pt x="77007" y="56567"/>
                </a:cubicBezTo>
                <a:lnTo>
                  <a:pt x="77007" y="22475"/>
                </a:lnTo>
                <a:lnTo>
                  <a:pt x="77203" y="57302"/>
                </a:lnTo>
                <a:cubicBezTo>
                  <a:pt x="77203" y="57400"/>
                  <a:pt x="77301" y="57400"/>
                  <a:pt x="77301" y="57400"/>
                </a:cubicBezTo>
                <a:cubicBezTo>
                  <a:pt x="77301" y="57400"/>
                  <a:pt x="77424" y="57400"/>
                  <a:pt x="77424" y="57302"/>
                </a:cubicBezTo>
                <a:lnTo>
                  <a:pt x="77424" y="24828"/>
                </a:lnTo>
                <a:lnTo>
                  <a:pt x="77620" y="58307"/>
                </a:lnTo>
                <a:lnTo>
                  <a:pt x="77816" y="58307"/>
                </a:lnTo>
                <a:lnTo>
                  <a:pt x="77816" y="29828"/>
                </a:lnTo>
                <a:lnTo>
                  <a:pt x="78036" y="62694"/>
                </a:lnTo>
                <a:lnTo>
                  <a:pt x="78233" y="62694"/>
                </a:lnTo>
                <a:lnTo>
                  <a:pt x="78233" y="20220"/>
                </a:lnTo>
                <a:lnTo>
                  <a:pt x="78429" y="52082"/>
                </a:lnTo>
                <a:cubicBezTo>
                  <a:pt x="78429" y="52180"/>
                  <a:pt x="78527" y="52180"/>
                  <a:pt x="78527" y="52180"/>
                </a:cubicBezTo>
                <a:cubicBezTo>
                  <a:pt x="78527" y="52180"/>
                  <a:pt x="78649" y="52180"/>
                  <a:pt x="78649" y="52082"/>
                </a:cubicBezTo>
                <a:lnTo>
                  <a:pt x="78649" y="23995"/>
                </a:lnTo>
                <a:lnTo>
                  <a:pt x="78845" y="62817"/>
                </a:lnTo>
                <a:cubicBezTo>
                  <a:pt x="78845" y="62915"/>
                  <a:pt x="78943" y="62915"/>
                  <a:pt x="78943" y="62915"/>
                </a:cubicBezTo>
                <a:cubicBezTo>
                  <a:pt x="78943" y="62915"/>
                  <a:pt x="79041" y="62915"/>
                  <a:pt x="79041" y="62817"/>
                </a:cubicBezTo>
                <a:lnTo>
                  <a:pt x="79041" y="21642"/>
                </a:lnTo>
                <a:lnTo>
                  <a:pt x="79262" y="57596"/>
                </a:lnTo>
                <a:lnTo>
                  <a:pt x="79360" y="57694"/>
                </a:lnTo>
                <a:lnTo>
                  <a:pt x="79458" y="57596"/>
                </a:lnTo>
                <a:lnTo>
                  <a:pt x="79458" y="26249"/>
                </a:lnTo>
                <a:lnTo>
                  <a:pt x="79654" y="57498"/>
                </a:lnTo>
                <a:cubicBezTo>
                  <a:pt x="79654" y="57596"/>
                  <a:pt x="79752" y="57596"/>
                  <a:pt x="79752" y="57596"/>
                </a:cubicBezTo>
                <a:cubicBezTo>
                  <a:pt x="79752" y="57596"/>
                  <a:pt x="79875" y="57596"/>
                  <a:pt x="79875" y="57498"/>
                </a:cubicBezTo>
                <a:lnTo>
                  <a:pt x="79875" y="19608"/>
                </a:lnTo>
                <a:lnTo>
                  <a:pt x="80071" y="55047"/>
                </a:lnTo>
                <a:cubicBezTo>
                  <a:pt x="80071" y="55145"/>
                  <a:pt x="80169" y="55145"/>
                  <a:pt x="80169" y="55145"/>
                </a:cubicBezTo>
                <a:cubicBezTo>
                  <a:pt x="80169" y="55145"/>
                  <a:pt x="80267" y="55145"/>
                  <a:pt x="80267" y="55047"/>
                </a:cubicBezTo>
                <a:lnTo>
                  <a:pt x="80267" y="26249"/>
                </a:lnTo>
                <a:lnTo>
                  <a:pt x="80487" y="62694"/>
                </a:lnTo>
                <a:cubicBezTo>
                  <a:pt x="80487" y="62817"/>
                  <a:pt x="80585" y="62817"/>
                  <a:pt x="80585" y="62817"/>
                </a:cubicBezTo>
                <a:lnTo>
                  <a:pt x="80683" y="62694"/>
                </a:lnTo>
                <a:lnTo>
                  <a:pt x="80683" y="28186"/>
                </a:lnTo>
                <a:lnTo>
                  <a:pt x="80879" y="62204"/>
                </a:lnTo>
                <a:lnTo>
                  <a:pt x="81100" y="62204"/>
                </a:lnTo>
                <a:lnTo>
                  <a:pt x="81100" y="23701"/>
                </a:lnTo>
                <a:lnTo>
                  <a:pt x="81296" y="55464"/>
                </a:lnTo>
                <a:lnTo>
                  <a:pt x="81492" y="55464"/>
                </a:lnTo>
                <a:lnTo>
                  <a:pt x="81492" y="21642"/>
                </a:lnTo>
                <a:lnTo>
                  <a:pt x="81713" y="60243"/>
                </a:lnTo>
                <a:lnTo>
                  <a:pt x="81909" y="60243"/>
                </a:lnTo>
                <a:lnTo>
                  <a:pt x="81909" y="21764"/>
                </a:lnTo>
                <a:lnTo>
                  <a:pt x="82105" y="56689"/>
                </a:lnTo>
                <a:cubicBezTo>
                  <a:pt x="82105" y="56787"/>
                  <a:pt x="82203" y="56787"/>
                  <a:pt x="82203" y="56787"/>
                </a:cubicBezTo>
                <a:cubicBezTo>
                  <a:pt x="82203" y="56787"/>
                  <a:pt x="82325" y="56787"/>
                  <a:pt x="82325" y="56689"/>
                </a:cubicBezTo>
                <a:lnTo>
                  <a:pt x="82325" y="24215"/>
                </a:lnTo>
                <a:lnTo>
                  <a:pt x="82522" y="61689"/>
                </a:lnTo>
                <a:cubicBezTo>
                  <a:pt x="82522" y="61787"/>
                  <a:pt x="82620" y="61787"/>
                  <a:pt x="82620" y="61787"/>
                </a:cubicBezTo>
                <a:cubicBezTo>
                  <a:pt x="82620" y="61787"/>
                  <a:pt x="82718" y="61787"/>
                  <a:pt x="82718" y="61689"/>
                </a:cubicBezTo>
                <a:lnTo>
                  <a:pt x="82718" y="24093"/>
                </a:lnTo>
                <a:lnTo>
                  <a:pt x="82938" y="54435"/>
                </a:lnTo>
                <a:lnTo>
                  <a:pt x="83036" y="54533"/>
                </a:lnTo>
                <a:lnTo>
                  <a:pt x="83134" y="54435"/>
                </a:lnTo>
                <a:lnTo>
                  <a:pt x="83134" y="21544"/>
                </a:lnTo>
                <a:lnTo>
                  <a:pt x="83330" y="54018"/>
                </a:lnTo>
                <a:lnTo>
                  <a:pt x="83551" y="54018"/>
                </a:lnTo>
                <a:lnTo>
                  <a:pt x="83551" y="27377"/>
                </a:lnTo>
                <a:lnTo>
                  <a:pt x="83747" y="55856"/>
                </a:lnTo>
                <a:lnTo>
                  <a:pt x="83845" y="55954"/>
                </a:lnTo>
                <a:lnTo>
                  <a:pt x="83943" y="55856"/>
                </a:lnTo>
                <a:lnTo>
                  <a:pt x="83943" y="26249"/>
                </a:lnTo>
                <a:lnTo>
                  <a:pt x="84164" y="64042"/>
                </a:lnTo>
                <a:lnTo>
                  <a:pt x="84262" y="64140"/>
                </a:lnTo>
                <a:lnTo>
                  <a:pt x="84360" y="64042"/>
                </a:lnTo>
                <a:lnTo>
                  <a:pt x="84360" y="27058"/>
                </a:lnTo>
                <a:lnTo>
                  <a:pt x="84556" y="62400"/>
                </a:lnTo>
                <a:cubicBezTo>
                  <a:pt x="84556" y="62498"/>
                  <a:pt x="84654" y="62498"/>
                  <a:pt x="84654" y="62498"/>
                </a:cubicBezTo>
                <a:cubicBezTo>
                  <a:pt x="84654" y="62498"/>
                  <a:pt x="84776" y="62498"/>
                  <a:pt x="84776" y="62400"/>
                </a:cubicBezTo>
                <a:lnTo>
                  <a:pt x="84776" y="24926"/>
                </a:lnTo>
                <a:lnTo>
                  <a:pt x="84972" y="57694"/>
                </a:lnTo>
                <a:lnTo>
                  <a:pt x="85070" y="57792"/>
                </a:lnTo>
                <a:lnTo>
                  <a:pt x="85169" y="57694"/>
                </a:lnTo>
                <a:lnTo>
                  <a:pt x="85169" y="27058"/>
                </a:lnTo>
                <a:lnTo>
                  <a:pt x="85389" y="55047"/>
                </a:lnTo>
                <a:lnTo>
                  <a:pt x="85585" y="55047"/>
                </a:lnTo>
                <a:lnTo>
                  <a:pt x="85585" y="24607"/>
                </a:lnTo>
                <a:lnTo>
                  <a:pt x="85781" y="62817"/>
                </a:lnTo>
                <a:lnTo>
                  <a:pt x="85879" y="62915"/>
                </a:lnTo>
                <a:lnTo>
                  <a:pt x="86002" y="62817"/>
                </a:lnTo>
                <a:lnTo>
                  <a:pt x="86002" y="22573"/>
                </a:lnTo>
                <a:lnTo>
                  <a:pt x="86198" y="60562"/>
                </a:lnTo>
                <a:cubicBezTo>
                  <a:pt x="86198" y="60660"/>
                  <a:pt x="86296" y="60660"/>
                  <a:pt x="86296" y="60660"/>
                </a:cubicBezTo>
                <a:cubicBezTo>
                  <a:pt x="86296" y="60660"/>
                  <a:pt x="86394" y="60660"/>
                  <a:pt x="86394" y="60562"/>
                </a:cubicBezTo>
                <a:lnTo>
                  <a:pt x="86394" y="26666"/>
                </a:lnTo>
                <a:lnTo>
                  <a:pt x="86615" y="60047"/>
                </a:lnTo>
                <a:lnTo>
                  <a:pt x="86811" y="60047"/>
                </a:lnTo>
                <a:lnTo>
                  <a:pt x="86811" y="23284"/>
                </a:lnTo>
                <a:lnTo>
                  <a:pt x="87007" y="61174"/>
                </a:lnTo>
                <a:cubicBezTo>
                  <a:pt x="87007" y="61272"/>
                  <a:pt x="87105" y="61272"/>
                  <a:pt x="87105" y="61272"/>
                </a:cubicBezTo>
                <a:cubicBezTo>
                  <a:pt x="87105" y="61272"/>
                  <a:pt x="87227" y="61272"/>
                  <a:pt x="87227" y="61174"/>
                </a:cubicBezTo>
                <a:lnTo>
                  <a:pt x="87227" y="24313"/>
                </a:lnTo>
                <a:lnTo>
                  <a:pt x="87423" y="59238"/>
                </a:lnTo>
                <a:cubicBezTo>
                  <a:pt x="87423" y="59336"/>
                  <a:pt x="87521" y="59336"/>
                  <a:pt x="87521" y="59336"/>
                </a:cubicBezTo>
                <a:cubicBezTo>
                  <a:pt x="87521" y="59336"/>
                  <a:pt x="87619" y="59336"/>
                  <a:pt x="87619" y="59238"/>
                </a:cubicBezTo>
                <a:lnTo>
                  <a:pt x="87619" y="23602"/>
                </a:lnTo>
                <a:lnTo>
                  <a:pt x="87840" y="52278"/>
                </a:lnTo>
                <a:cubicBezTo>
                  <a:pt x="87840" y="52400"/>
                  <a:pt x="87938" y="52400"/>
                  <a:pt x="87938" y="52400"/>
                </a:cubicBezTo>
                <a:cubicBezTo>
                  <a:pt x="87938" y="52400"/>
                  <a:pt x="88036" y="52400"/>
                  <a:pt x="88036" y="52278"/>
                </a:cubicBezTo>
                <a:lnTo>
                  <a:pt x="88036" y="29411"/>
                </a:lnTo>
                <a:lnTo>
                  <a:pt x="88232" y="61272"/>
                </a:lnTo>
                <a:cubicBezTo>
                  <a:pt x="88232" y="61370"/>
                  <a:pt x="88330" y="61370"/>
                  <a:pt x="88330" y="61370"/>
                </a:cubicBezTo>
                <a:cubicBezTo>
                  <a:pt x="88330" y="61370"/>
                  <a:pt x="88453" y="61370"/>
                  <a:pt x="88453" y="61272"/>
                </a:cubicBezTo>
                <a:lnTo>
                  <a:pt x="88453" y="26544"/>
                </a:lnTo>
                <a:lnTo>
                  <a:pt x="88649" y="58626"/>
                </a:lnTo>
                <a:cubicBezTo>
                  <a:pt x="88649" y="58724"/>
                  <a:pt x="88747" y="58724"/>
                  <a:pt x="88747" y="58724"/>
                </a:cubicBezTo>
                <a:cubicBezTo>
                  <a:pt x="88747" y="58724"/>
                  <a:pt x="88845" y="58724"/>
                  <a:pt x="88845" y="58626"/>
                </a:cubicBezTo>
                <a:lnTo>
                  <a:pt x="88845" y="27156"/>
                </a:lnTo>
                <a:lnTo>
                  <a:pt x="89065" y="56273"/>
                </a:lnTo>
                <a:cubicBezTo>
                  <a:pt x="89065" y="56371"/>
                  <a:pt x="89163" y="56371"/>
                  <a:pt x="89163" y="56371"/>
                </a:cubicBezTo>
                <a:cubicBezTo>
                  <a:pt x="89163" y="56371"/>
                  <a:pt x="89261" y="56371"/>
                  <a:pt x="89261" y="56273"/>
                </a:cubicBezTo>
                <a:lnTo>
                  <a:pt x="89261" y="23088"/>
                </a:lnTo>
                <a:lnTo>
                  <a:pt x="89458" y="55856"/>
                </a:lnTo>
                <a:cubicBezTo>
                  <a:pt x="89458" y="55954"/>
                  <a:pt x="89556" y="55954"/>
                  <a:pt x="89556" y="55954"/>
                </a:cubicBezTo>
                <a:cubicBezTo>
                  <a:pt x="89556" y="55954"/>
                  <a:pt x="89678" y="55954"/>
                  <a:pt x="89678" y="55856"/>
                </a:cubicBezTo>
                <a:lnTo>
                  <a:pt x="89678" y="28088"/>
                </a:lnTo>
                <a:lnTo>
                  <a:pt x="89874" y="60660"/>
                </a:lnTo>
                <a:cubicBezTo>
                  <a:pt x="89874" y="60758"/>
                  <a:pt x="89972" y="60758"/>
                  <a:pt x="89972" y="60758"/>
                </a:cubicBezTo>
                <a:cubicBezTo>
                  <a:pt x="89972" y="60758"/>
                  <a:pt x="90070" y="60758"/>
                  <a:pt x="90070" y="60660"/>
                </a:cubicBezTo>
                <a:lnTo>
                  <a:pt x="90070" y="19608"/>
                </a:lnTo>
                <a:lnTo>
                  <a:pt x="90291" y="54435"/>
                </a:lnTo>
                <a:cubicBezTo>
                  <a:pt x="90291" y="54533"/>
                  <a:pt x="90389" y="54533"/>
                  <a:pt x="90389" y="54533"/>
                </a:cubicBezTo>
                <a:cubicBezTo>
                  <a:pt x="90389" y="54533"/>
                  <a:pt x="90487" y="54533"/>
                  <a:pt x="90487" y="54435"/>
                </a:cubicBezTo>
                <a:lnTo>
                  <a:pt x="90487" y="26666"/>
                </a:lnTo>
                <a:lnTo>
                  <a:pt x="90683" y="64140"/>
                </a:lnTo>
                <a:lnTo>
                  <a:pt x="90904" y="64140"/>
                </a:lnTo>
                <a:lnTo>
                  <a:pt x="90904" y="22058"/>
                </a:lnTo>
                <a:lnTo>
                  <a:pt x="91100" y="59336"/>
                </a:lnTo>
                <a:cubicBezTo>
                  <a:pt x="91100" y="59434"/>
                  <a:pt x="91198" y="59434"/>
                  <a:pt x="91198" y="59434"/>
                </a:cubicBezTo>
                <a:cubicBezTo>
                  <a:pt x="91198" y="59434"/>
                  <a:pt x="91296" y="59434"/>
                  <a:pt x="91296" y="59336"/>
                </a:cubicBezTo>
                <a:lnTo>
                  <a:pt x="91296" y="25833"/>
                </a:lnTo>
                <a:lnTo>
                  <a:pt x="91516" y="54949"/>
                </a:lnTo>
                <a:lnTo>
                  <a:pt x="91712" y="54949"/>
                </a:lnTo>
                <a:lnTo>
                  <a:pt x="91712" y="28186"/>
                </a:lnTo>
                <a:lnTo>
                  <a:pt x="91908" y="60047"/>
                </a:lnTo>
                <a:cubicBezTo>
                  <a:pt x="91908" y="60145"/>
                  <a:pt x="92006" y="60145"/>
                  <a:pt x="92006" y="60145"/>
                </a:cubicBezTo>
                <a:cubicBezTo>
                  <a:pt x="92006" y="60145"/>
                  <a:pt x="92129" y="60145"/>
                  <a:pt x="92129" y="60047"/>
                </a:cubicBezTo>
                <a:lnTo>
                  <a:pt x="92129" y="26862"/>
                </a:lnTo>
                <a:lnTo>
                  <a:pt x="92325" y="60978"/>
                </a:lnTo>
                <a:cubicBezTo>
                  <a:pt x="92325" y="61076"/>
                  <a:pt x="92423" y="61076"/>
                  <a:pt x="92423" y="61076"/>
                </a:cubicBezTo>
                <a:cubicBezTo>
                  <a:pt x="92423" y="61076"/>
                  <a:pt x="92521" y="61076"/>
                  <a:pt x="92521" y="60978"/>
                </a:cubicBezTo>
                <a:lnTo>
                  <a:pt x="92521" y="23186"/>
                </a:lnTo>
                <a:lnTo>
                  <a:pt x="92742" y="53405"/>
                </a:lnTo>
                <a:cubicBezTo>
                  <a:pt x="92742" y="53503"/>
                  <a:pt x="92840" y="53503"/>
                  <a:pt x="92840" y="53503"/>
                </a:cubicBezTo>
                <a:cubicBezTo>
                  <a:pt x="92840" y="53503"/>
                  <a:pt x="92938" y="53503"/>
                  <a:pt x="92938" y="53405"/>
                </a:cubicBezTo>
                <a:lnTo>
                  <a:pt x="92938" y="21152"/>
                </a:lnTo>
                <a:lnTo>
                  <a:pt x="93134" y="59532"/>
                </a:lnTo>
                <a:cubicBezTo>
                  <a:pt x="93134" y="59630"/>
                  <a:pt x="93232" y="59630"/>
                  <a:pt x="93232" y="59630"/>
                </a:cubicBezTo>
                <a:cubicBezTo>
                  <a:pt x="93232" y="59630"/>
                  <a:pt x="93354" y="59630"/>
                  <a:pt x="93354" y="59532"/>
                </a:cubicBezTo>
                <a:lnTo>
                  <a:pt x="93354" y="23897"/>
                </a:lnTo>
                <a:lnTo>
                  <a:pt x="93551" y="62915"/>
                </a:lnTo>
                <a:lnTo>
                  <a:pt x="93649" y="63013"/>
                </a:lnTo>
                <a:lnTo>
                  <a:pt x="93747" y="62915"/>
                </a:lnTo>
                <a:lnTo>
                  <a:pt x="93747" y="21250"/>
                </a:lnTo>
                <a:lnTo>
                  <a:pt x="93967" y="52082"/>
                </a:lnTo>
                <a:cubicBezTo>
                  <a:pt x="93967" y="52180"/>
                  <a:pt x="94065" y="52180"/>
                  <a:pt x="94065" y="52180"/>
                </a:cubicBezTo>
                <a:cubicBezTo>
                  <a:pt x="94065" y="52180"/>
                  <a:pt x="94163" y="52180"/>
                  <a:pt x="94163" y="52082"/>
                </a:cubicBezTo>
                <a:lnTo>
                  <a:pt x="94163" y="22671"/>
                </a:lnTo>
                <a:lnTo>
                  <a:pt x="94359" y="57792"/>
                </a:lnTo>
                <a:cubicBezTo>
                  <a:pt x="94359" y="57915"/>
                  <a:pt x="94457" y="57915"/>
                  <a:pt x="94457" y="57915"/>
                </a:cubicBezTo>
                <a:cubicBezTo>
                  <a:pt x="94457" y="57915"/>
                  <a:pt x="94580" y="57915"/>
                  <a:pt x="94580" y="57792"/>
                </a:cubicBezTo>
                <a:lnTo>
                  <a:pt x="94580" y="24313"/>
                </a:lnTo>
                <a:lnTo>
                  <a:pt x="94776" y="54336"/>
                </a:lnTo>
                <a:cubicBezTo>
                  <a:pt x="94776" y="54435"/>
                  <a:pt x="94874" y="54435"/>
                  <a:pt x="94874" y="54435"/>
                </a:cubicBezTo>
                <a:cubicBezTo>
                  <a:pt x="94874" y="54435"/>
                  <a:pt x="94972" y="54435"/>
                  <a:pt x="94972" y="54336"/>
                </a:cubicBezTo>
                <a:lnTo>
                  <a:pt x="94972" y="25318"/>
                </a:lnTo>
                <a:lnTo>
                  <a:pt x="95193" y="61076"/>
                </a:lnTo>
                <a:lnTo>
                  <a:pt x="95389" y="61076"/>
                </a:lnTo>
                <a:lnTo>
                  <a:pt x="95389" y="23602"/>
                </a:lnTo>
                <a:lnTo>
                  <a:pt x="95585" y="53111"/>
                </a:lnTo>
                <a:cubicBezTo>
                  <a:pt x="95585" y="53209"/>
                  <a:pt x="95683" y="53209"/>
                  <a:pt x="95683" y="53209"/>
                </a:cubicBezTo>
                <a:cubicBezTo>
                  <a:pt x="95683" y="53209"/>
                  <a:pt x="95805" y="53209"/>
                  <a:pt x="95805" y="53111"/>
                </a:cubicBezTo>
                <a:lnTo>
                  <a:pt x="95805" y="22769"/>
                </a:lnTo>
                <a:lnTo>
                  <a:pt x="96001" y="51567"/>
                </a:lnTo>
                <a:cubicBezTo>
                  <a:pt x="96001" y="51665"/>
                  <a:pt x="96099" y="51665"/>
                  <a:pt x="96099" y="51665"/>
                </a:cubicBezTo>
                <a:cubicBezTo>
                  <a:pt x="96099" y="51665"/>
                  <a:pt x="96197" y="51665"/>
                  <a:pt x="96197" y="51567"/>
                </a:cubicBezTo>
                <a:lnTo>
                  <a:pt x="96197" y="26151"/>
                </a:lnTo>
                <a:lnTo>
                  <a:pt x="96418" y="55758"/>
                </a:lnTo>
                <a:cubicBezTo>
                  <a:pt x="96418" y="55856"/>
                  <a:pt x="96516" y="55856"/>
                  <a:pt x="96516" y="55856"/>
                </a:cubicBezTo>
                <a:cubicBezTo>
                  <a:pt x="96516" y="55856"/>
                  <a:pt x="96614" y="55856"/>
                  <a:pt x="96614" y="55758"/>
                </a:cubicBezTo>
                <a:lnTo>
                  <a:pt x="96614" y="24607"/>
                </a:lnTo>
                <a:lnTo>
                  <a:pt x="96810" y="61885"/>
                </a:lnTo>
                <a:lnTo>
                  <a:pt x="96908" y="61983"/>
                </a:lnTo>
                <a:lnTo>
                  <a:pt x="97031" y="61885"/>
                </a:lnTo>
                <a:lnTo>
                  <a:pt x="97031" y="24509"/>
                </a:lnTo>
                <a:lnTo>
                  <a:pt x="97227" y="52596"/>
                </a:lnTo>
                <a:lnTo>
                  <a:pt x="97325" y="52694"/>
                </a:lnTo>
                <a:lnTo>
                  <a:pt x="97423" y="52596"/>
                </a:lnTo>
                <a:lnTo>
                  <a:pt x="97423" y="26666"/>
                </a:lnTo>
                <a:lnTo>
                  <a:pt x="97643" y="56371"/>
                </a:lnTo>
                <a:cubicBezTo>
                  <a:pt x="97643" y="56469"/>
                  <a:pt x="97742" y="56469"/>
                  <a:pt x="97742" y="56469"/>
                </a:cubicBezTo>
                <a:cubicBezTo>
                  <a:pt x="97742" y="56469"/>
                  <a:pt x="97840" y="56469"/>
                  <a:pt x="97840" y="56371"/>
                </a:cubicBezTo>
                <a:lnTo>
                  <a:pt x="97840" y="26053"/>
                </a:lnTo>
                <a:lnTo>
                  <a:pt x="98036" y="52400"/>
                </a:lnTo>
                <a:cubicBezTo>
                  <a:pt x="98036" y="52498"/>
                  <a:pt x="98134" y="52498"/>
                  <a:pt x="98134" y="52498"/>
                </a:cubicBezTo>
                <a:cubicBezTo>
                  <a:pt x="98134" y="52498"/>
                  <a:pt x="98256" y="52498"/>
                  <a:pt x="98256" y="52400"/>
                </a:cubicBezTo>
                <a:lnTo>
                  <a:pt x="98256" y="21250"/>
                </a:lnTo>
                <a:lnTo>
                  <a:pt x="98452" y="53111"/>
                </a:lnTo>
                <a:cubicBezTo>
                  <a:pt x="98452" y="53209"/>
                  <a:pt x="98550" y="53209"/>
                  <a:pt x="98550" y="53209"/>
                </a:cubicBezTo>
                <a:cubicBezTo>
                  <a:pt x="98550" y="53209"/>
                  <a:pt x="98648" y="53209"/>
                  <a:pt x="98648" y="53111"/>
                </a:cubicBezTo>
                <a:lnTo>
                  <a:pt x="98648" y="22377"/>
                </a:lnTo>
                <a:lnTo>
                  <a:pt x="98869" y="62204"/>
                </a:lnTo>
                <a:lnTo>
                  <a:pt x="98967" y="62302"/>
                </a:lnTo>
                <a:lnTo>
                  <a:pt x="99065" y="62204"/>
                </a:lnTo>
                <a:lnTo>
                  <a:pt x="99065" y="18578"/>
                </a:lnTo>
                <a:lnTo>
                  <a:pt x="99261" y="52278"/>
                </a:lnTo>
                <a:lnTo>
                  <a:pt x="99359" y="52400"/>
                </a:lnTo>
                <a:lnTo>
                  <a:pt x="99482" y="52278"/>
                </a:lnTo>
                <a:lnTo>
                  <a:pt x="99482" y="20416"/>
                </a:lnTo>
                <a:lnTo>
                  <a:pt x="99678" y="56885"/>
                </a:lnTo>
                <a:cubicBezTo>
                  <a:pt x="99678" y="56983"/>
                  <a:pt x="99776" y="56983"/>
                  <a:pt x="99776" y="56983"/>
                </a:cubicBezTo>
                <a:cubicBezTo>
                  <a:pt x="99776" y="56983"/>
                  <a:pt x="99874" y="56983"/>
                  <a:pt x="99874" y="56885"/>
                </a:cubicBezTo>
                <a:lnTo>
                  <a:pt x="99874" y="23995"/>
                </a:lnTo>
                <a:lnTo>
                  <a:pt x="100094" y="52400"/>
                </a:lnTo>
                <a:cubicBezTo>
                  <a:pt x="100094" y="52498"/>
                  <a:pt x="100192" y="52498"/>
                  <a:pt x="100192" y="52498"/>
                </a:cubicBezTo>
                <a:cubicBezTo>
                  <a:pt x="100192" y="52498"/>
                  <a:pt x="100290" y="52498"/>
                  <a:pt x="100290" y="52400"/>
                </a:cubicBezTo>
                <a:lnTo>
                  <a:pt x="100290" y="23480"/>
                </a:lnTo>
                <a:lnTo>
                  <a:pt x="100486" y="64434"/>
                </a:lnTo>
                <a:lnTo>
                  <a:pt x="100707" y="64434"/>
                </a:lnTo>
                <a:lnTo>
                  <a:pt x="100707" y="21348"/>
                </a:lnTo>
                <a:lnTo>
                  <a:pt x="100903" y="52498"/>
                </a:lnTo>
                <a:cubicBezTo>
                  <a:pt x="100903" y="52596"/>
                  <a:pt x="101001" y="52596"/>
                  <a:pt x="101001" y="52596"/>
                </a:cubicBezTo>
                <a:cubicBezTo>
                  <a:pt x="101001" y="52596"/>
                  <a:pt x="101099" y="52596"/>
                  <a:pt x="101099" y="52498"/>
                </a:cubicBezTo>
                <a:lnTo>
                  <a:pt x="101099" y="24926"/>
                </a:lnTo>
                <a:lnTo>
                  <a:pt x="101320" y="61370"/>
                </a:lnTo>
                <a:cubicBezTo>
                  <a:pt x="101320" y="61469"/>
                  <a:pt x="101418" y="61469"/>
                  <a:pt x="101418" y="61469"/>
                </a:cubicBezTo>
                <a:cubicBezTo>
                  <a:pt x="101418" y="61469"/>
                  <a:pt x="101516" y="61469"/>
                  <a:pt x="101516" y="61370"/>
                </a:cubicBezTo>
                <a:lnTo>
                  <a:pt x="101516" y="26445"/>
                </a:lnTo>
                <a:lnTo>
                  <a:pt x="101712" y="64336"/>
                </a:lnTo>
                <a:lnTo>
                  <a:pt x="101810" y="64434"/>
                </a:lnTo>
                <a:lnTo>
                  <a:pt x="101933" y="64336"/>
                </a:lnTo>
                <a:lnTo>
                  <a:pt x="101933" y="20318"/>
                </a:lnTo>
                <a:lnTo>
                  <a:pt x="102129" y="56983"/>
                </a:lnTo>
                <a:cubicBezTo>
                  <a:pt x="102129" y="57081"/>
                  <a:pt x="102227" y="57081"/>
                  <a:pt x="102227" y="57081"/>
                </a:cubicBezTo>
                <a:cubicBezTo>
                  <a:pt x="102227" y="57081"/>
                  <a:pt x="102325" y="57081"/>
                  <a:pt x="102325" y="56983"/>
                </a:cubicBezTo>
                <a:lnTo>
                  <a:pt x="102325" y="22867"/>
                </a:lnTo>
                <a:lnTo>
                  <a:pt x="102545" y="54533"/>
                </a:lnTo>
                <a:cubicBezTo>
                  <a:pt x="102545" y="54631"/>
                  <a:pt x="102643" y="54631"/>
                  <a:pt x="102643" y="54631"/>
                </a:cubicBezTo>
                <a:cubicBezTo>
                  <a:pt x="102643" y="54631"/>
                  <a:pt x="102741" y="54631"/>
                  <a:pt x="102741" y="54533"/>
                </a:cubicBezTo>
                <a:lnTo>
                  <a:pt x="102741" y="27156"/>
                </a:lnTo>
                <a:lnTo>
                  <a:pt x="102937" y="61272"/>
                </a:lnTo>
                <a:cubicBezTo>
                  <a:pt x="102937" y="61370"/>
                  <a:pt x="103035" y="61370"/>
                  <a:pt x="103035" y="61370"/>
                </a:cubicBezTo>
                <a:cubicBezTo>
                  <a:pt x="103035" y="61370"/>
                  <a:pt x="103158" y="61370"/>
                  <a:pt x="103158" y="61272"/>
                </a:cubicBezTo>
                <a:lnTo>
                  <a:pt x="103158" y="27990"/>
                </a:lnTo>
                <a:lnTo>
                  <a:pt x="103354" y="63723"/>
                </a:lnTo>
                <a:cubicBezTo>
                  <a:pt x="103354" y="63821"/>
                  <a:pt x="103452" y="63821"/>
                  <a:pt x="103452" y="63821"/>
                </a:cubicBezTo>
                <a:cubicBezTo>
                  <a:pt x="103452" y="63821"/>
                  <a:pt x="103550" y="63821"/>
                  <a:pt x="103550" y="63723"/>
                </a:cubicBezTo>
                <a:lnTo>
                  <a:pt x="103550" y="24215"/>
                </a:lnTo>
                <a:lnTo>
                  <a:pt x="103771" y="55047"/>
                </a:lnTo>
                <a:cubicBezTo>
                  <a:pt x="103771" y="55145"/>
                  <a:pt x="103869" y="55145"/>
                  <a:pt x="103869" y="55145"/>
                </a:cubicBezTo>
                <a:cubicBezTo>
                  <a:pt x="103869" y="55145"/>
                  <a:pt x="103967" y="55145"/>
                  <a:pt x="103967" y="55047"/>
                </a:cubicBezTo>
                <a:lnTo>
                  <a:pt x="103967" y="19804"/>
                </a:lnTo>
                <a:lnTo>
                  <a:pt x="104163" y="53111"/>
                </a:lnTo>
                <a:lnTo>
                  <a:pt x="104383" y="53111"/>
                </a:lnTo>
                <a:lnTo>
                  <a:pt x="104383" y="27671"/>
                </a:lnTo>
                <a:lnTo>
                  <a:pt x="104579" y="61174"/>
                </a:lnTo>
                <a:cubicBezTo>
                  <a:pt x="104579" y="61272"/>
                  <a:pt x="104677" y="61272"/>
                  <a:pt x="104677" y="61272"/>
                </a:cubicBezTo>
                <a:cubicBezTo>
                  <a:pt x="104677" y="61272"/>
                  <a:pt x="104776" y="61272"/>
                  <a:pt x="104776" y="61174"/>
                </a:cubicBezTo>
                <a:lnTo>
                  <a:pt x="104776" y="25441"/>
                </a:lnTo>
                <a:lnTo>
                  <a:pt x="104996" y="53013"/>
                </a:lnTo>
                <a:cubicBezTo>
                  <a:pt x="104996" y="53111"/>
                  <a:pt x="105094" y="53111"/>
                  <a:pt x="105094" y="53111"/>
                </a:cubicBezTo>
                <a:cubicBezTo>
                  <a:pt x="105094" y="53111"/>
                  <a:pt x="105192" y="53111"/>
                  <a:pt x="105192" y="53013"/>
                </a:cubicBezTo>
                <a:lnTo>
                  <a:pt x="105192" y="27156"/>
                </a:lnTo>
                <a:lnTo>
                  <a:pt x="105388" y="57596"/>
                </a:lnTo>
                <a:lnTo>
                  <a:pt x="105486" y="57694"/>
                </a:lnTo>
                <a:lnTo>
                  <a:pt x="105609" y="57596"/>
                </a:lnTo>
                <a:lnTo>
                  <a:pt x="105609" y="28602"/>
                </a:lnTo>
                <a:lnTo>
                  <a:pt x="105805" y="63209"/>
                </a:lnTo>
                <a:lnTo>
                  <a:pt x="105903" y="63307"/>
                </a:lnTo>
                <a:lnTo>
                  <a:pt x="106001" y="63209"/>
                </a:lnTo>
                <a:lnTo>
                  <a:pt x="106001" y="24705"/>
                </a:lnTo>
                <a:lnTo>
                  <a:pt x="106222" y="61885"/>
                </a:lnTo>
                <a:lnTo>
                  <a:pt x="106320" y="61983"/>
                </a:lnTo>
                <a:lnTo>
                  <a:pt x="106418" y="61885"/>
                </a:lnTo>
                <a:lnTo>
                  <a:pt x="106418" y="22990"/>
                </a:lnTo>
                <a:lnTo>
                  <a:pt x="106614" y="54533"/>
                </a:lnTo>
                <a:lnTo>
                  <a:pt x="106834" y="54533"/>
                </a:lnTo>
                <a:lnTo>
                  <a:pt x="106834" y="23186"/>
                </a:lnTo>
                <a:lnTo>
                  <a:pt x="107030" y="57400"/>
                </a:lnTo>
                <a:lnTo>
                  <a:pt x="107128" y="57498"/>
                </a:lnTo>
                <a:lnTo>
                  <a:pt x="107226" y="57400"/>
                </a:lnTo>
                <a:lnTo>
                  <a:pt x="107226" y="20416"/>
                </a:lnTo>
                <a:lnTo>
                  <a:pt x="107447" y="57596"/>
                </a:lnTo>
                <a:cubicBezTo>
                  <a:pt x="107447" y="57694"/>
                  <a:pt x="107545" y="57694"/>
                  <a:pt x="107545" y="57694"/>
                </a:cubicBezTo>
                <a:cubicBezTo>
                  <a:pt x="107545" y="57694"/>
                  <a:pt x="107643" y="57694"/>
                  <a:pt x="107643" y="57596"/>
                </a:cubicBezTo>
                <a:lnTo>
                  <a:pt x="107643" y="25735"/>
                </a:lnTo>
                <a:lnTo>
                  <a:pt x="107839" y="57915"/>
                </a:lnTo>
                <a:cubicBezTo>
                  <a:pt x="107839" y="58013"/>
                  <a:pt x="107937" y="58013"/>
                  <a:pt x="107937" y="58013"/>
                </a:cubicBezTo>
                <a:cubicBezTo>
                  <a:pt x="107937" y="58013"/>
                  <a:pt x="108060" y="58013"/>
                  <a:pt x="108060" y="57915"/>
                </a:cubicBezTo>
                <a:lnTo>
                  <a:pt x="108060" y="25539"/>
                </a:lnTo>
                <a:lnTo>
                  <a:pt x="108256" y="60464"/>
                </a:lnTo>
                <a:cubicBezTo>
                  <a:pt x="108256" y="60562"/>
                  <a:pt x="108354" y="60562"/>
                  <a:pt x="108354" y="60562"/>
                </a:cubicBezTo>
                <a:cubicBezTo>
                  <a:pt x="108354" y="60562"/>
                  <a:pt x="108452" y="60562"/>
                  <a:pt x="108452" y="60464"/>
                </a:cubicBezTo>
                <a:lnTo>
                  <a:pt x="108452" y="23284"/>
                </a:lnTo>
                <a:lnTo>
                  <a:pt x="108672" y="62817"/>
                </a:lnTo>
                <a:cubicBezTo>
                  <a:pt x="108672" y="62915"/>
                  <a:pt x="108770" y="62915"/>
                  <a:pt x="108770" y="62915"/>
                </a:cubicBezTo>
                <a:cubicBezTo>
                  <a:pt x="108770" y="62915"/>
                  <a:pt x="108868" y="62915"/>
                  <a:pt x="108868" y="62817"/>
                </a:cubicBezTo>
                <a:lnTo>
                  <a:pt x="108868" y="25735"/>
                </a:lnTo>
                <a:lnTo>
                  <a:pt x="109065" y="60243"/>
                </a:lnTo>
                <a:lnTo>
                  <a:pt x="109163" y="60366"/>
                </a:lnTo>
                <a:lnTo>
                  <a:pt x="109285" y="60243"/>
                </a:lnTo>
                <a:lnTo>
                  <a:pt x="109285" y="27377"/>
                </a:lnTo>
                <a:lnTo>
                  <a:pt x="109481" y="56983"/>
                </a:lnTo>
                <a:cubicBezTo>
                  <a:pt x="109481" y="57081"/>
                  <a:pt x="109579" y="57081"/>
                  <a:pt x="109579" y="57081"/>
                </a:cubicBezTo>
                <a:cubicBezTo>
                  <a:pt x="109579" y="57081"/>
                  <a:pt x="109677" y="57081"/>
                  <a:pt x="109677" y="56983"/>
                </a:cubicBezTo>
                <a:lnTo>
                  <a:pt x="109677" y="22573"/>
                </a:lnTo>
                <a:lnTo>
                  <a:pt x="109898" y="59336"/>
                </a:lnTo>
                <a:cubicBezTo>
                  <a:pt x="109898" y="59434"/>
                  <a:pt x="109996" y="59434"/>
                  <a:pt x="109996" y="59434"/>
                </a:cubicBezTo>
                <a:cubicBezTo>
                  <a:pt x="109996" y="59434"/>
                  <a:pt x="110094" y="59434"/>
                  <a:pt x="110094" y="59336"/>
                </a:cubicBezTo>
                <a:lnTo>
                  <a:pt x="110094" y="23382"/>
                </a:lnTo>
                <a:lnTo>
                  <a:pt x="110290" y="56273"/>
                </a:lnTo>
                <a:cubicBezTo>
                  <a:pt x="110290" y="56371"/>
                  <a:pt x="110388" y="56371"/>
                  <a:pt x="110388" y="56371"/>
                </a:cubicBezTo>
                <a:cubicBezTo>
                  <a:pt x="110388" y="56371"/>
                  <a:pt x="110511" y="56371"/>
                  <a:pt x="110511" y="56273"/>
                </a:cubicBezTo>
                <a:lnTo>
                  <a:pt x="110511" y="28382"/>
                </a:lnTo>
                <a:lnTo>
                  <a:pt x="110707" y="56689"/>
                </a:lnTo>
                <a:cubicBezTo>
                  <a:pt x="110707" y="56787"/>
                  <a:pt x="110805" y="56787"/>
                  <a:pt x="110805" y="56787"/>
                </a:cubicBezTo>
                <a:cubicBezTo>
                  <a:pt x="110805" y="56787"/>
                  <a:pt x="110903" y="56787"/>
                  <a:pt x="110903" y="56689"/>
                </a:cubicBezTo>
                <a:lnTo>
                  <a:pt x="110903" y="24215"/>
                </a:lnTo>
                <a:lnTo>
                  <a:pt x="111123" y="60856"/>
                </a:lnTo>
                <a:lnTo>
                  <a:pt x="111221" y="60978"/>
                </a:lnTo>
                <a:lnTo>
                  <a:pt x="111319" y="60856"/>
                </a:lnTo>
                <a:lnTo>
                  <a:pt x="111319" y="21764"/>
                </a:lnTo>
                <a:lnTo>
                  <a:pt x="111515" y="56567"/>
                </a:lnTo>
                <a:cubicBezTo>
                  <a:pt x="111515" y="56689"/>
                  <a:pt x="111613" y="56689"/>
                  <a:pt x="111613" y="56689"/>
                </a:cubicBezTo>
                <a:cubicBezTo>
                  <a:pt x="111613" y="56689"/>
                  <a:pt x="111736" y="56689"/>
                  <a:pt x="111736" y="56567"/>
                </a:cubicBezTo>
                <a:lnTo>
                  <a:pt x="111736" y="25735"/>
                </a:lnTo>
                <a:lnTo>
                  <a:pt x="111932" y="63013"/>
                </a:lnTo>
                <a:cubicBezTo>
                  <a:pt x="111932" y="63111"/>
                  <a:pt x="112030" y="63111"/>
                  <a:pt x="112030" y="63111"/>
                </a:cubicBezTo>
                <a:cubicBezTo>
                  <a:pt x="112030" y="63111"/>
                  <a:pt x="112128" y="63111"/>
                  <a:pt x="112128" y="63013"/>
                </a:cubicBezTo>
                <a:lnTo>
                  <a:pt x="112128" y="20122"/>
                </a:lnTo>
                <a:lnTo>
                  <a:pt x="112349" y="54851"/>
                </a:lnTo>
                <a:lnTo>
                  <a:pt x="112545" y="54851"/>
                </a:lnTo>
                <a:lnTo>
                  <a:pt x="112545" y="26764"/>
                </a:lnTo>
                <a:lnTo>
                  <a:pt x="112741" y="57498"/>
                </a:lnTo>
                <a:lnTo>
                  <a:pt x="112961" y="57498"/>
                </a:lnTo>
                <a:lnTo>
                  <a:pt x="112961" y="21862"/>
                </a:lnTo>
                <a:lnTo>
                  <a:pt x="113158" y="55341"/>
                </a:lnTo>
                <a:lnTo>
                  <a:pt x="113354" y="55341"/>
                </a:lnTo>
                <a:lnTo>
                  <a:pt x="113354" y="27475"/>
                </a:lnTo>
                <a:lnTo>
                  <a:pt x="113574" y="63013"/>
                </a:lnTo>
                <a:lnTo>
                  <a:pt x="113672" y="63111"/>
                </a:lnTo>
                <a:lnTo>
                  <a:pt x="113770" y="63013"/>
                </a:lnTo>
                <a:lnTo>
                  <a:pt x="113770" y="27671"/>
                </a:lnTo>
                <a:lnTo>
                  <a:pt x="113966" y="56689"/>
                </a:lnTo>
                <a:lnTo>
                  <a:pt x="114187" y="56689"/>
                </a:lnTo>
                <a:lnTo>
                  <a:pt x="114187" y="22377"/>
                </a:lnTo>
                <a:lnTo>
                  <a:pt x="114383" y="54533"/>
                </a:lnTo>
                <a:lnTo>
                  <a:pt x="114481" y="54631"/>
                </a:lnTo>
                <a:lnTo>
                  <a:pt x="114579" y="54533"/>
                </a:lnTo>
                <a:lnTo>
                  <a:pt x="114579" y="22671"/>
                </a:lnTo>
                <a:lnTo>
                  <a:pt x="114800" y="57179"/>
                </a:lnTo>
                <a:lnTo>
                  <a:pt x="114996" y="57179"/>
                </a:lnTo>
                <a:lnTo>
                  <a:pt x="114996" y="27769"/>
                </a:lnTo>
                <a:lnTo>
                  <a:pt x="115192" y="60464"/>
                </a:lnTo>
                <a:lnTo>
                  <a:pt x="115290" y="60562"/>
                </a:lnTo>
                <a:lnTo>
                  <a:pt x="115412" y="60464"/>
                </a:lnTo>
                <a:lnTo>
                  <a:pt x="115412" y="24926"/>
                </a:lnTo>
                <a:lnTo>
                  <a:pt x="115608" y="58013"/>
                </a:lnTo>
                <a:cubicBezTo>
                  <a:pt x="115608" y="58111"/>
                  <a:pt x="115706" y="58111"/>
                  <a:pt x="115706" y="58111"/>
                </a:cubicBezTo>
                <a:cubicBezTo>
                  <a:pt x="115706" y="58111"/>
                  <a:pt x="115804" y="58111"/>
                  <a:pt x="115804" y="58013"/>
                </a:cubicBezTo>
                <a:lnTo>
                  <a:pt x="115804" y="25220"/>
                </a:lnTo>
                <a:lnTo>
                  <a:pt x="116025" y="62302"/>
                </a:lnTo>
                <a:lnTo>
                  <a:pt x="116123" y="62400"/>
                </a:lnTo>
                <a:lnTo>
                  <a:pt x="116221" y="62302"/>
                </a:lnTo>
                <a:lnTo>
                  <a:pt x="116221" y="25318"/>
                </a:lnTo>
                <a:lnTo>
                  <a:pt x="116417" y="60047"/>
                </a:lnTo>
                <a:lnTo>
                  <a:pt x="116638" y="60047"/>
                </a:lnTo>
                <a:lnTo>
                  <a:pt x="116638" y="22058"/>
                </a:lnTo>
                <a:lnTo>
                  <a:pt x="116834" y="56371"/>
                </a:lnTo>
                <a:cubicBezTo>
                  <a:pt x="116834" y="56469"/>
                  <a:pt x="116932" y="56469"/>
                  <a:pt x="116932" y="56469"/>
                </a:cubicBezTo>
                <a:cubicBezTo>
                  <a:pt x="116932" y="56469"/>
                  <a:pt x="117030" y="56469"/>
                  <a:pt x="117030" y="56371"/>
                </a:cubicBezTo>
                <a:lnTo>
                  <a:pt x="117030" y="26347"/>
                </a:lnTo>
                <a:lnTo>
                  <a:pt x="117250" y="55341"/>
                </a:lnTo>
                <a:lnTo>
                  <a:pt x="117447" y="55341"/>
                </a:lnTo>
                <a:lnTo>
                  <a:pt x="117447" y="26666"/>
                </a:lnTo>
                <a:lnTo>
                  <a:pt x="117643" y="55758"/>
                </a:lnTo>
                <a:cubicBezTo>
                  <a:pt x="117643" y="55856"/>
                  <a:pt x="117741" y="55856"/>
                  <a:pt x="117741" y="55856"/>
                </a:cubicBezTo>
                <a:cubicBezTo>
                  <a:pt x="117741" y="55856"/>
                  <a:pt x="117863" y="55856"/>
                  <a:pt x="117863" y="55758"/>
                </a:cubicBezTo>
                <a:lnTo>
                  <a:pt x="117863" y="28994"/>
                </a:lnTo>
                <a:lnTo>
                  <a:pt x="118059" y="62596"/>
                </a:lnTo>
                <a:cubicBezTo>
                  <a:pt x="118059" y="62694"/>
                  <a:pt x="118157" y="62694"/>
                  <a:pt x="118157" y="62694"/>
                </a:cubicBezTo>
                <a:cubicBezTo>
                  <a:pt x="118157" y="62694"/>
                  <a:pt x="118255" y="62694"/>
                  <a:pt x="118255" y="62596"/>
                </a:cubicBezTo>
                <a:lnTo>
                  <a:pt x="118255" y="21446"/>
                </a:lnTo>
                <a:lnTo>
                  <a:pt x="118476" y="59532"/>
                </a:lnTo>
                <a:cubicBezTo>
                  <a:pt x="118476" y="59630"/>
                  <a:pt x="118574" y="59630"/>
                  <a:pt x="118574" y="59630"/>
                </a:cubicBezTo>
                <a:cubicBezTo>
                  <a:pt x="118574" y="59630"/>
                  <a:pt x="118672" y="59630"/>
                  <a:pt x="118672" y="59532"/>
                </a:cubicBezTo>
                <a:lnTo>
                  <a:pt x="118672" y="25931"/>
                </a:lnTo>
                <a:lnTo>
                  <a:pt x="118868" y="59238"/>
                </a:lnTo>
                <a:lnTo>
                  <a:pt x="118966" y="59336"/>
                </a:lnTo>
                <a:lnTo>
                  <a:pt x="119089" y="59238"/>
                </a:lnTo>
                <a:lnTo>
                  <a:pt x="119089" y="20931"/>
                </a:lnTo>
                <a:lnTo>
                  <a:pt x="119285" y="55856"/>
                </a:lnTo>
                <a:lnTo>
                  <a:pt x="119481" y="55856"/>
                </a:lnTo>
                <a:lnTo>
                  <a:pt x="119481" y="25833"/>
                </a:lnTo>
                <a:lnTo>
                  <a:pt x="119701" y="52400"/>
                </a:lnTo>
                <a:cubicBezTo>
                  <a:pt x="119701" y="52498"/>
                  <a:pt x="119799" y="52498"/>
                  <a:pt x="119799" y="52498"/>
                </a:cubicBezTo>
                <a:cubicBezTo>
                  <a:pt x="119799" y="52498"/>
                  <a:pt x="119897" y="52498"/>
                  <a:pt x="119897" y="52400"/>
                </a:cubicBezTo>
                <a:lnTo>
                  <a:pt x="119897" y="28088"/>
                </a:lnTo>
                <a:lnTo>
                  <a:pt x="120093" y="60464"/>
                </a:lnTo>
                <a:lnTo>
                  <a:pt x="120314" y="60464"/>
                </a:lnTo>
                <a:lnTo>
                  <a:pt x="120314" y="22671"/>
                </a:lnTo>
                <a:lnTo>
                  <a:pt x="120510" y="57596"/>
                </a:lnTo>
                <a:cubicBezTo>
                  <a:pt x="120510" y="57694"/>
                  <a:pt x="120608" y="57694"/>
                  <a:pt x="120608" y="57694"/>
                </a:cubicBezTo>
                <a:cubicBezTo>
                  <a:pt x="120608" y="57694"/>
                  <a:pt x="120706" y="57694"/>
                  <a:pt x="120706" y="57596"/>
                </a:cubicBezTo>
                <a:lnTo>
                  <a:pt x="120706" y="30220"/>
                </a:lnTo>
                <a:lnTo>
                  <a:pt x="120927" y="63429"/>
                </a:lnTo>
                <a:lnTo>
                  <a:pt x="121025" y="63527"/>
                </a:lnTo>
                <a:lnTo>
                  <a:pt x="121123" y="63429"/>
                </a:lnTo>
                <a:lnTo>
                  <a:pt x="121123" y="26764"/>
                </a:lnTo>
                <a:lnTo>
                  <a:pt x="121319" y="63209"/>
                </a:lnTo>
                <a:lnTo>
                  <a:pt x="121540" y="63209"/>
                </a:lnTo>
                <a:lnTo>
                  <a:pt x="121540" y="21862"/>
                </a:lnTo>
                <a:lnTo>
                  <a:pt x="121736" y="52278"/>
                </a:lnTo>
                <a:lnTo>
                  <a:pt x="121834" y="52400"/>
                </a:lnTo>
                <a:lnTo>
                  <a:pt x="121932" y="52278"/>
                </a:lnTo>
                <a:lnTo>
                  <a:pt x="121932" y="23382"/>
                </a:lnTo>
                <a:lnTo>
                  <a:pt x="122152" y="55145"/>
                </a:lnTo>
                <a:lnTo>
                  <a:pt x="122250" y="55243"/>
                </a:lnTo>
                <a:lnTo>
                  <a:pt x="122348" y="55145"/>
                </a:lnTo>
                <a:lnTo>
                  <a:pt x="122348" y="5417"/>
                </a:lnTo>
                <a:cubicBezTo>
                  <a:pt x="122348" y="5319"/>
                  <a:pt x="122250" y="5319"/>
                  <a:pt x="122250" y="5319"/>
                </a:cubicBezTo>
                <a:cubicBezTo>
                  <a:pt x="122250" y="5319"/>
                  <a:pt x="122152" y="5319"/>
                  <a:pt x="122152" y="5417"/>
                </a:cubicBezTo>
                <a:lnTo>
                  <a:pt x="122152" y="37695"/>
                </a:lnTo>
                <a:lnTo>
                  <a:pt x="121932" y="6030"/>
                </a:lnTo>
                <a:cubicBezTo>
                  <a:pt x="121932" y="5932"/>
                  <a:pt x="121834" y="5932"/>
                  <a:pt x="121834" y="5932"/>
                </a:cubicBezTo>
                <a:cubicBezTo>
                  <a:pt x="121834" y="5932"/>
                  <a:pt x="121736" y="5932"/>
                  <a:pt x="121736" y="6030"/>
                </a:cubicBezTo>
                <a:lnTo>
                  <a:pt x="121736" y="35538"/>
                </a:lnTo>
                <a:lnTo>
                  <a:pt x="121540" y="5098"/>
                </a:lnTo>
                <a:lnTo>
                  <a:pt x="121417" y="5000"/>
                </a:lnTo>
                <a:lnTo>
                  <a:pt x="121319" y="5098"/>
                </a:lnTo>
                <a:lnTo>
                  <a:pt x="121319" y="43209"/>
                </a:lnTo>
                <a:lnTo>
                  <a:pt x="121123" y="6740"/>
                </a:lnTo>
                <a:lnTo>
                  <a:pt x="121025" y="6642"/>
                </a:lnTo>
                <a:lnTo>
                  <a:pt x="120927" y="6740"/>
                </a:lnTo>
                <a:lnTo>
                  <a:pt x="120927" y="45244"/>
                </a:lnTo>
                <a:lnTo>
                  <a:pt x="120706" y="12059"/>
                </a:lnTo>
                <a:cubicBezTo>
                  <a:pt x="120706" y="11961"/>
                  <a:pt x="120608" y="11961"/>
                  <a:pt x="120608" y="11961"/>
                </a:cubicBezTo>
                <a:cubicBezTo>
                  <a:pt x="120608" y="11961"/>
                  <a:pt x="120510" y="11961"/>
                  <a:pt x="120510" y="12059"/>
                </a:cubicBezTo>
                <a:lnTo>
                  <a:pt x="120510" y="38406"/>
                </a:lnTo>
                <a:lnTo>
                  <a:pt x="120314" y="3481"/>
                </a:lnTo>
                <a:cubicBezTo>
                  <a:pt x="120314" y="3383"/>
                  <a:pt x="120192" y="3383"/>
                  <a:pt x="120192" y="3383"/>
                </a:cubicBezTo>
                <a:cubicBezTo>
                  <a:pt x="120192" y="3383"/>
                  <a:pt x="120093" y="3383"/>
                  <a:pt x="120093" y="3481"/>
                </a:cubicBezTo>
                <a:lnTo>
                  <a:pt x="120093" y="42695"/>
                </a:lnTo>
                <a:lnTo>
                  <a:pt x="119897" y="10417"/>
                </a:lnTo>
                <a:lnTo>
                  <a:pt x="119799" y="10319"/>
                </a:lnTo>
                <a:lnTo>
                  <a:pt x="119701" y="10417"/>
                </a:lnTo>
                <a:lnTo>
                  <a:pt x="119701" y="37891"/>
                </a:lnTo>
                <a:lnTo>
                  <a:pt x="119481" y="11226"/>
                </a:lnTo>
                <a:lnTo>
                  <a:pt x="119285" y="11226"/>
                </a:lnTo>
                <a:lnTo>
                  <a:pt x="119285" y="36666"/>
                </a:lnTo>
                <a:lnTo>
                  <a:pt x="119089" y="1741"/>
                </a:lnTo>
                <a:cubicBezTo>
                  <a:pt x="119089" y="1643"/>
                  <a:pt x="118966" y="1643"/>
                  <a:pt x="118966" y="1643"/>
                </a:cubicBezTo>
                <a:cubicBezTo>
                  <a:pt x="118966" y="1643"/>
                  <a:pt x="118868" y="1643"/>
                  <a:pt x="118868" y="1741"/>
                </a:cubicBezTo>
                <a:lnTo>
                  <a:pt x="118868" y="40955"/>
                </a:lnTo>
                <a:lnTo>
                  <a:pt x="118672" y="7770"/>
                </a:lnTo>
                <a:cubicBezTo>
                  <a:pt x="118672" y="7672"/>
                  <a:pt x="118574" y="7672"/>
                  <a:pt x="118574" y="7672"/>
                </a:cubicBezTo>
                <a:cubicBezTo>
                  <a:pt x="118574" y="7672"/>
                  <a:pt x="118476" y="7672"/>
                  <a:pt x="118476" y="7770"/>
                </a:cubicBezTo>
                <a:lnTo>
                  <a:pt x="118476" y="38602"/>
                </a:lnTo>
                <a:lnTo>
                  <a:pt x="118255" y="417"/>
                </a:lnTo>
                <a:lnTo>
                  <a:pt x="118059" y="417"/>
                </a:lnTo>
                <a:lnTo>
                  <a:pt x="118059" y="44214"/>
                </a:lnTo>
                <a:lnTo>
                  <a:pt x="117863" y="10613"/>
                </a:lnTo>
                <a:cubicBezTo>
                  <a:pt x="117863" y="10515"/>
                  <a:pt x="117741" y="10515"/>
                  <a:pt x="117741" y="10515"/>
                </a:cubicBezTo>
                <a:cubicBezTo>
                  <a:pt x="117741" y="10515"/>
                  <a:pt x="117643" y="10515"/>
                  <a:pt x="117643" y="10613"/>
                </a:cubicBezTo>
                <a:lnTo>
                  <a:pt x="117643" y="39827"/>
                </a:lnTo>
                <a:lnTo>
                  <a:pt x="117447" y="10613"/>
                </a:lnTo>
                <a:lnTo>
                  <a:pt x="117250" y="10613"/>
                </a:lnTo>
                <a:lnTo>
                  <a:pt x="117250" y="39411"/>
                </a:lnTo>
                <a:lnTo>
                  <a:pt x="117030" y="10515"/>
                </a:lnTo>
                <a:cubicBezTo>
                  <a:pt x="117030" y="10417"/>
                  <a:pt x="116932" y="10417"/>
                  <a:pt x="116932" y="10417"/>
                </a:cubicBezTo>
                <a:cubicBezTo>
                  <a:pt x="116932" y="10417"/>
                  <a:pt x="116834" y="10417"/>
                  <a:pt x="116834" y="10515"/>
                </a:cubicBezTo>
                <a:lnTo>
                  <a:pt x="116834" y="37572"/>
                </a:lnTo>
                <a:lnTo>
                  <a:pt x="116638" y="3260"/>
                </a:lnTo>
                <a:cubicBezTo>
                  <a:pt x="116638" y="3162"/>
                  <a:pt x="116515" y="3162"/>
                  <a:pt x="116515" y="3162"/>
                </a:cubicBezTo>
                <a:cubicBezTo>
                  <a:pt x="116515" y="3162"/>
                  <a:pt x="116417" y="3162"/>
                  <a:pt x="116417" y="3260"/>
                </a:cubicBezTo>
                <a:lnTo>
                  <a:pt x="116417" y="40955"/>
                </a:lnTo>
                <a:lnTo>
                  <a:pt x="116221" y="6226"/>
                </a:lnTo>
                <a:lnTo>
                  <a:pt x="116123" y="6128"/>
                </a:lnTo>
                <a:lnTo>
                  <a:pt x="116025" y="6226"/>
                </a:lnTo>
                <a:lnTo>
                  <a:pt x="116025" y="41984"/>
                </a:lnTo>
                <a:lnTo>
                  <a:pt x="115804" y="4902"/>
                </a:lnTo>
                <a:cubicBezTo>
                  <a:pt x="115804" y="4804"/>
                  <a:pt x="115706" y="4804"/>
                  <a:pt x="115706" y="4804"/>
                </a:cubicBezTo>
                <a:cubicBezTo>
                  <a:pt x="115706" y="4804"/>
                  <a:pt x="115608" y="4804"/>
                  <a:pt x="115608" y="4902"/>
                </a:cubicBezTo>
                <a:lnTo>
                  <a:pt x="115608" y="39827"/>
                </a:lnTo>
                <a:lnTo>
                  <a:pt x="115412" y="6740"/>
                </a:lnTo>
                <a:lnTo>
                  <a:pt x="115290" y="6642"/>
                </a:lnTo>
                <a:lnTo>
                  <a:pt x="115192" y="6740"/>
                </a:lnTo>
                <a:lnTo>
                  <a:pt x="115192" y="42474"/>
                </a:lnTo>
                <a:lnTo>
                  <a:pt x="114996" y="9804"/>
                </a:lnTo>
                <a:lnTo>
                  <a:pt x="114898" y="9706"/>
                </a:lnTo>
                <a:lnTo>
                  <a:pt x="114800" y="9804"/>
                </a:lnTo>
                <a:lnTo>
                  <a:pt x="114800" y="38185"/>
                </a:lnTo>
                <a:lnTo>
                  <a:pt x="114579" y="3775"/>
                </a:lnTo>
                <a:cubicBezTo>
                  <a:pt x="114579" y="3677"/>
                  <a:pt x="114481" y="3677"/>
                  <a:pt x="114481" y="3677"/>
                </a:cubicBezTo>
                <a:cubicBezTo>
                  <a:pt x="114481" y="3677"/>
                  <a:pt x="114383" y="3677"/>
                  <a:pt x="114383" y="3775"/>
                </a:cubicBezTo>
                <a:lnTo>
                  <a:pt x="114383" y="36862"/>
                </a:lnTo>
                <a:lnTo>
                  <a:pt x="114187" y="4706"/>
                </a:lnTo>
                <a:lnTo>
                  <a:pt x="114187" y="4608"/>
                </a:lnTo>
                <a:lnTo>
                  <a:pt x="114064" y="4608"/>
                </a:lnTo>
                <a:cubicBezTo>
                  <a:pt x="114064" y="4608"/>
                  <a:pt x="113966" y="4608"/>
                  <a:pt x="113966" y="4706"/>
                </a:cubicBezTo>
                <a:lnTo>
                  <a:pt x="113966" y="40759"/>
                </a:lnTo>
                <a:lnTo>
                  <a:pt x="113770" y="11838"/>
                </a:lnTo>
                <a:lnTo>
                  <a:pt x="113672" y="11740"/>
                </a:lnTo>
                <a:lnTo>
                  <a:pt x="113574" y="11838"/>
                </a:lnTo>
                <a:lnTo>
                  <a:pt x="113574" y="43504"/>
                </a:lnTo>
                <a:lnTo>
                  <a:pt x="113354" y="7966"/>
                </a:lnTo>
                <a:lnTo>
                  <a:pt x="113158" y="7966"/>
                </a:lnTo>
                <a:lnTo>
                  <a:pt x="113158" y="36960"/>
                </a:lnTo>
                <a:lnTo>
                  <a:pt x="112961" y="3579"/>
                </a:lnTo>
                <a:cubicBezTo>
                  <a:pt x="112961" y="3481"/>
                  <a:pt x="112839" y="3481"/>
                  <a:pt x="112839" y="3481"/>
                </a:cubicBezTo>
                <a:cubicBezTo>
                  <a:pt x="112839" y="3481"/>
                  <a:pt x="112741" y="3481"/>
                  <a:pt x="112741" y="3579"/>
                </a:cubicBezTo>
                <a:lnTo>
                  <a:pt x="112741" y="40636"/>
                </a:lnTo>
                <a:lnTo>
                  <a:pt x="112545" y="9902"/>
                </a:lnTo>
                <a:lnTo>
                  <a:pt x="112349" y="9902"/>
                </a:lnTo>
                <a:lnTo>
                  <a:pt x="112349" y="35734"/>
                </a:lnTo>
                <a:lnTo>
                  <a:pt x="112128" y="1128"/>
                </a:lnTo>
                <a:cubicBezTo>
                  <a:pt x="112128" y="1030"/>
                  <a:pt x="112030" y="1030"/>
                  <a:pt x="112030" y="1030"/>
                </a:cubicBezTo>
                <a:cubicBezTo>
                  <a:pt x="112030" y="1030"/>
                  <a:pt x="111932" y="1030"/>
                  <a:pt x="111932" y="1128"/>
                </a:cubicBezTo>
                <a:lnTo>
                  <a:pt x="111932" y="42597"/>
                </a:lnTo>
                <a:lnTo>
                  <a:pt x="111736" y="5221"/>
                </a:lnTo>
                <a:lnTo>
                  <a:pt x="111515" y="5221"/>
                </a:lnTo>
                <a:lnTo>
                  <a:pt x="111515" y="37474"/>
                </a:lnTo>
                <a:lnTo>
                  <a:pt x="111319" y="2647"/>
                </a:lnTo>
                <a:lnTo>
                  <a:pt x="111123" y="2647"/>
                </a:lnTo>
                <a:lnTo>
                  <a:pt x="111123" y="40759"/>
                </a:lnTo>
                <a:lnTo>
                  <a:pt x="110903" y="4192"/>
                </a:lnTo>
                <a:cubicBezTo>
                  <a:pt x="110903" y="4093"/>
                  <a:pt x="110805" y="4093"/>
                  <a:pt x="110805" y="4093"/>
                </a:cubicBezTo>
                <a:cubicBezTo>
                  <a:pt x="110805" y="4093"/>
                  <a:pt x="110707" y="4093"/>
                  <a:pt x="110707" y="4192"/>
                </a:cubicBezTo>
                <a:lnTo>
                  <a:pt x="110707" y="41151"/>
                </a:lnTo>
                <a:lnTo>
                  <a:pt x="110511" y="12868"/>
                </a:lnTo>
                <a:cubicBezTo>
                  <a:pt x="110511" y="12770"/>
                  <a:pt x="110388" y="12770"/>
                  <a:pt x="110388" y="12770"/>
                </a:cubicBezTo>
                <a:cubicBezTo>
                  <a:pt x="110388" y="12770"/>
                  <a:pt x="110290" y="12770"/>
                  <a:pt x="110290" y="12868"/>
                </a:cubicBezTo>
                <a:lnTo>
                  <a:pt x="110290" y="38185"/>
                </a:lnTo>
                <a:lnTo>
                  <a:pt x="110094" y="5319"/>
                </a:lnTo>
                <a:cubicBezTo>
                  <a:pt x="110094" y="5221"/>
                  <a:pt x="109996" y="5221"/>
                  <a:pt x="109996" y="5221"/>
                </a:cubicBezTo>
                <a:cubicBezTo>
                  <a:pt x="109996" y="5221"/>
                  <a:pt x="109898" y="5221"/>
                  <a:pt x="109898" y="5319"/>
                </a:cubicBezTo>
                <a:lnTo>
                  <a:pt x="109898" y="39117"/>
                </a:lnTo>
                <a:lnTo>
                  <a:pt x="109677" y="2353"/>
                </a:lnTo>
                <a:cubicBezTo>
                  <a:pt x="109677" y="2255"/>
                  <a:pt x="109579" y="2255"/>
                  <a:pt x="109579" y="2255"/>
                </a:cubicBezTo>
                <a:cubicBezTo>
                  <a:pt x="109579" y="2255"/>
                  <a:pt x="109481" y="2255"/>
                  <a:pt x="109481" y="2353"/>
                </a:cubicBezTo>
                <a:lnTo>
                  <a:pt x="109481" y="40759"/>
                </a:lnTo>
                <a:lnTo>
                  <a:pt x="109285" y="11029"/>
                </a:lnTo>
                <a:lnTo>
                  <a:pt x="109163" y="10931"/>
                </a:lnTo>
                <a:lnTo>
                  <a:pt x="109065" y="11029"/>
                </a:lnTo>
                <a:lnTo>
                  <a:pt x="109065" y="41249"/>
                </a:lnTo>
                <a:lnTo>
                  <a:pt x="108868" y="6740"/>
                </a:lnTo>
                <a:lnTo>
                  <a:pt x="108770" y="6642"/>
                </a:lnTo>
                <a:lnTo>
                  <a:pt x="108672" y="6740"/>
                </a:lnTo>
                <a:lnTo>
                  <a:pt x="108672" y="41151"/>
                </a:lnTo>
                <a:lnTo>
                  <a:pt x="108452" y="1545"/>
                </a:lnTo>
                <a:lnTo>
                  <a:pt x="108354" y="1422"/>
                </a:lnTo>
                <a:lnTo>
                  <a:pt x="108256" y="1545"/>
                </a:lnTo>
                <a:lnTo>
                  <a:pt x="108256" y="41371"/>
                </a:lnTo>
                <a:lnTo>
                  <a:pt x="108060" y="6324"/>
                </a:lnTo>
                <a:lnTo>
                  <a:pt x="107839" y="6324"/>
                </a:lnTo>
                <a:lnTo>
                  <a:pt x="107839" y="40244"/>
                </a:lnTo>
                <a:lnTo>
                  <a:pt x="107643" y="7966"/>
                </a:lnTo>
                <a:lnTo>
                  <a:pt x="107447" y="7966"/>
                </a:lnTo>
                <a:lnTo>
                  <a:pt x="107447" y="37278"/>
                </a:lnTo>
                <a:lnTo>
                  <a:pt x="107226" y="99"/>
                </a:lnTo>
                <a:cubicBezTo>
                  <a:pt x="107226" y="1"/>
                  <a:pt x="107128" y="1"/>
                  <a:pt x="107128" y="1"/>
                </a:cubicBezTo>
                <a:cubicBezTo>
                  <a:pt x="107128" y="1"/>
                  <a:pt x="107030" y="1"/>
                  <a:pt x="107030" y="99"/>
                </a:cubicBezTo>
                <a:lnTo>
                  <a:pt x="107030" y="38602"/>
                </a:lnTo>
                <a:lnTo>
                  <a:pt x="106834" y="4486"/>
                </a:lnTo>
                <a:cubicBezTo>
                  <a:pt x="106834" y="4388"/>
                  <a:pt x="106712" y="4388"/>
                  <a:pt x="106712" y="4388"/>
                </a:cubicBezTo>
                <a:cubicBezTo>
                  <a:pt x="106712" y="4388"/>
                  <a:pt x="106614" y="4388"/>
                  <a:pt x="106614" y="4486"/>
                </a:cubicBezTo>
                <a:lnTo>
                  <a:pt x="106614" y="37180"/>
                </a:lnTo>
                <a:lnTo>
                  <a:pt x="106418" y="5613"/>
                </a:lnTo>
                <a:lnTo>
                  <a:pt x="106222" y="5613"/>
                </a:lnTo>
                <a:lnTo>
                  <a:pt x="106222" y="41469"/>
                </a:lnTo>
                <a:lnTo>
                  <a:pt x="106001" y="4290"/>
                </a:lnTo>
                <a:cubicBezTo>
                  <a:pt x="106001" y="4192"/>
                  <a:pt x="105903" y="4192"/>
                  <a:pt x="105903" y="4192"/>
                </a:cubicBezTo>
                <a:cubicBezTo>
                  <a:pt x="105903" y="4192"/>
                  <a:pt x="105805" y="4192"/>
                  <a:pt x="105805" y="4290"/>
                </a:cubicBezTo>
                <a:lnTo>
                  <a:pt x="105805" y="44214"/>
                </a:lnTo>
                <a:lnTo>
                  <a:pt x="105609" y="9608"/>
                </a:lnTo>
                <a:lnTo>
                  <a:pt x="105388" y="9608"/>
                </a:lnTo>
                <a:lnTo>
                  <a:pt x="105388" y="40857"/>
                </a:lnTo>
                <a:lnTo>
                  <a:pt x="105192" y="10417"/>
                </a:lnTo>
                <a:lnTo>
                  <a:pt x="104996" y="10417"/>
                </a:lnTo>
                <a:lnTo>
                  <a:pt x="104996" y="37891"/>
                </a:lnTo>
                <a:lnTo>
                  <a:pt x="104776" y="10221"/>
                </a:lnTo>
                <a:lnTo>
                  <a:pt x="104677" y="10123"/>
                </a:lnTo>
                <a:lnTo>
                  <a:pt x="104579" y="10221"/>
                </a:lnTo>
                <a:lnTo>
                  <a:pt x="104579" y="42793"/>
                </a:lnTo>
                <a:lnTo>
                  <a:pt x="104383" y="9191"/>
                </a:lnTo>
                <a:lnTo>
                  <a:pt x="104163" y="9191"/>
                </a:lnTo>
                <a:lnTo>
                  <a:pt x="104163" y="34827"/>
                </a:lnTo>
                <a:lnTo>
                  <a:pt x="103967" y="1643"/>
                </a:lnTo>
                <a:cubicBezTo>
                  <a:pt x="103967" y="1545"/>
                  <a:pt x="103869" y="1545"/>
                  <a:pt x="103869" y="1545"/>
                </a:cubicBezTo>
                <a:cubicBezTo>
                  <a:pt x="103869" y="1545"/>
                  <a:pt x="103771" y="1545"/>
                  <a:pt x="103771" y="1643"/>
                </a:cubicBezTo>
                <a:lnTo>
                  <a:pt x="103771" y="38087"/>
                </a:lnTo>
                <a:lnTo>
                  <a:pt x="103550" y="7255"/>
                </a:lnTo>
                <a:cubicBezTo>
                  <a:pt x="103550" y="7157"/>
                  <a:pt x="103452" y="7157"/>
                  <a:pt x="103452" y="7157"/>
                </a:cubicBezTo>
                <a:cubicBezTo>
                  <a:pt x="103452" y="7157"/>
                  <a:pt x="103354" y="7157"/>
                  <a:pt x="103354" y="7255"/>
                </a:cubicBezTo>
                <a:lnTo>
                  <a:pt x="103354" y="44116"/>
                </a:lnTo>
                <a:lnTo>
                  <a:pt x="103158" y="8383"/>
                </a:lnTo>
                <a:lnTo>
                  <a:pt x="103035" y="8284"/>
                </a:lnTo>
                <a:lnTo>
                  <a:pt x="102937" y="8383"/>
                </a:lnTo>
                <a:lnTo>
                  <a:pt x="102937" y="42597"/>
                </a:lnTo>
                <a:lnTo>
                  <a:pt x="102741" y="8383"/>
                </a:lnTo>
                <a:lnTo>
                  <a:pt x="102643" y="8284"/>
                </a:lnTo>
                <a:lnTo>
                  <a:pt x="102545" y="8383"/>
                </a:lnTo>
                <a:lnTo>
                  <a:pt x="102545" y="37180"/>
                </a:lnTo>
                <a:lnTo>
                  <a:pt x="102325" y="5515"/>
                </a:lnTo>
                <a:lnTo>
                  <a:pt x="102227" y="5417"/>
                </a:lnTo>
                <a:lnTo>
                  <a:pt x="102129" y="5515"/>
                </a:lnTo>
                <a:lnTo>
                  <a:pt x="102129" y="36862"/>
                </a:lnTo>
                <a:lnTo>
                  <a:pt x="101933" y="197"/>
                </a:lnTo>
                <a:lnTo>
                  <a:pt x="101712" y="197"/>
                </a:lnTo>
                <a:lnTo>
                  <a:pt x="101712" y="43504"/>
                </a:lnTo>
                <a:lnTo>
                  <a:pt x="101516" y="5613"/>
                </a:lnTo>
                <a:lnTo>
                  <a:pt x="101320" y="5613"/>
                </a:lnTo>
                <a:lnTo>
                  <a:pt x="101320" y="41371"/>
                </a:lnTo>
                <a:lnTo>
                  <a:pt x="101099" y="4902"/>
                </a:lnTo>
                <a:lnTo>
                  <a:pt x="100903" y="4902"/>
                </a:lnTo>
                <a:lnTo>
                  <a:pt x="100903" y="35440"/>
                </a:lnTo>
                <a:lnTo>
                  <a:pt x="100707" y="4192"/>
                </a:lnTo>
                <a:lnTo>
                  <a:pt x="100585" y="4093"/>
                </a:lnTo>
                <a:lnTo>
                  <a:pt x="100486" y="4192"/>
                </a:lnTo>
                <a:lnTo>
                  <a:pt x="100486" y="41984"/>
                </a:lnTo>
                <a:lnTo>
                  <a:pt x="100290" y="1030"/>
                </a:lnTo>
                <a:lnTo>
                  <a:pt x="100192" y="932"/>
                </a:lnTo>
                <a:lnTo>
                  <a:pt x="100094" y="1030"/>
                </a:lnTo>
                <a:lnTo>
                  <a:pt x="100094" y="36862"/>
                </a:lnTo>
                <a:lnTo>
                  <a:pt x="99874" y="8481"/>
                </a:lnTo>
                <a:cubicBezTo>
                  <a:pt x="99874" y="8383"/>
                  <a:pt x="99776" y="8383"/>
                  <a:pt x="99776" y="8383"/>
                </a:cubicBezTo>
                <a:cubicBezTo>
                  <a:pt x="99776" y="8383"/>
                  <a:pt x="99678" y="8383"/>
                  <a:pt x="99678" y="8481"/>
                </a:cubicBezTo>
                <a:lnTo>
                  <a:pt x="99678" y="36862"/>
                </a:lnTo>
                <a:lnTo>
                  <a:pt x="99482" y="417"/>
                </a:lnTo>
                <a:lnTo>
                  <a:pt x="99359" y="319"/>
                </a:lnTo>
                <a:lnTo>
                  <a:pt x="99261" y="417"/>
                </a:lnTo>
                <a:lnTo>
                  <a:pt x="99261" y="33798"/>
                </a:lnTo>
                <a:lnTo>
                  <a:pt x="99065" y="1"/>
                </a:lnTo>
                <a:lnTo>
                  <a:pt x="98869" y="1"/>
                </a:lnTo>
                <a:lnTo>
                  <a:pt x="98869" y="40342"/>
                </a:lnTo>
                <a:lnTo>
                  <a:pt x="98648" y="515"/>
                </a:lnTo>
                <a:lnTo>
                  <a:pt x="98452" y="515"/>
                </a:lnTo>
                <a:lnTo>
                  <a:pt x="98452" y="35636"/>
                </a:lnTo>
                <a:lnTo>
                  <a:pt x="98256" y="3677"/>
                </a:lnTo>
                <a:lnTo>
                  <a:pt x="98134" y="3579"/>
                </a:lnTo>
                <a:lnTo>
                  <a:pt x="98036" y="3677"/>
                </a:lnTo>
                <a:lnTo>
                  <a:pt x="98036" y="37989"/>
                </a:lnTo>
                <a:lnTo>
                  <a:pt x="97840" y="11642"/>
                </a:lnTo>
                <a:cubicBezTo>
                  <a:pt x="97840" y="11544"/>
                  <a:pt x="97742" y="11544"/>
                  <a:pt x="97742" y="11544"/>
                </a:cubicBezTo>
                <a:cubicBezTo>
                  <a:pt x="97742" y="11544"/>
                  <a:pt x="97643" y="11544"/>
                  <a:pt x="97643" y="11642"/>
                </a:cubicBezTo>
                <a:lnTo>
                  <a:pt x="97643" y="40023"/>
                </a:lnTo>
                <a:lnTo>
                  <a:pt x="97423" y="10221"/>
                </a:lnTo>
                <a:lnTo>
                  <a:pt x="97227" y="10221"/>
                </a:lnTo>
                <a:lnTo>
                  <a:pt x="97227" y="37180"/>
                </a:lnTo>
                <a:lnTo>
                  <a:pt x="97031" y="9191"/>
                </a:lnTo>
                <a:cubicBezTo>
                  <a:pt x="97031" y="9093"/>
                  <a:pt x="96908" y="9093"/>
                  <a:pt x="96908" y="9093"/>
                </a:cubicBezTo>
                <a:cubicBezTo>
                  <a:pt x="96908" y="9093"/>
                  <a:pt x="96810" y="9093"/>
                  <a:pt x="96810" y="9191"/>
                </a:cubicBezTo>
                <a:lnTo>
                  <a:pt x="96810" y="41469"/>
                </a:lnTo>
                <a:lnTo>
                  <a:pt x="96614" y="4192"/>
                </a:lnTo>
                <a:lnTo>
                  <a:pt x="96516" y="4093"/>
                </a:lnTo>
                <a:lnTo>
                  <a:pt x="96418" y="4192"/>
                </a:lnTo>
                <a:lnTo>
                  <a:pt x="96418" y="39533"/>
                </a:lnTo>
                <a:lnTo>
                  <a:pt x="96197" y="9902"/>
                </a:lnTo>
                <a:cubicBezTo>
                  <a:pt x="96197" y="9804"/>
                  <a:pt x="96099" y="9804"/>
                  <a:pt x="96099" y="9804"/>
                </a:cubicBezTo>
                <a:cubicBezTo>
                  <a:pt x="96099" y="9804"/>
                  <a:pt x="96001" y="9804"/>
                  <a:pt x="96001" y="9902"/>
                </a:cubicBezTo>
                <a:lnTo>
                  <a:pt x="96001" y="35857"/>
                </a:lnTo>
                <a:lnTo>
                  <a:pt x="95805" y="6937"/>
                </a:lnTo>
                <a:lnTo>
                  <a:pt x="95585" y="6937"/>
                </a:lnTo>
                <a:lnTo>
                  <a:pt x="95585" y="36960"/>
                </a:lnTo>
                <a:lnTo>
                  <a:pt x="95389" y="7451"/>
                </a:lnTo>
                <a:cubicBezTo>
                  <a:pt x="95389" y="7353"/>
                  <a:pt x="95291" y="7353"/>
                  <a:pt x="95291" y="7353"/>
                </a:cubicBezTo>
                <a:cubicBezTo>
                  <a:pt x="95291" y="7353"/>
                  <a:pt x="95193" y="7353"/>
                  <a:pt x="95193" y="7451"/>
                </a:cubicBezTo>
                <a:lnTo>
                  <a:pt x="95193" y="41469"/>
                </a:lnTo>
                <a:lnTo>
                  <a:pt x="94972" y="5613"/>
                </a:lnTo>
                <a:lnTo>
                  <a:pt x="94776" y="5613"/>
                </a:lnTo>
                <a:lnTo>
                  <a:pt x="94776" y="37891"/>
                </a:lnTo>
                <a:lnTo>
                  <a:pt x="94580" y="7770"/>
                </a:lnTo>
                <a:lnTo>
                  <a:pt x="94457" y="7672"/>
                </a:lnTo>
                <a:lnTo>
                  <a:pt x="94359" y="7770"/>
                </a:lnTo>
                <a:lnTo>
                  <a:pt x="94359" y="38504"/>
                </a:lnTo>
                <a:lnTo>
                  <a:pt x="94163" y="3383"/>
                </a:lnTo>
                <a:cubicBezTo>
                  <a:pt x="94163" y="3260"/>
                  <a:pt x="94065" y="3260"/>
                  <a:pt x="94065" y="3260"/>
                </a:cubicBezTo>
                <a:cubicBezTo>
                  <a:pt x="94065" y="3260"/>
                  <a:pt x="93967" y="3260"/>
                  <a:pt x="93967" y="3383"/>
                </a:cubicBezTo>
                <a:lnTo>
                  <a:pt x="93967" y="35122"/>
                </a:lnTo>
                <a:lnTo>
                  <a:pt x="93747" y="4290"/>
                </a:lnTo>
                <a:cubicBezTo>
                  <a:pt x="93747" y="4192"/>
                  <a:pt x="93649" y="4192"/>
                  <a:pt x="93649" y="4192"/>
                </a:cubicBezTo>
                <a:cubicBezTo>
                  <a:pt x="93649" y="4192"/>
                  <a:pt x="93551" y="4192"/>
                  <a:pt x="93551" y="4290"/>
                </a:cubicBezTo>
                <a:lnTo>
                  <a:pt x="93551" y="41567"/>
                </a:lnTo>
                <a:lnTo>
                  <a:pt x="93354" y="2549"/>
                </a:lnTo>
                <a:lnTo>
                  <a:pt x="93232" y="2451"/>
                </a:lnTo>
                <a:lnTo>
                  <a:pt x="93134" y="2549"/>
                </a:lnTo>
                <a:lnTo>
                  <a:pt x="93134" y="38504"/>
                </a:lnTo>
                <a:lnTo>
                  <a:pt x="92938" y="99"/>
                </a:lnTo>
                <a:cubicBezTo>
                  <a:pt x="92938" y="1"/>
                  <a:pt x="92840" y="1"/>
                  <a:pt x="92840" y="1"/>
                </a:cubicBezTo>
                <a:cubicBezTo>
                  <a:pt x="92840" y="1"/>
                  <a:pt x="92742" y="1"/>
                  <a:pt x="92742" y="99"/>
                </a:cubicBezTo>
                <a:lnTo>
                  <a:pt x="92742" y="36862"/>
                </a:lnTo>
                <a:lnTo>
                  <a:pt x="92521" y="6642"/>
                </a:lnTo>
                <a:lnTo>
                  <a:pt x="92423" y="6544"/>
                </a:lnTo>
                <a:lnTo>
                  <a:pt x="92325" y="6642"/>
                </a:lnTo>
                <a:lnTo>
                  <a:pt x="92325" y="42278"/>
                </a:lnTo>
                <a:lnTo>
                  <a:pt x="92129" y="8162"/>
                </a:lnTo>
                <a:lnTo>
                  <a:pt x="92006" y="8064"/>
                </a:lnTo>
                <a:lnTo>
                  <a:pt x="91908" y="8162"/>
                </a:lnTo>
                <a:lnTo>
                  <a:pt x="91908" y="42597"/>
                </a:lnTo>
                <a:lnTo>
                  <a:pt x="91712" y="10735"/>
                </a:lnTo>
                <a:cubicBezTo>
                  <a:pt x="91712" y="10613"/>
                  <a:pt x="91614" y="10613"/>
                  <a:pt x="91614" y="10613"/>
                </a:cubicBezTo>
                <a:cubicBezTo>
                  <a:pt x="91614" y="10613"/>
                  <a:pt x="91516" y="10613"/>
                  <a:pt x="91516" y="10735"/>
                </a:cubicBezTo>
                <a:lnTo>
                  <a:pt x="91516" y="38920"/>
                </a:lnTo>
                <a:lnTo>
                  <a:pt x="91296" y="9804"/>
                </a:lnTo>
                <a:lnTo>
                  <a:pt x="91100" y="9804"/>
                </a:lnTo>
                <a:lnTo>
                  <a:pt x="91100" y="38920"/>
                </a:lnTo>
                <a:lnTo>
                  <a:pt x="90904" y="1643"/>
                </a:lnTo>
                <a:lnTo>
                  <a:pt x="90683" y="1643"/>
                </a:lnTo>
                <a:lnTo>
                  <a:pt x="90683" y="43504"/>
                </a:lnTo>
                <a:lnTo>
                  <a:pt x="90487" y="6128"/>
                </a:lnTo>
                <a:lnTo>
                  <a:pt x="90389" y="6030"/>
                </a:lnTo>
                <a:lnTo>
                  <a:pt x="90291" y="6128"/>
                </a:lnTo>
                <a:lnTo>
                  <a:pt x="90291" y="35342"/>
                </a:lnTo>
                <a:lnTo>
                  <a:pt x="90070" y="417"/>
                </a:lnTo>
                <a:lnTo>
                  <a:pt x="89874" y="417"/>
                </a:lnTo>
                <a:lnTo>
                  <a:pt x="89874" y="42793"/>
                </a:lnTo>
                <a:lnTo>
                  <a:pt x="89678" y="10319"/>
                </a:lnTo>
                <a:cubicBezTo>
                  <a:pt x="89678" y="10221"/>
                  <a:pt x="89556" y="10221"/>
                  <a:pt x="89556" y="10221"/>
                </a:cubicBezTo>
                <a:cubicBezTo>
                  <a:pt x="89556" y="10221"/>
                  <a:pt x="89458" y="10221"/>
                  <a:pt x="89458" y="10319"/>
                </a:cubicBezTo>
                <a:lnTo>
                  <a:pt x="89458" y="37891"/>
                </a:lnTo>
                <a:lnTo>
                  <a:pt x="89261" y="5000"/>
                </a:lnTo>
                <a:lnTo>
                  <a:pt x="89163" y="4902"/>
                </a:lnTo>
                <a:lnTo>
                  <a:pt x="89065" y="5000"/>
                </a:lnTo>
                <a:lnTo>
                  <a:pt x="89065" y="40342"/>
                </a:lnTo>
                <a:lnTo>
                  <a:pt x="88845" y="11226"/>
                </a:lnTo>
                <a:cubicBezTo>
                  <a:pt x="88845" y="11128"/>
                  <a:pt x="88747" y="11128"/>
                  <a:pt x="88747" y="11128"/>
                </a:cubicBezTo>
                <a:cubicBezTo>
                  <a:pt x="88747" y="11128"/>
                  <a:pt x="88649" y="11128"/>
                  <a:pt x="88649" y="11226"/>
                </a:cubicBezTo>
                <a:lnTo>
                  <a:pt x="88649" y="41053"/>
                </a:lnTo>
                <a:lnTo>
                  <a:pt x="88453" y="8995"/>
                </a:lnTo>
                <a:lnTo>
                  <a:pt x="88330" y="8897"/>
                </a:lnTo>
                <a:lnTo>
                  <a:pt x="88232" y="8995"/>
                </a:lnTo>
                <a:lnTo>
                  <a:pt x="88232" y="43822"/>
                </a:lnTo>
                <a:lnTo>
                  <a:pt x="88036" y="11838"/>
                </a:lnTo>
                <a:lnTo>
                  <a:pt x="87938" y="11740"/>
                </a:lnTo>
                <a:lnTo>
                  <a:pt x="87840" y="11838"/>
                </a:lnTo>
                <a:lnTo>
                  <a:pt x="87840" y="36568"/>
                </a:lnTo>
                <a:lnTo>
                  <a:pt x="87619" y="7770"/>
                </a:lnTo>
                <a:lnTo>
                  <a:pt x="87423" y="7770"/>
                </a:lnTo>
                <a:lnTo>
                  <a:pt x="87423" y="40023"/>
                </a:lnTo>
                <a:lnTo>
                  <a:pt x="87227" y="5098"/>
                </a:lnTo>
                <a:lnTo>
                  <a:pt x="87007" y="5098"/>
                </a:lnTo>
                <a:lnTo>
                  <a:pt x="87007" y="40342"/>
                </a:lnTo>
                <a:lnTo>
                  <a:pt x="86811" y="2451"/>
                </a:lnTo>
                <a:cubicBezTo>
                  <a:pt x="86811" y="2353"/>
                  <a:pt x="86713" y="2353"/>
                  <a:pt x="86713" y="2353"/>
                </a:cubicBezTo>
                <a:cubicBezTo>
                  <a:pt x="86713" y="2353"/>
                  <a:pt x="86615" y="2353"/>
                  <a:pt x="86615" y="2451"/>
                </a:cubicBezTo>
                <a:lnTo>
                  <a:pt x="86615" y="41665"/>
                </a:lnTo>
                <a:lnTo>
                  <a:pt x="86394" y="8284"/>
                </a:lnTo>
                <a:lnTo>
                  <a:pt x="86198" y="8284"/>
                </a:lnTo>
                <a:lnTo>
                  <a:pt x="86198" y="39729"/>
                </a:lnTo>
                <a:lnTo>
                  <a:pt x="86002" y="1741"/>
                </a:lnTo>
                <a:cubicBezTo>
                  <a:pt x="86002" y="1643"/>
                  <a:pt x="85879" y="1643"/>
                  <a:pt x="85879" y="1643"/>
                </a:cubicBezTo>
                <a:cubicBezTo>
                  <a:pt x="85879" y="1643"/>
                  <a:pt x="85781" y="1643"/>
                  <a:pt x="85781" y="1741"/>
                </a:cubicBezTo>
                <a:lnTo>
                  <a:pt x="85781" y="41862"/>
                </a:lnTo>
                <a:lnTo>
                  <a:pt x="85585" y="3579"/>
                </a:lnTo>
                <a:lnTo>
                  <a:pt x="85389" y="3579"/>
                </a:lnTo>
                <a:lnTo>
                  <a:pt x="85389" y="39729"/>
                </a:lnTo>
                <a:lnTo>
                  <a:pt x="85169" y="11740"/>
                </a:lnTo>
                <a:cubicBezTo>
                  <a:pt x="85169" y="11642"/>
                  <a:pt x="85070" y="11642"/>
                  <a:pt x="85070" y="11642"/>
                </a:cubicBezTo>
                <a:cubicBezTo>
                  <a:pt x="85070" y="11642"/>
                  <a:pt x="84972" y="11642"/>
                  <a:pt x="84972" y="11740"/>
                </a:cubicBezTo>
                <a:lnTo>
                  <a:pt x="84972" y="39729"/>
                </a:lnTo>
                <a:lnTo>
                  <a:pt x="84776" y="6937"/>
                </a:lnTo>
                <a:lnTo>
                  <a:pt x="84654" y="6838"/>
                </a:lnTo>
                <a:lnTo>
                  <a:pt x="84556" y="6937"/>
                </a:lnTo>
                <a:lnTo>
                  <a:pt x="84556" y="42989"/>
                </a:lnTo>
                <a:lnTo>
                  <a:pt x="84360" y="7672"/>
                </a:lnTo>
                <a:cubicBezTo>
                  <a:pt x="84360" y="7549"/>
                  <a:pt x="84262" y="7549"/>
                  <a:pt x="84262" y="7549"/>
                </a:cubicBezTo>
                <a:cubicBezTo>
                  <a:pt x="84262" y="7549"/>
                  <a:pt x="84164" y="7549"/>
                  <a:pt x="84164" y="7672"/>
                </a:cubicBezTo>
                <a:lnTo>
                  <a:pt x="84164" y="43308"/>
                </a:lnTo>
                <a:lnTo>
                  <a:pt x="83943" y="5515"/>
                </a:lnTo>
                <a:lnTo>
                  <a:pt x="83845" y="5417"/>
                </a:lnTo>
                <a:lnTo>
                  <a:pt x="83747" y="5515"/>
                </a:lnTo>
                <a:lnTo>
                  <a:pt x="83747" y="40244"/>
                </a:lnTo>
                <a:lnTo>
                  <a:pt x="83551" y="11642"/>
                </a:lnTo>
                <a:lnTo>
                  <a:pt x="83330" y="11642"/>
                </a:lnTo>
                <a:lnTo>
                  <a:pt x="83330" y="36249"/>
                </a:lnTo>
                <a:lnTo>
                  <a:pt x="83134" y="3775"/>
                </a:lnTo>
                <a:lnTo>
                  <a:pt x="82938" y="3775"/>
                </a:lnTo>
                <a:lnTo>
                  <a:pt x="82938" y="37793"/>
                </a:lnTo>
                <a:lnTo>
                  <a:pt x="82718" y="7451"/>
                </a:lnTo>
                <a:lnTo>
                  <a:pt x="82522" y="7451"/>
                </a:lnTo>
                <a:lnTo>
                  <a:pt x="82522" y="41151"/>
                </a:lnTo>
                <a:lnTo>
                  <a:pt x="82325" y="3579"/>
                </a:lnTo>
                <a:lnTo>
                  <a:pt x="82203" y="3481"/>
                </a:lnTo>
                <a:lnTo>
                  <a:pt x="82105" y="3579"/>
                </a:lnTo>
                <a:lnTo>
                  <a:pt x="82105" y="37474"/>
                </a:lnTo>
                <a:lnTo>
                  <a:pt x="81909" y="2451"/>
                </a:lnTo>
                <a:lnTo>
                  <a:pt x="81713" y="2451"/>
                </a:lnTo>
                <a:lnTo>
                  <a:pt x="81713" y="39018"/>
                </a:lnTo>
                <a:lnTo>
                  <a:pt x="81492" y="515"/>
                </a:lnTo>
                <a:cubicBezTo>
                  <a:pt x="81492" y="417"/>
                  <a:pt x="81394" y="417"/>
                  <a:pt x="81394" y="417"/>
                </a:cubicBezTo>
                <a:cubicBezTo>
                  <a:pt x="81394" y="417"/>
                  <a:pt x="81296" y="417"/>
                  <a:pt x="81296" y="515"/>
                </a:cubicBezTo>
                <a:lnTo>
                  <a:pt x="81296" y="37989"/>
                </a:lnTo>
                <a:lnTo>
                  <a:pt x="81100" y="6324"/>
                </a:lnTo>
                <a:lnTo>
                  <a:pt x="80978" y="6226"/>
                </a:lnTo>
                <a:lnTo>
                  <a:pt x="80879" y="6324"/>
                </a:lnTo>
                <a:lnTo>
                  <a:pt x="80879" y="43504"/>
                </a:lnTo>
                <a:lnTo>
                  <a:pt x="80683" y="9608"/>
                </a:lnTo>
                <a:cubicBezTo>
                  <a:pt x="80683" y="9510"/>
                  <a:pt x="80585" y="9510"/>
                  <a:pt x="80585" y="9510"/>
                </a:cubicBezTo>
                <a:cubicBezTo>
                  <a:pt x="80585" y="9510"/>
                  <a:pt x="80487" y="9510"/>
                  <a:pt x="80487" y="9608"/>
                </a:cubicBezTo>
                <a:lnTo>
                  <a:pt x="80487" y="42695"/>
                </a:lnTo>
                <a:lnTo>
                  <a:pt x="80267" y="6226"/>
                </a:lnTo>
                <a:cubicBezTo>
                  <a:pt x="80267" y="6128"/>
                  <a:pt x="80169" y="6128"/>
                  <a:pt x="80169" y="6128"/>
                </a:cubicBezTo>
                <a:cubicBezTo>
                  <a:pt x="80169" y="6128"/>
                  <a:pt x="80071" y="6128"/>
                  <a:pt x="80071" y="6226"/>
                </a:cubicBezTo>
                <a:lnTo>
                  <a:pt x="80071" y="35636"/>
                </a:lnTo>
                <a:lnTo>
                  <a:pt x="79875" y="99"/>
                </a:lnTo>
                <a:cubicBezTo>
                  <a:pt x="79875" y="1"/>
                  <a:pt x="79752" y="1"/>
                  <a:pt x="79752" y="1"/>
                </a:cubicBezTo>
                <a:cubicBezTo>
                  <a:pt x="79752" y="1"/>
                  <a:pt x="79654" y="1"/>
                  <a:pt x="79654" y="99"/>
                </a:cubicBezTo>
                <a:lnTo>
                  <a:pt x="79654" y="40342"/>
                </a:lnTo>
                <a:lnTo>
                  <a:pt x="79458" y="9093"/>
                </a:lnTo>
                <a:lnTo>
                  <a:pt x="79360" y="8995"/>
                </a:lnTo>
                <a:lnTo>
                  <a:pt x="79262" y="9093"/>
                </a:lnTo>
                <a:lnTo>
                  <a:pt x="79262" y="37891"/>
                </a:lnTo>
                <a:lnTo>
                  <a:pt x="79041" y="1937"/>
                </a:lnTo>
                <a:lnTo>
                  <a:pt x="78845" y="1937"/>
                </a:lnTo>
                <a:lnTo>
                  <a:pt x="78845" y="41567"/>
                </a:lnTo>
                <a:lnTo>
                  <a:pt x="78649" y="2647"/>
                </a:lnTo>
                <a:lnTo>
                  <a:pt x="78527" y="2549"/>
                </a:lnTo>
                <a:lnTo>
                  <a:pt x="78429" y="2647"/>
                </a:lnTo>
                <a:lnTo>
                  <a:pt x="78429" y="34631"/>
                </a:lnTo>
                <a:lnTo>
                  <a:pt x="78233" y="2770"/>
                </a:lnTo>
                <a:lnTo>
                  <a:pt x="78134" y="2647"/>
                </a:lnTo>
                <a:lnTo>
                  <a:pt x="78036" y="2770"/>
                </a:lnTo>
                <a:lnTo>
                  <a:pt x="78036" y="44631"/>
                </a:lnTo>
                <a:lnTo>
                  <a:pt x="77816" y="11740"/>
                </a:lnTo>
                <a:lnTo>
                  <a:pt x="77718" y="11642"/>
                </a:lnTo>
                <a:lnTo>
                  <a:pt x="77620" y="11740"/>
                </a:lnTo>
                <a:lnTo>
                  <a:pt x="77620" y="39925"/>
                </a:lnTo>
                <a:lnTo>
                  <a:pt x="77424" y="6446"/>
                </a:lnTo>
                <a:lnTo>
                  <a:pt x="77203" y="6446"/>
                </a:lnTo>
                <a:lnTo>
                  <a:pt x="77203" y="38185"/>
                </a:lnTo>
                <a:lnTo>
                  <a:pt x="77007" y="3383"/>
                </a:lnTo>
                <a:cubicBezTo>
                  <a:pt x="77007" y="3260"/>
                  <a:pt x="76909" y="3260"/>
                  <a:pt x="76909" y="3260"/>
                </a:cubicBezTo>
                <a:cubicBezTo>
                  <a:pt x="76909" y="3260"/>
                  <a:pt x="76811" y="3260"/>
                  <a:pt x="76811" y="3383"/>
                </a:cubicBezTo>
                <a:lnTo>
                  <a:pt x="76811" y="37180"/>
                </a:lnTo>
                <a:lnTo>
                  <a:pt x="76590" y="1839"/>
                </a:lnTo>
                <a:cubicBezTo>
                  <a:pt x="76590" y="1741"/>
                  <a:pt x="76492" y="1741"/>
                  <a:pt x="76492" y="1741"/>
                </a:cubicBezTo>
                <a:cubicBezTo>
                  <a:pt x="76492" y="1741"/>
                  <a:pt x="76394" y="1741"/>
                  <a:pt x="76394" y="1839"/>
                </a:cubicBezTo>
                <a:lnTo>
                  <a:pt x="76394" y="40023"/>
                </a:lnTo>
                <a:lnTo>
                  <a:pt x="76198" y="9093"/>
                </a:lnTo>
                <a:lnTo>
                  <a:pt x="76076" y="8995"/>
                </a:lnTo>
                <a:lnTo>
                  <a:pt x="75978" y="9093"/>
                </a:lnTo>
                <a:lnTo>
                  <a:pt x="75978" y="44435"/>
                </a:lnTo>
                <a:lnTo>
                  <a:pt x="75782" y="11226"/>
                </a:lnTo>
                <a:lnTo>
                  <a:pt x="75586" y="11226"/>
                </a:lnTo>
                <a:lnTo>
                  <a:pt x="75586" y="41763"/>
                </a:lnTo>
                <a:lnTo>
                  <a:pt x="75365" y="6740"/>
                </a:lnTo>
                <a:cubicBezTo>
                  <a:pt x="75365" y="6642"/>
                  <a:pt x="75267" y="6642"/>
                  <a:pt x="75267" y="6642"/>
                </a:cubicBezTo>
                <a:cubicBezTo>
                  <a:pt x="75267" y="6642"/>
                  <a:pt x="75169" y="6642"/>
                  <a:pt x="75169" y="6740"/>
                </a:cubicBezTo>
                <a:lnTo>
                  <a:pt x="75169" y="35538"/>
                </a:lnTo>
                <a:lnTo>
                  <a:pt x="74973" y="711"/>
                </a:lnTo>
                <a:lnTo>
                  <a:pt x="74752" y="711"/>
                </a:lnTo>
                <a:lnTo>
                  <a:pt x="74752" y="34509"/>
                </a:lnTo>
                <a:lnTo>
                  <a:pt x="74556" y="2868"/>
                </a:lnTo>
                <a:cubicBezTo>
                  <a:pt x="74556" y="2770"/>
                  <a:pt x="74458" y="2770"/>
                  <a:pt x="74458" y="2770"/>
                </a:cubicBezTo>
                <a:cubicBezTo>
                  <a:pt x="74458" y="2770"/>
                  <a:pt x="74360" y="2770"/>
                  <a:pt x="74360" y="2868"/>
                </a:cubicBezTo>
                <a:lnTo>
                  <a:pt x="74360" y="40244"/>
                </a:lnTo>
                <a:lnTo>
                  <a:pt x="74140" y="4706"/>
                </a:lnTo>
                <a:cubicBezTo>
                  <a:pt x="74140" y="4608"/>
                  <a:pt x="74042" y="4608"/>
                  <a:pt x="74042" y="4608"/>
                </a:cubicBezTo>
                <a:cubicBezTo>
                  <a:pt x="74042" y="4608"/>
                  <a:pt x="73944" y="4608"/>
                  <a:pt x="73944" y="4706"/>
                </a:cubicBezTo>
                <a:lnTo>
                  <a:pt x="73944" y="41567"/>
                </a:lnTo>
                <a:lnTo>
                  <a:pt x="73747" y="7157"/>
                </a:lnTo>
                <a:cubicBezTo>
                  <a:pt x="73747" y="7059"/>
                  <a:pt x="73625" y="7059"/>
                  <a:pt x="73625" y="7059"/>
                </a:cubicBezTo>
                <a:cubicBezTo>
                  <a:pt x="73625" y="7059"/>
                  <a:pt x="73527" y="7059"/>
                  <a:pt x="73527" y="7157"/>
                </a:cubicBezTo>
                <a:lnTo>
                  <a:pt x="73527" y="37082"/>
                </a:lnTo>
                <a:lnTo>
                  <a:pt x="73331" y="1937"/>
                </a:lnTo>
                <a:lnTo>
                  <a:pt x="73331" y="1839"/>
                </a:lnTo>
                <a:lnTo>
                  <a:pt x="73233" y="1839"/>
                </a:lnTo>
                <a:cubicBezTo>
                  <a:pt x="73233" y="1839"/>
                  <a:pt x="73135" y="1839"/>
                  <a:pt x="73135" y="1937"/>
                </a:cubicBezTo>
                <a:lnTo>
                  <a:pt x="73135" y="37474"/>
                </a:lnTo>
                <a:lnTo>
                  <a:pt x="72914" y="197"/>
                </a:lnTo>
                <a:lnTo>
                  <a:pt x="72718" y="197"/>
                </a:lnTo>
                <a:lnTo>
                  <a:pt x="72718" y="42278"/>
                </a:lnTo>
                <a:lnTo>
                  <a:pt x="72522" y="4093"/>
                </a:lnTo>
                <a:lnTo>
                  <a:pt x="72301" y="4093"/>
                </a:lnTo>
                <a:lnTo>
                  <a:pt x="72301" y="43406"/>
                </a:lnTo>
                <a:lnTo>
                  <a:pt x="72105" y="6030"/>
                </a:lnTo>
                <a:cubicBezTo>
                  <a:pt x="72105" y="5932"/>
                  <a:pt x="72007" y="5932"/>
                  <a:pt x="72007" y="5932"/>
                </a:cubicBezTo>
                <a:cubicBezTo>
                  <a:pt x="72007" y="5932"/>
                  <a:pt x="71909" y="5932"/>
                  <a:pt x="71909" y="6030"/>
                </a:cubicBezTo>
                <a:lnTo>
                  <a:pt x="71909" y="38087"/>
                </a:lnTo>
                <a:lnTo>
                  <a:pt x="71689" y="11446"/>
                </a:lnTo>
                <a:cubicBezTo>
                  <a:pt x="71689" y="11348"/>
                  <a:pt x="71591" y="11348"/>
                  <a:pt x="71591" y="11348"/>
                </a:cubicBezTo>
                <a:cubicBezTo>
                  <a:pt x="71591" y="11348"/>
                  <a:pt x="71493" y="11348"/>
                  <a:pt x="71493" y="11446"/>
                </a:cubicBezTo>
                <a:lnTo>
                  <a:pt x="71493" y="40146"/>
                </a:lnTo>
                <a:lnTo>
                  <a:pt x="71297" y="12157"/>
                </a:lnTo>
                <a:lnTo>
                  <a:pt x="71076" y="12157"/>
                </a:lnTo>
                <a:lnTo>
                  <a:pt x="71076" y="36249"/>
                </a:lnTo>
                <a:lnTo>
                  <a:pt x="70880" y="4608"/>
                </a:lnTo>
                <a:cubicBezTo>
                  <a:pt x="70880" y="4486"/>
                  <a:pt x="70782" y="4486"/>
                  <a:pt x="70782" y="4486"/>
                </a:cubicBezTo>
                <a:cubicBezTo>
                  <a:pt x="70782" y="4486"/>
                  <a:pt x="70684" y="4486"/>
                  <a:pt x="70684" y="4608"/>
                </a:cubicBezTo>
                <a:lnTo>
                  <a:pt x="70684" y="36862"/>
                </a:lnTo>
                <a:lnTo>
                  <a:pt x="70463" y="5515"/>
                </a:lnTo>
                <a:lnTo>
                  <a:pt x="70267" y="5515"/>
                </a:lnTo>
                <a:lnTo>
                  <a:pt x="70267" y="45048"/>
                </a:lnTo>
                <a:lnTo>
                  <a:pt x="70071" y="11838"/>
                </a:lnTo>
                <a:lnTo>
                  <a:pt x="69949" y="11740"/>
                </a:lnTo>
                <a:lnTo>
                  <a:pt x="69851" y="11838"/>
                </a:lnTo>
                <a:lnTo>
                  <a:pt x="69851" y="38920"/>
                </a:lnTo>
                <a:lnTo>
                  <a:pt x="69654" y="2353"/>
                </a:lnTo>
                <a:lnTo>
                  <a:pt x="69556" y="2255"/>
                </a:lnTo>
                <a:lnTo>
                  <a:pt x="69458" y="2353"/>
                </a:lnTo>
                <a:lnTo>
                  <a:pt x="69458" y="41469"/>
                </a:lnTo>
                <a:lnTo>
                  <a:pt x="69238" y="10417"/>
                </a:lnTo>
                <a:lnTo>
                  <a:pt x="69042" y="10417"/>
                </a:lnTo>
                <a:lnTo>
                  <a:pt x="69042" y="41763"/>
                </a:lnTo>
                <a:lnTo>
                  <a:pt x="68846" y="10417"/>
                </a:lnTo>
                <a:lnTo>
                  <a:pt x="68625" y="10417"/>
                </a:lnTo>
                <a:lnTo>
                  <a:pt x="68625" y="40440"/>
                </a:lnTo>
                <a:lnTo>
                  <a:pt x="68429" y="11740"/>
                </a:lnTo>
                <a:cubicBezTo>
                  <a:pt x="68429" y="11642"/>
                  <a:pt x="68331" y="11642"/>
                  <a:pt x="68331" y="11642"/>
                </a:cubicBezTo>
                <a:cubicBezTo>
                  <a:pt x="68331" y="11642"/>
                  <a:pt x="68233" y="11642"/>
                  <a:pt x="68233" y="11740"/>
                </a:cubicBezTo>
                <a:lnTo>
                  <a:pt x="68233" y="37793"/>
                </a:lnTo>
                <a:lnTo>
                  <a:pt x="68012" y="1937"/>
                </a:lnTo>
                <a:cubicBezTo>
                  <a:pt x="68012" y="1839"/>
                  <a:pt x="67914" y="1839"/>
                  <a:pt x="67914" y="1839"/>
                </a:cubicBezTo>
                <a:cubicBezTo>
                  <a:pt x="67914" y="1839"/>
                  <a:pt x="67816" y="1839"/>
                  <a:pt x="67816" y="1937"/>
                </a:cubicBezTo>
                <a:lnTo>
                  <a:pt x="67816" y="36764"/>
                </a:lnTo>
                <a:lnTo>
                  <a:pt x="67620" y="2157"/>
                </a:lnTo>
                <a:cubicBezTo>
                  <a:pt x="67620" y="2035"/>
                  <a:pt x="67498" y="2035"/>
                  <a:pt x="67498" y="2035"/>
                </a:cubicBezTo>
                <a:cubicBezTo>
                  <a:pt x="67498" y="2035"/>
                  <a:pt x="67400" y="2035"/>
                  <a:pt x="67400" y="2157"/>
                </a:cubicBezTo>
                <a:lnTo>
                  <a:pt x="67400" y="35342"/>
                </a:lnTo>
                <a:lnTo>
                  <a:pt x="67204" y="4486"/>
                </a:lnTo>
                <a:lnTo>
                  <a:pt x="67106" y="4388"/>
                </a:lnTo>
                <a:lnTo>
                  <a:pt x="67008" y="4486"/>
                </a:lnTo>
                <a:lnTo>
                  <a:pt x="67008" y="41053"/>
                </a:lnTo>
                <a:lnTo>
                  <a:pt x="66787" y="6838"/>
                </a:lnTo>
                <a:lnTo>
                  <a:pt x="66689" y="6740"/>
                </a:lnTo>
                <a:lnTo>
                  <a:pt x="66591" y="6838"/>
                </a:lnTo>
                <a:lnTo>
                  <a:pt x="66591" y="38602"/>
                </a:lnTo>
                <a:lnTo>
                  <a:pt x="66395" y="7770"/>
                </a:lnTo>
                <a:lnTo>
                  <a:pt x="66272" y="7672"/>
                </a:lnTo>
                <a:lnTo>
                  <a:pt x="66174" y="7770"/>
                </a:lnTo>
                <a:lnTo>
                  <a:pt x="66174" y="36764"/>
                </a:lnTo>
                <a:lnTo>
                  <a:pt x="65978" y="1324"/>
                </a:lnTo>
                <a:lnTo>
                  <a:pt x="65880" y="1226"/>
                </a:lnTo>
                <a:lnTo>
                  <a:pt x="65782" y="1324"/>
                </a:lnTo>
                <a:lnTo>
                  <a:pt x="65782" y="40636"/>
                </a:lnTo>
                <a:lnTo>
                  <a:pt x="65562" y="5098"/>
                </a:lnTo>
                <a:lnTo>
                  <a:pt x="65365" y="5098"/>
                </a:lnTo>
                <a:lnTo>
                  <a:pt x="65365" y="35538"/>
                </a:lnTo>
                <a:lnTo>
                  <a:pt x="65169" y="1937"/>
                </a:lnTo>
                <a:lnTo>
                  <a:pt x="65047" y="1839"/>
                </a:lnTo>
                <a:lnTo>
                  <a:pt x="64949" y="1937"/>
                </a:lnTo>
                <a:lnTo>
                  <a:pt x="64949" y="42180"/>
                </a:lnTo>
                <a:lnTo>
                  <a:pt x="64753" y="6937"/>
                </a:lnTo>
                <a:cubicBezTo>
                  <a:pt x="64753" y="6838"/>
                  <a:pt x="64655" y="6838"/>
                  <a:pt x="64655" y="6838"/>
                </a:cubicBezTo>
                <a:cubicBezTo>
                  <a:pt x="64655" y="6838"/>
                  <a:pt x="64557" y="6838"/>
                  <a:pt x="64557" y="6937"/>
                </a:cubicBezTo>
                <a:lnTo>
                  <a:pt x="64557" y="37474"/>
                </a:lnTo>
                <a:lnTo>
                  <a:pt x="64336" y="9510"/>
                </a:lnTo>
                <a:lnTo>
                  <a:pt x="64238" y="9387"/>
                </a:lnTo>
                <a:lnTo>
                  <a:pt x="64140" y="9510"/>
                </a:lnTo>
                <a:lnTo>
                  <a:pt x="64140" y="41665"/>
                </a:lnTo>
                <a:lnTo>
                  <a:pt x="63944" y="8897"/>
                </a:lnTo>
                <a:lnTo>
                  <a:pt x="63821" y="8775"/>
                </a:lnTo>
                <a:lnTo>
                  <a:pt x="63723" y="8897"/>
                </a:lnTo>
                <a:lnTo>
                  <a:pt x="63723" y="42376"/>
                </a:lnTo>
                <a:lnTo>
                  <a:pt x="63527" y="4192"/>
                </a:lnTo>
                <a:lnTo>
                  <a:pt x="63429" y="4093"/>
                </a:lnTo>
                <a:lnTo>
                  <a:pt x="63331" y="4192"/>
                </a:lnTo>
                <a:lnTo>
                  <a:pt x="63331" y="37082"/>
                </a:lnTo>
                <a:lnTo>
                  <a:pt x="63111" y="1937"/>
                </a:lnTo>
                <a:lnTo>
                  <a:pt x="63013" y="1839"/>
                </a:lnTo>
                <a:lnTo>
                  <a:pt x="62915" y="1937"/>
                </a:lnTo>
                <a:lnTo>
                  <a:pt x="62915" y="43700"/>
                </a:lnTo>
                <a:lnTo>
                  <a:pt x="62718" y="8677"/>
                </a:lnTo>
                <a:lnTo>
                  <a:pt x="62596" y="8579"/>
                </a:lnTo>
                <a:lnTo>
                  <a:pt x="62498" y="8677"/>
                </a:lnTo>
                <a:lnTo>
                  <a:pt x="62498" y="41665"/>
                </a:lnTo>
                <a:lnTo>
                  <a:pt x="62302" y="7353"/>
                </a:lnTo>
                <a:lnTo>
                  <a:pt x="62204" y="7255"/>
                </a:lnTo>
                <a:lnTo>
                  <a:pt x="62106" y="7353"/>
                </a:lnTo>
                <a:lnTo>
                  <a:pt x="62106" y="37891"/>
                </a:lnTo>
                <a:lnTo>
                  <a:pt x="61885" y="9093"/>
                </a:lnTo>
                <a:cubicBezTo>
                  <a:pt x="61885" y="8995"/>
                  <a:pt x="61787" y="8995"/>
                  <a:pt x="61787" y="8995"/>
                </a:cubicBezTo>
                <a:cubicBezTo>
                  <a:pt x="61787" y="8995"/>
                  <a:pt x="61689" y="8995"/>
                  <a:pt x="61689" y="9093"/>
                </a:cubicBezTo>
                <a:lnTo>
                  <a:pt x="61689" y="39411"/>
                </a:lnTo>
                <a:lnTo>
                  <a:pt x="61493" y="7451"/>
                </a:lnTo>
                <a:lnTo>
                  <a:pt x="61272" y="7451"/>
                </a:lnTo>
                <a:lnTo>
                  <a:pt x="61272" y="36568"/>
                </a:lnTo>
                <a:lnTo>
                  <a:pt x="61076" y="4388"/>
                </a:lnTo>
                <a:lnTo>
                  <a:pt x="60978" y="4290"/>
                </a:lnTo>
                <a:lnTo>
                  <a:pt x="60880" y="4388"/>
                </a:lnTo>
                <a:lnTo>
                  <a:pt x="60880" y="36470"/>
                </a:lnTo>
                <a:lnTo>
                  <a:pt x="60660" y="2255"/>
                </a:lnTo>
                <a:lnTo>
                  <a:pt x="60562" y="2157"/>
                </a:lnTo>
                <a:lnTo>
                  <a:pt x="60464" y="2255"/>
                </a:lnTo>
                <a:lnTo>
                  <a:pt x="60464" y="36347"/>
                </a:lnTo>
                <a:lnTo>
                  <a:pt x="60268" y="5098"/>
                </a:lnTo>
                <a:lnTo>
                  <a:pt x="60047" y="5098"/>
                </a:lnTo>
                <a:lnTo>
                  <a:pt x="60047" y="36347"/>
                </a:lnTo>
                <a:lnTo>
                  <a:pt x="59851" y="8579"/>
                </a:lnTo>
                <a:lnTo>
                  <a:pt x="59655" y="8579"/>
                </a:lnTo>
                <a:lnTo>
                  <a:pt x="59655" y="39117"/>
                </a:lnTo>
                <a:lnTo>
                  <a:pt x="59434" y="5834"/>
                </a:lnTo>
                <a:lnTo>
                  <a:pt x="59336" y="5711"/>
                </a:lnTo>
                <a:lnTo>
                  <a:pt x="59238" y="5834"/>
                </a:lnTo>
                <a:lnTo>
                  <a:pt x="59238" y="43087"/>
                </a:lnTo>
                <a:lnTo>
                  <a:pt x="59042" y="6937"/>
                </a:lnTo>
                <a:cubicBezTo>
                  <a:pt x="59042" y="6838"/>
                  <a:pt x="58920" y="6838"/>
                  <a:pt x="58920" y="6838"/>
                </a:cubicBezTo>
                <a:cubicBezTo>
                  <a:pt x="58920" y="6838"/>
                  <a:pt x="58822" y="6838"/>
                  <a:pt x="58822" y="6937"/>
                </a:cubicBezTo>
                <a:lnTo>
                  <a:pt x="58822" y="43308"/>
                </a:lnTo>
                <a:lnTo>
                  <a:pt x="58626" y="5834"/>
                </a:lnTo>
                <a:lnTo>
                  <a:pt x="58429" y="5834"/>
                </a:lnTo>
                <a:lnTo>
                  <a:pt x="58429" y="35342"/>
                </a:lnTo>
                <a:lnTo>
                  <a:pt x="58209" y="5221"/>
                </a:lnTo>
                <a:lnTo>
                  <a:pt x="58013" y="5221"/>
                </a:lnTo>
                <a:lnTo>
                  <a:pt x="58013" y="44729"/>
                </a:lnTo>
                <a:lnTo>
                  <a:pt x="57817" y="11446"/>
                </a:lnTo>
                <a:cubicBezTo>
                  <a:pt x="57817" y="11348"/>
                  <a:pt x="57694" y="11348"/>
                  <a:pt x="57694" y="11348"/>
                </a:cubicBezTo>
                <a:cubicBezTo>
                  <a:pt x="57694" y="11348"/>
                  <a:pt x="57596" y="11348"/>
                  <a:pt x="57596" y="11446"/>
                </a:cubicBezTo>
                <a:lnTo>
                  <a:pt x="57596" y="36960"/>
                </a:lnTo>
                <a:lnTo>
                  <a:pt x="57400" y="1422"/>
                </a:lnTo>
                <a:cubicBezTo>
                  <a:pt x="57400" y="1324"/>
                  <a:pt x="57302" y="1324"/>
                  <a:pt x="57302" y="1324"/>
                </a:cubicBezTo>
                <a:cubicBezTo>
                  <a:pt x="57302" y="1324"/>
                  <a:pt x="57204" y="1324"/>
                  <a:pt x="57204" y="1422"/>
                </a:cubicBezTo>
                <a:lnTo>
                  <a:pt x="57204" y="42180"/>
                </a:lnTo>
                <a:lnTo>
                  <a:pt x="56983" y="6226"/>
                </a:lnTo>
                <a:cubicBezTo>
                  <a:pt x="56983" y="6128"/>
                  <a:pt x="56885" y="6128"/>
                  <a:pt x="56885" y="6128"/>
                </a:cubicBezTo>
                <a:cubicBezTo>
                  <a:pt x="56885" y="6128"/>
                  <a:pt x="56787" y="6128"/>
                  <a:pt x="56787" y="6226"/>
                </a:cubicBezTo>
                <a:lnTo>
                  <a:pt x="56787" y="39827"/>
                </a:lnTo>
                <a:lnTo>
                  <a:pt x="56591" y="4388"/>
                </a:lnTo>
                <a:lnTo>
                  <a:pt x="56371" y="4388"/>
                </a:lnTo>
                <a:lnTo>
                  <a:pt x="56371" y="42989"/>
                </a:lnTo>
                <a:lnTo>
                  <a:pt x="56175" y="11128"/>
                </a:lnTo>
                <a:lnTo>
                  <a:pt x="55979" y="11128"/>
                </a:lnTo>
                <a:lnTo>
                  <a:pt x="55979" y="41665"/>
                </a:lnTo>
                <a:lnTo>
                  <a:pt x="55758" y="7353"/>
                </a:lnTo>
                <a:lnTo>
                  <a:pt x="55562" y="7353"/>
                </a:lnTo>
                <a:lnTo>
                  <a:pt x="55562" y="39215"/>
                </a:lnTo>
                <a:lnTo>
                  <a:pt x="55366" y="1128"/>
                </a:lnTo>
                <a:cubicBezTo>
                  <a:pt x="55366" y="1030"/>
                  <a:pt x="55243" y="1030"/>
                  <a:pt x="55243" y="1030"/>
                </a:cubicBezTo>
                <a:cubicBezTo>
                  <a:pt x="55243" y="1030"/>
                  <a:pt x="55145" y="1030"/>
                  <a:pt x="55145" y="1128"/>
                </a:cubicBezTo>
                <a:lnTo>
                  <a:pt x="55145" y="38920"/>
                </a:lnTo>
                <a:lnTo>
                  <a:pt x="54949" y="8064"/>
                </a:lnTo>
                <a:lnTo>
                  <a:pt x="54851" y="7966"/>
                </a:lnTo>
                <a:lnTo>
                  <a:pt x="54753" y="8064"/>
                </a:lnTo>
                <a:lnTo>
                  <a:pt x="54753" y="38602"/>
                </a:lnTo>
                <a:lnTo>
                  <a:pt x="54533" y="9706"/>
                </a:lnTo>
                <a:lnTo>
                  <a:pt x="54435" y="9608"/>
                </a:lnTo>
                <a:lnTo>
                  <a:pt x="54336" y="9706"/>
                </a:lnTo>
                <a:lnTo>
                  <a:pt x="54336" y="38602"/>
                </a:lnTo>
                <a:lnTo>
                  <a:pt x="54140" y="7255"/>
                </a:lnTo>
                <a:lnTo>
                  <a:pt x="53920" y="7255"/>
                </a:lnTo>
                <a:lnTo>
                  <a:pt x="53920" y="34019"/>
                </a:lnTo>
                <a:lnTo>
                  <a:pt x="53724" y="1741"/>
                </a:lnTo>
                <a:cubicBezTo>
                  <a:pt x="53724" y="1643"/>
                  <a:pt x="53626" y="1643"/>
                  <a:pt x="53626" y="1643"/>
                </a:cubicBezTo>
                <a:cubicBezTo>
                  <a:pt x="53626" y="1643"/>
                  <a:pt x="53528" y="1643"/>
                  <a:pt x="53528" y="1741"/>
                </a:cubicBezTo>
                <a:lnTo>
                  <a:pt x="53528" y="40857"/>
                </a:lnTo>
                <a:lnTo>
                  <a:pt x="53307" y="12157"/>
                </a:lnTo>
                <a:lnTo>
                  <a:pt x="53209" y="12059"/>
                </a:lnTo>
                <a:lnTo>
                  <a:pt x="53111" y="12157"/>
                </a:lnTo>
                <a:lnTo>
                  <a:pt x="53111" y="41249"/>
                </a:lnTo>
                <a:lnTo>
                  <a:pt x="52915" y="4192"/>
                </a:lnTo>
                <a:lnTo>
                  <a:pt x="52792" y="4093"/>
                </a:lnTo>
                <a:lnTo>
                  <a:pt x="52694" y="4192"/>
                </a:lnTo>
                <a:lnTo>
                  <a:pt x="52694" y="37572"/>
                </a:lnTo>
                <a:lnTo>
                  <a:pt x="52498" y="1545"/>
                </a:lnTo>
                <a:lnTo>
                  <a:pt x="52400" y="1422"/>
                </a:lnTo>
                <a:lnTo>
                  <a:pt x="52302" y="1545"/>
                </a:lnTo>
                <a:lnTo>
                  <a:pt x="52302" y="41469"/>
                </a:lnTo>
                <a:lnTo>
                  <a:pt x="52082" y="6446"/>
                </a:lnTo>
                <a:cubicBezTo>
                  <a:pt x="52082" y="6324"/>
                  <a:pt x="51984" y="6324"/>
                  <a:pt x="51984" y="6324"/>
                </a:cubicBezTo>
                <a:cubicBezTo>
                  <a:pt x="51984" y="6324"/>
                  <a:pt x="51886" y="6324"/>
                  <a:pt x="51886" y="6446"/>
                </a:cubicBezTo>
                <a:lnTo>
                  <a:pt x="51886" y="41665"/>
                </a:lnTo>
                <a:lnTo>
                  <a:pt x="51690" y="319"/>
                </a:lnTo>
                <a:lnTo>
                  <a:pt x="51567" y="197"/>
                </a:lnTo>
                <a:lnTo>
                  <a:pt x="51469" y="319"/>
                </a:lnTo>
                <a:lnTo>
                  <a:pt x="51469" y="37695"/>
                </a:lnTo>
                <a:lnTo>
                  <a:pt x="51273" y="11348"/>
                </a:lnTo>
                <a:cubicBezTo>
                  <a:pt x="51273" y="11226"/>
                  <a:pt x="51175" y="11226"/>
                  <a:pt x="51175" y="11226"/>
                </a:cubicBezTo>
                <a:cubicBezTo>
                  <a:pt x="51175" y="11226"/>
                  <a:pt x="51077" y="11226"/>
                  <a:pt x="51077" y="11348"/>
                </a:cubicBezTo>
                <a:lnTo>
                  <a:pt x="51077" y="41665"/>
                </a:lnTo>
                <a:lnTo>
                  <a:pt x="50856" y="5221"/>
                </a:lnTo>
                <a:lnTo>
                  <a:pt x="50660" y="5221"/>
                </a:lnTo>
                <a:lnTo>
                  <a:pt x="50660" y="41665"/>
                </a:lnTo>
                <a:lnTo>
                  <a:pt x="50464" y="4706"/>
                </a:lnTo>
                <a:cubicBezTo>
                  <a:pt x="50464" y="4608"/>
                  <a:pt x="50342" y="4608"/>
                  <a:pt x="50342" y="4608"/>
                </a:cubicBezTo>
                <a:cubicBezTo>
                  <a:pt x="50342" y="4608"/>
                  <a:pt x="50244" y="4608"/>
                  <a:pt x="50244" y="4706"/>
                </a:cubicBezTo>
                <a:lnTo>
                  <a:pt x="50244" y="40538"/>
                </a:lnTo>
                <a:lnTo>
                  <a:pt x="50047" y="12353"/>
                </a:lnTo>
                <a:cubicBezTo>
                  <a:pt x="50047" y="12255"/>
                  <a:pt x="49949" y="12255"/>
                  <a:pt x="49949" y="12255"/>
                </a:cubicBezTo>
                <a:cubicBezTo>
                  <a:pt x="49949" y="12255"/>
                  <a:pt x="49851" y="12255"/>
                  <a:pt x="49851" y="12353"/>
                </a:cubicBezTo>
                <a:lnTo>
                  <a:pt x="49851" y="38700"/>
                </a:lnTo>
                <a:lnTo>
                  <a:pt x="49631" y="12868"/>
                </a:lnTo>
                <a:cubicBezTo>
                  <a:pt x="49631" y="12770"/>
                  <a:pt x="49533" y="12770"/>
                  <a:pt x="49533" y="12770"/>
                </a:cubicBezTo>
                <a:cubicBezTo>
                  <a:pt x="49533" y="12770"/>
                  <a:pt x="49435" y="12770"/>
                  <a:pt x="49435" y="12868"/>
                </a:cubicBezTo>
                <a:lnTo>
                  <a:pt x="49435" y="37793"/>
                </a:lnTo>
                <a:lnTo>
                  <a:pt x="49239" y="9387"/>
                </a:lnTo>
                <a:lnTo>
                  <a:pt x="49116" y="9289"/>
                </a:lnTo>
                <a:lnTo>
                  <a:pt x="49018" y="9387"/>
                </a:lnTo>
                <a:lnTo>
                  <a:pt x="49018" y="39313"/>
                </a:lnTo>
                <a:lnTo>
                  <a:pt x="48822" y="8064"/>
                </a:lnTo>
                <a:lnTo>
                  <a:pt x="48626" y="8064"/>
                </a:lnTo>
                <a:lnTo>
                  <a:pt x="48626" y="37572"/>
                </a:lnTo>
                <a:lnTo>
                  <a:pt x="48405" y="1128"/>
                </a:lnTo>
                <a:lnTo>
                  <a:pt x="48307" y="1030"/>
                </a:lnTo>
                <a:lnTo>
                  <a:pt x="48209" y="1128"/>
                </a:lnTo>
                <a:lnTo>
                  <a:pt x="48209" y="39533"/>
                </a:lnTo>
                <a:lnTo>
                  <a:pt x="48013" y="3873"/>
                </a:lnTo>
                <a:cubicBezTo>
                  <a:pt x="48013" y="3775"/>
                  <a:pt x="47891" y="3775"/>
                  <a:pt x="47891" y="3775"/>
                </a:cubicBezTo>
                <a:cubicBezTo>
                  <a:pt x="47891" y="3775"/>
                  <a:pt x="47793" y="3775"/>
                  <a:pt x="47793" y="3873"/>
                </a:cubicBezTo>
                <a:lnTo>
                  <a:pt x="47793" y="41763"/>
                </a:lnTo>
                <a:lnTo>
                  <a:pt x="47597" y="2255"/>
                </a:lnTo>
                <a:lnTo>
                  <a:pt x="47499" y="2157"/>
                </a:lnTo>
                <a:lnTo>
                  <a:pt x="47401" y="2255"/>
                </a:lnTo>
                <a:lnTo>
                  <a:pt x="47401" y="44312"/>
                </a:lnTo>
                <a:lnTo>
                  <a:pt x="47180" y="7966"/>
                </a:lnTo>
                <a:lnTo>
                  <a:pt x="46984" y="7966"/>
                </a:lnTo>
                <a:lnTo>
                  <a:pt x="46984" y="36764"/>
                </a:lnTo>
                <a:lnTo>
                  <a:pt x="46788" y="7353"/>
                </a:lnTo>
                <a:cubicBezTo>
                  <a:pt x="46788" y="7255"/>
                  <a:pt x="46665" y="7255"/>
                  <a:pt x="46665" y="7255"/>
                </a:cubicBezTo>
                <a:cubicBezTo>
                  <a:pt x="46665" y="7255"/>
                  <a:pt x="46567" y="7255"/>
                  <a:pt x="46567" y="7353"/>
                </a:cubicBezTo>
                <a:lnTo>
                  <a:pt x="46567" y="39215"/>
                </a:lnTo>
                <a:lnTo>
                  <a:pt x="46371" y="809"/>
                </a:lnTo>
                <a:cubicBezTo>
                  <a:pt x="46371" y="711"/>
                  <a:pt x="46273" y="711"/>
                  <a:pt x="46273" y="711"/>
                </a:cubicBezTo>
                <a:cubicBezTo>
                  <a:pt x="46273" y="711"/>
                  <a:pt x="46175" y="711"/>
                  <a:pt x="46175" y="809"/>
                </a:cubicBezTo>
                <a:lnTo>
                  <a:pt x="46175" y="39533"/>
                </a:lnTo>
                <a:lnTo>
                  <a:pt x="45955" y="12157"/>
                </a:lnTo>
                <a:lnTo>
                  <a:pt x="45856" y="12059"/>
                </a:lnTo>
                <a:lnTo>
                  <a:pt x="45758" y="12157"/>
                </a:lnTo>
                <a:lnTo>
                  <a:pt x="45758" y="36249"/>
                </a:lnTo>
                <a:lnTo>
                  <a:pt x="45562" y="7549"/>
                </a:lnTo>
                <a:lnTo>
                  <a:pt x="45342" y="7549"/>
                </a:lnTo>
                <a:lnTo>
                  <a:pt x="45342" y="35857"/>
                </a:lnTo>
                <a:lnTo>
                  <a:pt x="45146" y="6128"/>
                </a:lnTo>
                <a:lnTo>
                  <a:pt x="45048" y="6030"/>
                </a:lnTo>
                <a:lnTo>
                  <a:pt x="44950" y="6128"/>
                </a:lnTo>
                <a:lnTo>
                  <a:pt x="44950" y="38504"/>
                </a:lnTo>
                <a:lnTo>
                  <a:pt x="44729" y="319"/>
                </a:lnTo>
                <a:cubicBezTo>
                  <a:pt x="44729" y="197"/>
                  <a:pt x="44631" y="197"/>
                  <a:pt x="44631" y="197"/>
                </a:cubicBezTo>
                <a:cubicBezTo>
                  <a:pt x="44631" y="197"/>
                  <a:pt x="44533" y="197"/>
                  <a:pt x="44533" y="319"/>
                </a:cubicBezTo>
                <a:lnTo>
                  <a:pt x="44533" y="45244"/>
                </a:lnTo>
                <a:lnTo>
                  <a:pt x="44337" y="11226"/>
                </a:lnTo>
                <a:cubicBezTo>
                  <a:pt x="44337" y="11128"/>
                  <a:pt x="44214" y="11128"/>
                  <a:pt x="44214" y="11128"/>
                </a:cubicBezTo>
                <a:cubicBezTo>
                  <a:pt x="44214" y="11128"/>
                  <a:pt x="44116" y="11128"/>
                  <a:pt x="44116" y="11226"/>
                </a:cubicBezTo>
                <a:lnTo>
                  <a:pt x="44116" y="39018"/>
                </a:lnTo>
                <a:lnTo>
                  <a:pt x="43920" y="1937"/>
                </a:lnTo>
                <a:cubicBezTo>
                  <a:pt x="43920" y="1839"/>
                  <a:pt x="43822" y="1839"/>
                  <a:pt x="43822" y="1839"/>
                </a:cubicBezTo>
                <a:cubicBezTo>
                  <a:pt x="43822" y="1839"/>
                  <a:pt x="43724" y="1839"/>
                  <a:pt x="43724" y="1937"/>
                </a:cubicBezTo>
                <a:lnTo>
                  <a:pt x="43724" y="36470"/>
                </a:lnTo>
                <a:lnTo>
                  <a:pt x="43504" y="6937"/>
                </a:lnTo>
                <a:cubicBezTo>
                  <a:pt x="43504" y="6838"/>
                  <a:pt x="43406" y="6838"/>
                  <a:pt x="43406" y="6838"/>
                </a:cubicBezTo>
                <a:cubicBezTo>
                  <a:pt x="43406" y="6838"/>
                  <a:pt x="43308" y="6838"/>
                  <a:pt x="43308" y="6937"/>
                </a:cubicBezTo>
                <a:lnTo>
                  <a:pt x="43308" y="36249"/>
                </a:lnTo>
                <a:lnTo>
                  <a:pt x="43111" y="2966"/>
                </a:lnTo>
                <a:lnTo>
                  <a:pt x="42989" y="2868"/>
                </a:lnTo>
                <a:lnTo>
                  <a:pt x="42891" y="2966"/>
                </a:lnTo>
                <a:lnTo>
                  <a:pt x="42891" y="43602"/>
                </a:lnTo>
                <a:lnTo>
                  <a:pt x="42695" y="12451"/>
                </a:lnTo>
                <a:lnTo>
                  <a:pt x="42597" y="12353"/>
                </a:lnTo>
                <a:lnTo>
                  <a:pt x="42499" y="12451"/>
                </a:lnTo>
                <a:lnTo>
                  <a:pt x="42499" y="41862"/>
                </a:lnTo>
                <a:lnTo>
                  <a:pt x="42278" y="2966"/>
                </a:lnTo>
                <a:lnTo>
                  <a:pt x="42180" y="2868"/>
                </a:lnTo>
                <a:lnTo>
                  <a:pt x="42082" y="2966"/>
                </a:lnTo>
                <a:lnTo>
                  <a:pt x="42082" y="34827"/>
                </a:lnTo>
                <a:lnTo>
                  <a:pt x="41886" y="3995"/>
                </a:lnTo>
                <a:lnTo>
                  <a:pt x="41764" y="3873"/>
                </a:lnTo>
                <a:lnTo>
                  <a:pt x="41665" y="3995"/>
                </a:lnTo>
                <a:lnTo>
                  <a:pt x="41665" y="37572"/>
                </a:lnTo>
                <a:lnTo>
                  <a:pt x="41469" y="3677"/>
                </a:lnTo>
                <a:cubicBezTo>
                  <a:pt x="41469" y="3579"/>
                  <a:pt x="41371" y="3579"/>
                  <a:pt x="41371" y="3579"/>
                </a:cubicBezTo>
                <a:cubicBezTo>
                  <a:pt x="41371" y="3579"/>
                  <a:pt x="41273" y="3579"/>
                  <a:pt x="41273" y="3677"/>
                </a:cubicBezTo>
                <a:lnTo>
                  <a:pt x="41273" y="41469"/>
                </a:lnTo>
                <a:lnTo>
                  <a:pt x="41053" y="8064"/>
                </a:lnTo>
                <a:cubicBezTo>
                  <a:pt x="41053" y="7966"/>
                  <a:pt x="40955" y="7966"/>
                  <a:pt x="40955" y="7966"/>
                </a:cubicBezTo>
                <a:cubicBezTo>
                  <a:pt x="40955" y="7966"/>
                  <a:pt x="40857" y="7966"/>
                  <a:pt x="40857" y="8064"/>
                </a:cubicBezTo>
                <a:lnTo>
                  <a:pt x="40857" y="37180"/>
                </a:lnTo>
                <a:lnTo>
                  <a:pt x="40661" y="8775"/>
                </a:lnTo>
                <a:cubicBezTo>
                  <a:pt x="40661" y="8677"/>
                  <a:pt x="40538" y="8677"/>
                  <a:pt x="40538" y="8677"/>
                </a:cubicBezTo>
                <a:cubicBezTo>
                  <a:pt x="40538" y="8677"/>
                  <a:pt x="40440" y="8677"/>
                  <a:pt x="40440" y="8775"/>
                </a:cubicBezTo>
                <a:lnTo>
                  <a:pt x="40440" y="43700"/>
                </a:lnTo>
                <a:lnTo>
                  <a:pt x="40244" y="12255"/>
                </a:lnTo>
                <a:cubicBezTo>
                  <a:pt x="40244" y="12157"/>
                  <a:pt x="40146" y="12157"/>
                  <a:pt x="40146" y="12157"/>
                </a:cubicBezTo>
                <a:cubicBezTo>
                  <a:pt x="40146" y="12157"/>
                  <a:pt x="40048" y="12157"/>
                  <a:pt x="40048" y="12255"/>
                </a:cubicBezTo>
                <a:lnTo>
                  <a:pt x="40048" y="42891"/>
                </a:lnTo>
                <a:lnTo>
                  <a:pt x="39827" y="9608"/>
                </a:lnTo>
                <a:lnTo>
                  <a:pt x="39729" y="9510"/>
                </a:lnTo>
                <a:lnTo>
                  <a:pt x="39631" y="9608"/>
                </a:lnTo>
                <a:lnTo>
                  <a:pt x="39631" y="36347"/>
                </a:lnTo>
                <a:lnTo>
                  <a:pt x="39435" y="3677"/>
                </a:lnTo>
                <a:lnTo>
                  <a:pt x="39313" y="3579"/>
                </a:lnTo>
                <a:lnTo>
                  <a:pt x="39215" y="3677"/>
                </a:lnTo>
                <a:lnTo>
                  <a:pt x="39215" y="37572"/>
                </a:lnTo>
                <a:lnTo>
                  <a:pt x="39019" y="515"/>
                </a:lnTo>
                <a:cubicBezTo>
                  <a:pt x="39019" y="417"/>
                  <a:pt x="38920" y="417"/>
                  <a:pt x="38920" y="417"/>
                </a:cubicBezTo>
                <a:cubicBezTo>
                  <a:pt x="38920" y="417"/>
                  <a:pt x="38822" y="417"/>
                  <a:pt x="38822" y="515"/>
                </a:cubicBezTo>
                <a:lnTo>
                  <a:pt x="38822" y="42989"/>
                </a:lnTo>
                <a:lnTo>
                  <a:pt x="38602" y="4608"/>
                </a:lnTo>
                <a:lnTo>
                  <a:pt x="38504" y="4486"/>
                </a:lnTo>
                <a:lnTo>
                  <a:pt x="38406" y="4608"/>
                </a:lnTo>
                <a:lnTo>
                  <a:pt x="38406" y="41469"/>
                </a:lnTo>
                <a:lnTo>
                  <a:pt x="38210" y="2647"/>
                </a:lnTo>
                <a:lnTo>
                  <a:pt x="37989" y="2647"/>
                </a:lnTo>
                <a:lnTo>
                  <a:pt x="37989" y="42376"/>
                </a:lnTo>
                <a:lnTo>
                  <a:pt x="37793" y="2549"/>
                </a:lnTo>
                <a:lnTo>
                  <a:pt x="37695" y="2451"/>
                </a:lnTo>
                <a:lnTo>
                  <a:pt x="37597" y="2549"/>
                </a:lnTo>
                <a:lnTo>
                  <a:pt x="37597" y="44116"/>
                </a:lnTo>
                <a:lnTo>
                  <a:pt x="37376" y="7672"/>
                </a:lnTo>
                <a:lnTo>
                  <a:pt x="37180" y="7672"/>
                </a:lnTo>
                <a:lnTo>
                  <a:pt x="37180" y="43822"/>
                </a:lnTo>
                <a:lnTo>
                  <a:pt x="36984" y="10735"/>
                </a:lnTo>
                <a:lnTo>
                  <a:pt x="36764" y="10735"/>
                </a:lnTo>
                <a:lnTo>
                  <a:pt x="36764" y="42989"/>
                </a:lnTo>
                <a:lnTo>
                  <a:pt x="36568" y="8677"/>
                </a:lnTo>
                <a:lnTo>
                  <a:pt x="36372" y="8677"/>
                </a:lnTo>
                <a:lnTo>
                  <a:pt x="36372" y="36151"/>
                </a:lnTo>
                <a:lnTo>
                  <a:pt x="36151" y="1324"/>
                </a:lnTo>
                <a:lnTo>
                  <a:pt x="35955" y="1324"/>
                </a:lnTo>
                <a:lnTo>
                  <a:pt x="35955" y="40538"/>
                </a:lnTo>
                <a:lnTo>
                  <a:pt x="35759" y="5711"/>
                </a:lnTo>
                <a:cubicBezTo>
                  <a:pt x="35759" y="5613"/>
                  <a:pt x="35636" y="5613"/>
                  <a:pt x="35636" y="5613"/>
                </a:cubicBezTo>
                <a:cubicBezTo>
                  <a:pt x="35636" y="5613"/>
                  <a:pt x="35538" y="5613"/>
                  <a:pt x="35538" y="5711"/>
                </a:cubicBezTo>
                <a:lnTo>
                  <a:pt x="35538" y="35342"/>
                </a:lnTo>
                <a:lnTo>
                  <a:pt x="35342" y="1226"/>
                </a:lnTo>
                <a:cubicBezTo>
                  <a:pt x="35342" y="1128"/>
                  <a:pt x="35244" y="1128"/>
                  <a:pt x="35244" y="1128"/>
                </a:cubicBezTo>
                <a:cubicBezTo>
                  <a:pt x="35244" y="1128"/>
                  <a:pt x="35146" y="1128"/>
                  <a:pt x="35146" y="1226"/>
                </a:cubicBezTo>
                <a:lnTo>
                  <a:pt x="35146" y="38308"/>
                </a:lnTo>
                <a:lnTo>
                  <a:pt x="34926" y="10221"/>
                </a:lnTo>
                <a:lnTo>
                  <a:pt x="34729" y="10221"/>
                </a:lnTo>
                <a:lnTo>
                  <a:pt x="34729" y="35734"/>
                </a:lnTo>
                <a:lnTo>
                  <a:pt x="34533" y="5221"/>
                </a:lnTo>
                <a:lnTo>
                  <a:pt x="34411" y="5098"/>
                </a:lnTo>
                <a:lnTo>
                  <a:pt x="34313" y="5221"/>
                </a:lnTo>
                <a:lnTo>
                  <a:pt x="34313" y="37278"/>
                </a:lnTo>
                <a:lnTo>
                  <a:pt x="34117" y="4804"/>
                </a:lnTo>
                <a:lnTo>
                  <a:pt x="34019" y="4706"/>
                </a:lnTo>
                <a:lnTo>
                  <a:pt x="33921" y="4804"/>
                </a:lnTo>
                <a:lnTo>
                  <a:pt x="33921" y="44018"/>
                </a:lnTo>
                <a:lnTo>
                  <a:pt x="33700" y="8579"/>
                </a:lnTo>
                <a:cubicBezTo>
                  <a:pt x="33700" y="8481"/>
                  <a:pt x="33602" y="8481"/>
                  <a:pt x="33602" y="8481"/>
                </a:cubicBezTo>
                <a:cubicBezTo>
                  <a:pt x="33602" y="8481"/>
                  <a:pt x="33504" y="8481"/>
                  <a:pt x="33504" y="8579"/>
                </a:cubicBezTo>
                <a:lnTo>
                  <a:pt x="33504" y="39925"/>
                </a:lnTo>
                <a:lnTo>
                  <a:pt x="33308" y="7966"/>
                </a:lnTo>
                <a:cubicBezTo>
                  <a:pt x="33308" y="7868"/>
                  <a:pt x="33185" y="7868"/>
                  <a:pt x="33185" y="7868"/>
                </a:cubicBezTo>
                <a:cubicBezTo>
                  <a:pt x="33185" y="7868"/>
                  <a:pt x="33087" y="7868"/>
                  <a:pt x="33087" y="7966"/>
                </a:cubicBezTo>
                <a:lnTo>
                  <a:pt x="33087" y="42597"/>
                </a:lnTo>
                <a:lnTo>
                  <a:pt x="32891" y="9289"/>
                </a:lnTo>
                <a:cubicBezTo>
                  <a:pt x="32891" y="9191"/>
                  <a:pt x="32793" y="9191"/>
                  <a:pt x="32793" y="9191"/>
                </a:cubicBezTo>
                <a:cubicBezTo>
                  <a:pt x="32793" y="9191"/>
                  <a:pt x="32695" y="9191"/>
                  <a:pt x="32695" y="9289"/>
                </a:cubicBezTo>
                <a:lnTo>
                  <a:pt x="32695" y="36960"/>
                </a:lnTo>
                <a:lnTo>
                  <a:pt x="32475" y="6324"/>
                </a:lnTo>
                <a:lnTo>
                  <a:pt x="32377" y="6226"/>
                </a:lnTo>
                <a:lnTo>
                  <a:pt x="32279" y="6324"/>
                </a:lnTo>
                <a:lnTo>
                  <a:pt x="32279" y="37891"/>
                </a:lnTo>
                <a:lnTo>
                  <a:pt x="32083" y="8064"/>
                </a:lnTo>
                <a:lnTo>
                  <a:pt x="31862" y="8064"/>
                </a:lnTo>
                <a:lnTo>
                  <a:pt x="31862" y="42278"/>
                </a:lnTo>
                <a:lnTo>
                  <a:pt x="31666" y="4192"/>
                </a:lnTo>
                <a:lnTo>
                  <a:pt x="31470" y="4192"/>
                </a:lnTo>
                <a:lnTo>
                  <a:pt x="31470" y="43308"/>
                </a:lnTo>
                <a:lnTo>
                  <a:pt x="31249" y="4902"/>
                </a:lnTo>
                <a:cubicBezTo>
                  <a:pt x="31249" y="4804"/>
                  <a:pt x="31151" y="4804"/>
                  <a:pt x="31151" y="4804"/>
                </a:cubicBezTo>
                <a:cubicBezTo>
                  <a:pt x="31151" y="4804"/>
                  <a:pt x="31053" y="4804"/>
                  <a:pt x="31053" y="4902"/>
                </a:cubicBezTo>
                <a:lnTo>
                  <a:pt x="31053" y="38798"/>
                </a:lnTo>
                <a:lnTo>
                  <a:pt x="30857" y="5613"/>
                </a:lnTo>
                <a:lnTo>
                  <a:pt x="30735" y="5515"/>
                </a:lnTo>
                <a:lnTo>
                  <a:pt x="30637" y="5613"/>
                </a:lnTo>
                <a:lnTo>
                  <a:pt x="30637" y="37695"/>
                </a:lnTo>
                <a:lnTo>
                  <a:pt x="30440" y="9093"/>
                </a:lnTo>
                <a:lnTo>
                  <a:pt x="30342" y="8995"/>
                </a:lnTo>
                <a:lnTo>
                  <a:pt x="30244" y="9093"/>
                </a:lnTo>
                <a:lnTo>
                  <a:pt x="30244" y="43209"/>
                </a:lnTo>
                <a:lnTo>
                  <a:pt x="30024" y="9902"/>
                </a:lnTo>
                <a:lnTo>
                  <a:pt x="29926" y="9804"/>
                </a:lnTo>
                <a:lnTo>
                  <a:pt x="29828" y="9902"/>
                </a:lnTo>
                <a:lnTo>
                  <a:pt x="29828" y="37474"/>
                </a:lnTo>
                <a:lnTo>
                  <a:pt x="29632" y="9191"/>
                </a:lnTo>
                <a:lnTo>
                  <a:pt x="29509" y="9093"/>
                </a:lnTo>
                <a:lnTo>
                  <a:pt x="29411" y="9191"/>
                </a:lnTo>
                <a:lnTo>
                  <a:pt x="29411" y="39631"/>
                </a:lnTo>
                <a:lnTo>
                  <a:pt x="29215" y="11348"/>
                </a:lnTo>
                <a:lnTo>
                  <a:pt x="29117" y="11226"/>
                </a:lnTo>
                <a:lnTo>
                  <a:pt x="29019" y="11348"/>
                </a:lnTo>
                <a:lnTo>
                  <a:pt x="29019" y="39215"/>
                </a:lnTo>
                <a:lnTo>
                  <a:pt x="28798" y="6838"/>
                </a:lnTo>
                <a:lnTo>
                  <a:pt x="28602" y="6838"/>
                </a:lnTo>
                <a:lnTo>
                  <a:pt x="28602" y="39827"/>
                </a:lnTo>
                <a:lnTo>
                  <a:pt x="28406" y="1324"/>
                </a:lnTo>
                <a:lnTo>
                  <a:pt x="28284" y="1226"/>
                </a:lnTo>
                <a:lnTo>
                  <a:pt x="28186" y="1324"/>
                </a:lnTo>
                <a:lnTo>
                  <a:pt x="28186" y="44435"/>
                </a:lnTo>
                <a:lnTo>
                  <a:pt x="27990" y="9387"/>
                </a:lnTo>
                <a:lnTo>
                  <a:pt x="27794" y="9387"/>
                </a:lnTo>
                <a:lnTo>
                  <a:pt x="27794" y="43308"/>
                </a:lnTo>
                <a:lnTo>
                  <a:pt x="27573" y="5319"/>
                </a:lnTo>
                <a:lnTo>
                  <a:pt x="27377" y="5319"/>
                </a:lnTo>
                <a:lnTo>
                  <a:pt x="27377" y="39631"/>
                </a:lnTo>
                <a:lnTo>
                  <a:pt x="27181" y="3873"/>
                </a:lnTo>
                <a:lnTo>
                  <a:pt x="26960" y="3873"/>
                </a:lnTo>
                <a:lnTo>
                  <a:pt x="26960" y="42597"/>
                </a:lnTo>
                <a:lnTo>
                  <a:pt x="26764" y="5098"/>
                </a:lnTo>
                <a:lnTo>
                  <a:pt x="26568" y="5098"/>
                </a:lnTo>
                <a:lnTo>
                  <a:pt x="26568" y="37180"/>
                </a:lnTo>
                <a:lnTo>
                  <a:pt x="26348" y="613"/>
                </a:lnTo>
                <a:cubicBezTo>
                  <a:pt x="26348" y="515"/>
                  <a:pt x="26249" y="515"/>
                  <a:pt x="26249" y="515"/>
                </a:cubicBezTo>
                <a:cubicBezTo>
                  <a:pt x="26249" y="515"/>
                  <a:pt x="26151" y="515"/>
                  <a:pt x="26151" y="613"/>
                </a:cubicBezTo>
                <a:lnTo>
                  <a:pt x="26151" y="37989"/>
                </a:lnTo>
                <a:lnTo>
                  <a:pt x="25955" y="4804"/>
                </a:lnTo>
                <a:lnTo>
                  <a:pt x="25833" y="4706"/>
                </a:lnTo>
                <a:lnTo>
                  <a:pt x="25735" y="4804"/>
                </a:lnTo>
                <a:lnTo>
                  <a:pt x="25735" y="43209"/>
                </a:lnTo>
                <a:lnTo>
                  <a:pt x="25539" y="6544"/>
                </a:lnTo>
                <a:cubicBezTo>
                  <a:pt x="25539" y="6446"/>
                  <a:pt x="25441" y="6446"/>
                  <a:pt x="25441" y="6446"/>
                </a:cubicBezTo>
                <a:cubicBezTo>
                  <a:pt x="25441" y="6446"/>
                  <a:pt x="25343" y="6446"/>
                  <a:pt x="25343" y="6544"/>
                </a:cubicBezTo>
                <a:lnTo>
                  <a:pt x="25343" y="37989"/>
                </a:lnTo>
                <a:lnTo>
                  <a:pt x="25122" y="7770"/>
                </a:lnTo>
                <a:lnTo>
                  <a:pt x="25024" y="7672"/>
                </a:lnTo>
                <a:lnTo>
                  <a:pt x="24926" y="7770"/>
                </a:lnTo>
                <a:lnTo>
                  <a:pt x="24926" y="38602"/>
                </a:lnTo>
                <a:lnTo>
                  <a:pt x="24730" y="7451"/>
                </a:lnTo>
                <a:cubicBezTo>
                  <a:pt x="24730" y="7353"/>
                  <a:pt x="24607" y="7353"/>
                  <a:pt x="24607" y="7353"/>
                </a:cubicBezTo>
                <a:cubicBezTo>
                  <a:pt x="24607" y="7353"/>
                  <a:pt x="24509" y="7353"/>
                  <a:pt x="24509" y="7451"/>
                </a:cubicBezTo>
                <a:lnTo>
                  <a:pt x="24509" y="42989"/>
                </a:lnTo>
                <a:lnTo>
                  <a:pt x="24313" y="9289"/>
                </a:lnTo>
                <a:cubicBezTo>
                  <a:pt x="24313" y="9191"/>
                  <a:pt x="24215" y="9191"/>
                  <a:pt x="24215" y="9191"/>
                </a:cubicBezTo>
                <a:cubicBezTo>
                  <a:pt x="24215" y="9191"/>
                  <a:pt x="24117" y="9191"/>
                  <a:pt x="24117" y="9289"/>
                </a:cubicBezTo>
                <a:lnTo>
                  <a:pt x="24117" y="41567"/>
                </a:lnTo>
                <a:lnTo>
                  <a:pt x="23897" y="12353"/>
                </a:lnTo>
                <a:lnTo>
                  <a:pt x="23701" y="12353"/>
                </a:lnTo>
                <a:lnTo>
                  <a:pt x="23701" y="44018"/>
                </a:lnTo>
                <a:lnTo>
                  <a:pt x="23504" y="8162"/>
                </a:lnTo>
                <a:lnTo>
                  <a:pt x="23382" y="8064"/>
                </a:lnTo>
                <a:lnTo>
                  <a:pt x="23284" y="8162"/>
                </a:lnTo>
                <a:lnTo>
                  <a:pt x="23284" y="40636"/>
                </a:lnTo>
                <a:lnTo>
                  <a:pt x="23088" y="197"/>
                </a:lnTo>
                <a:lnTo>
                  <a:pt x="22892" y="197"/>
                </a:lnTo>
                <a:lnTo>
                  <a:pt x="22892" y="40955"/>
                </a:lnTo>
                <a:lnTo>
                  <a:pt x="22671" y="7672"/>
                </a:lnTo>
                <a:cubicBezTo>
                  <a:pt x="22671" y="7549"/>
                  <a:pt x="22573" y="7549"/>
                  <a:pt x="22573" y="7549"/>
                </a:cubicBezTo>
                <a:cubicBezTo>
                  <a:pt x="22573" y="7549"/>
                  <a:pt x="22475" y="7549"/>
                  <a:pt x="22475" y="7672"/>
                </a:cubicBezTo>
                <a:lnTo>
                  <a:pt x="22475" y="40759"/>
                </a:lnTo>
                <a:lnTo>
                  <a:pt x="22279" y="11961"/>
                </a:lnTo>
                <a:cubicBezTo>
                  <a:pt x="22279" y="11838"/>
                  <a:pt x="22157" y="11838"/>
                  <a:pt x="22157" y="11838"/>
                </a:cubicBezTo>
                <a:cubicBezTo>
                  <a:pt x="22157" y="11838"/>
                  <a:pt x="22058" y="11838"/>
                  <a:pt x="22058" y="11961"/>
                </a:cubicBezTo>
                <a:lnTo>
                  <a:pt x="22058" y="42278"/>
                </a:lnTo>
                <a:lnTo>
                  <a:pt x="21862" y="12770"/>
                </a:lnTo>
                <a:cubicBezTo>
                  <a:pt x="21862" y="12672"/>
                  <a:pt x="21764" y="12672"/>
                  <a:pt x="21764" y="12672"/>
                </a:cubicBezTo>
                <a:cubicBezTo>
                  <a:pt x="21764" y="12672"/>
                  <a:pt x="21666" y="12672"/>
                  <a:pt x="21666" y="12770"/>
                </a:cubicBezTo>
                <a:lnTo>
                  <a:pt x="21666" y="36960"/>
                </a:lnTo>
                <a:lnTo>
                  <a:pt x="21446" y="5613"/>
                </a:lnTo>
                <a:cubicBezTo>
                  <a:pt x="21446" y="5515"/>
                  <a:pt x="21348" y="5515"/>
                  <a:pt x="21348" y="5515"/>
                </a:cubicBezTo>
                <a:cubicBezTo>
                  <a:pt x="21348" y="5515"/>
                  <a:pt x="21250" y="5515"/>
                  <a:pt x="21250" y="5613"/>
                </a:cubicBezTo>
                <a:lnTo>
                  <a:pt x="21250" y="42695"/>
                </a:lnTo>
                <a:lnTo>
                  <a:pt x="21054" y="7059"/>
                </a:lnTo>
                <a:lnTo>
                  <a:pt x="20931" y="6937"/>
                </a:lnTo>
                <a:lnTo>
                  <a:pt x="20833" y="7059"/>
                </a:lnTo>
                <a:lnTo>
                  <a:pt x="20833" y="42597"/>
                </a:lnTo>
                <a:lnTo>
                  <a:pt x="20637" y="4804"/>
                </a:lnTo>
                <a:lnTo>
                  <a:pt x="20539" y="4706"/>
                </a:lnTo>
                <a:lnTo>
                  <a:pt x="20441" y="4804"/>
                </a:lnTo>
                <a:lnTo>
                  <a:pt x="20441" y="38798"/>
                </a:lnTo>
                <a:lnTo>
                  <a:pt x="20220" y="8995"/>
                </a:lnTo>
                <a:lnTo>
                  <a:pt x="20024" y="8995"/>
                </a:lnTo>
                <a:lnTo>
                  <a:pt x="20024" y="39018"/>
                </a:lnTo>
                <a:lnTo>
                  <a:pt x="19828" y="1545"/>
                </a:lnTo>
                <a:lnTo>
                  <a:pt x="19706" y="1422"/>
                </a:lnTo>
                <a:lnTo>
                  <a:pt x="19608" y="1545"/>
                </a:lnTo>
                <a:lnTo>
                  <a:pt x="19608" y="35342"/>
                </a:lnTo>
                <a:lnTo>
                  <a:pt x="19412" y="2549"/>
                </a:lnTo>
                <a:cubicBezTo>
                  <a:pt x="19412" y="2451"/>
                  <a:pt x="19313" y="2451"/>
                  <a:pt x="19313" y="2451"/>
                </a:cubicBezTo>
                <a:cubicBezTo>
                  <a:pt x="19313" y="2451"/>
                  <a:pt x="19215" y="2451"/>
                  <a:pt x="19215" y="2549"/>
                </a:cubicBezTo>
                <a:lnTo>
                  <a:pt x="19215" y="35857"/>
                </a:lnTo>
                <a:lnTo>
                  <a:pt x="18995" y="4093"/>
                </a:lnTo>
                <a:cubicBezTo>
                  <a:pt x="18995" y="3995"/>
                  <a:pt x="18897" y="3995"/>
                  <a:pt x="18897" y="3995"/>
                </a:cubicBezTo>
                <a:cubicBezTo>
                  <a:pt x="18897" y="3995"/>
                  <a:pt x="18799" y="3995"/>
                  <a:pt x="18799" y="4093"/>
                </a:cubicBezTo>
                <a:lnTo>
                  <a:pt x="18799" y="41763"/>
                </a:lnTo>
                <a:lnTo>
                  <a:pt x="18603" y="12770"/>
                </a:lnTo>
                <a:cubicBezTo>
                  <a:pt x="18603" y="12672"/>
                  <a:pt x="18480" y="12672"/>
                  <a:pt x="18480" y="12672"/>
                </a:cubicBezTo>
                <a:cubicBezTo>
                  <a:pt x="18480" y="12672"/>
                  <a:pt x="18382" y="12672"/>
                  <a:pt x="18382" y="12770"/>
                </a:cubicBezTo>
                <a:lnTo>
                  <a:pt x="18382" y="38406"/>
                </a:lnTo>
                <a:lnTo>
                  <a:pt x="18186" y="99"/>
                </a:lnTo>
                <a:cubicBezTo>
                  <a:pt x="18186" y="1"/>
                  <a:pt x="18088" y="1"/>
                  <a:pt x="18088" y="1"/>
                </a:cubicBezTo>
                <a:cubicBezTo>
                  <a:pt x="18088" y="1"/>
                  <a:pt x="17990" y="1"/>
                  <a:pt x="17990" y="99"/>
                </a:cubicBezTo>
                <a:lnTo>
                  <a:pt x="17990" y="41053"/>
                </a:lnTo>
                <a:lnTo>
                  <a:pt x="17769" y="2770"/>
                </a:lnTo>
                <a:lnTo>
                  <a:pt x="17573" y="2770"/>
                </a:lnTo>
                <a:lnTo>
                  <a:pt x="17573" y="35440"/>
                </a:lnTo>
                <a:lnTo>
                  <a:pt x="17377" y="3383"/>
                </a:lnTo>
                <a:lnTo>
                  <a:pt x="17157" y="3383"/>
                </a:lnTo>
                <a:lnTo>
                  <a:pt x="17157" y="40440"/>
                </a:lnTo>
                <a:lnTo>
                  <a:pt x="16961" y="5932"/>
                </a:lnTo>
                <a:lnTo>
                  <a:pt x="16765" y="5932"/>
                </a:lnTo>
                <a:lnTo>
                  <a:pt x="16765" y="44214"/>
                </a:lnTo>
                <a:lnTo>
                  <a:pt x="16544" y="9510"/>
                </a:lnTo>
                <a:lnTo>
                  <a:pt x="16446" y="9387"/>
                </a:lnTo>
                <a:lnTo>
                  <a:pt x="16348" y="9510"/>
                </a:lnTo>
                <a:lnTo>
                  <a:pt x="16348" y="42793"/>
                </a:lnTo>
                <a:lnTo>
                  <a:pt x="16152" y="5319"/>
                </a:lnTo>
                <a:lnTo>
                  <a:pt x="15931" y="5319"/>
                </a:lnTo>
                <a:lnTo>
                  <a:pt x="15931" y="38087"/>
                </a:lnTo>
                <a:lnTo>
                  <a:pt x="15735" y="7966"/>
                </a:lnTo>
                <a:cubicBezTo>
                  <a:pt x="15735" y="7868"/>
                  <a:pt x="15637" y="7868"/>
                  <a:pt x="15637" y="7868"/>
                </a:cubicBezTo>
                <a:cubicBezTo>
                  <a:pt x="15637" y="7868"/>
                  <a:pt x="15539" y="7868"/>
                  <a:pt x="15539" y="7966"/>
                </a:cubicBezTo>
                <a:lnTo>
                  <a:pt x="15539" y="37989"/>
                </a:lnTo>
                <a:lnTo>
                  <a:pt x="15319" y="2157"/>
                </a:lnTo>
                <a:lnTo>
                  <a:pt x="15221" y="2035"/>
                </a:lnTo>
                <a:lnTo>
                  <a:pt x="15122" y="2157"/>
                </a:lnTo>
                <a:lnTo>
                  <a:pt x="15122" y="38798"/>
                </a:lnTo>
                <a:lnTo>
                  <a:pt x="14926" y="10515"/>
                </a:lnTo>
                <a:lnTo>
                  <a:pt x="14804" y="10417"/>
                </a:lnTo>
                <a:lnTo>
                  <a:pt x="14706" y="10515"/>
                </a:lnTo>
                <a:lnTo>
                  <a:pt x="14706" y="39018"/>
                </a:lnTo>
                <a:lnTo>
                  <a:pt x="14510" y="11642"/>
                </a:lnTo>
                <a:lnTo>
                  <a:pt x="14412" y="11544"/>
                </a:lnTo>
                <a:lnTo>
                  <a:pt x="14314" y="11642"/>
                </a:lnTo>
                <a:lnTo>
                  <a:pt x="14314" y="38602"/>
                </a:lnTo>
                <a:lnTo>
                  <a:pt x="14093" y="2035"/>
                </a:lnTo>
                <a:cubicBezTo>
                  <a:pt x="14093" y="1937"/>
                  <a:pt x="13995" y="1937"/>
                  <a:pt x="13995" y="1937"/>
                </a:cubicBezTo>
                <a:cubicBezTo>
                  <a:pt x="13995" y="1937"/>
                  <a:pt x="13897" y="1937"/>
                  <a:pt x="13897" y="2035"/>
                </a:cubicBezTo>
                <a:lnTo>
                  <a:pt x="13897" y="40023"/>
                </a:lnTo>
                <a:lnTo>
                  <a:pt x="13701" y="5098"/>
                </a:lnTo>
                <a:cubicBezTo>
                  <a:pt x="13701" y="5000"/>
                  <a:pt x="13578" y="5000"/>
                  <a:pt x="13578" y="5000"/>
                </a:cubicBezTo>
                <a:cubicBezTo>
                  <a:pt x="13578" y="5000"/>
                  <a:pt x="13480" y="5000"/>
                  <a:pt x="13480" y="5098"/>
                </a:cubicBezTo>
                <a:lnTo>
                  <a:pt x="13480" y="38087"/>
                </a:lnTo>
                <a:lnTo>
                  <a:pt x="13284" y="9706"/>
                </a:lnTo>
                <a:lnTo>
                  <a:pt x="13088" y="9706"/>
                </a:lnTo>
                <a:lnTo>
                  <a:pt x="13088" y="37989"/>
                </a:lnTo>
                <a:lnTo>
                  <a:pt x="12868" y="12451"/>
                </a:lnTo>
                <a:lnTo>
                  <a:pt x="12672" y="12451"/>
                </a:lnTo>
                <a:lnTo>
                  <a:pt x="12672" y="42180"/>
                </a:lnTo>
                <a:lnTo>
                  <a:pt x="12476" y="5098"/>
                </a:lnTo>
                <a:cubicBezTo>
                  <a:pt x="12476" y="5000"/>
                  <a:pt x="12353" y="5000"/>
                  <a:pt x="12353" y="5000"/>
                </a:cubicBezTo>
                <a:cubicBezTo>
                  <a:pt x="12353" y="5000"/>
                  <a:pt x="12255" y="5000"/>
                  <a:pt x="12255" y="5098"/>
                </a:cubicBezTo>
                <a:lnTo>
                  <a:pt x="12255" y="43504"/>
                </a:lnTo>
                <a:lnTo>
                  <a:pt x="12059" y="6937"/>
                </a:lnTo>
                <a:lnTo>
                  <a:pt x="11961" y="6838"/>
                </a:lnTo>
                <a:lnTo>
                  <a:pt x="11863" y="6937"/>
                </a:lnTo>
                <a:lnTo>
                  <a:pt x="11863" y="44631"/>
                </a:lnTo>
                <a:lnTo>
                  <a:pt x="11642" y="10000"/>
                </a:lnTo>
                <a:lnTo>
                  <a:pt x="11446" y="10000"/>
                </a:lnTo>
                <a:lnTo>
                  <a:pt x="11446" y="44533"/>
                </a:lnTo>
                <a:lnTo>
                  <a:pt x="11250" y="9902"/>
                </a:lnTo>
                <a:cubicBezTo>
                  <a:pt x="11250" y="9804"/>
                  <a:pt x="11128" y="9804"/>
                  <a:pt x="11128" y="9804"/>
                </a:cubicBezTo>
                <a:cubicBezTo>
                  <a:pt x="11128" y="9804"/>
                  <a:pt x="11030" y="9804"/>
                  <a:pt x="11030" y="9902"/>
                </a:cubicBezTo>
                <a:lnTo>
                  <a:pt x="11030" y="40759"/>
                </a:lnTo>
                <a:lnTo>
                  <a:pt x="10833" y="12574"/>
                </a:lnTo>
                <a:lnTo>
                  <a:pt x="10637" y="12574"/>
                </a:lnTo>
                <a:lnTo>
                  <a:pt x="10637" y="38504"/>
                </a:lnTo>
                <a:lnTo>
                  <a:pt x="10417" y="11446"/>
                </a:lnTo>
                <a:cubicBezTo>
                  <a:pt x="10417" y="11348"/>
                  <a:pt x="10319" y="11348"/>
                  <a:pt x="10319" y="11348"/>
                </a:cubicBezTo>
                <a:cubicBezTo>
                  <a:pt x="10319" y="11348"/>
                  <a:pt x="10221" y="11348"/>
                  <a:pt x="10221" y="11446"/>
                </a:cubicBezTo>
                <a:lnTo>
                  <a:pt x="10221" y="35122"/>
                </a:lnTo>
                <a:lnTo>
                  <a:pt x="10025" y="99"/>
                </a:lnTo>
                <a:cubicBezTo>
                  <a:pt x="10025" y="1"/>
                  <a:pt x="9902" y="1"/>
                  <a:pt x="9902" y="1"/>
                </a:cubicBezTo>
                <a:cubicBezTo>
                  <a:pt x="9902" y="1"/>
                  <a:pt x="9804" y="1"/>
                  <a:pt x="9804" y="99"/>
                </a:cubicBezTo>
                <a:lnTo>
                  <a:pt x="9804" y="41984"/>
                </a:lnTo>
                <a:lnTo>
                  <a:pt x="9608" y="4804"/>
                </a:lnTo>
                <a:lnTo>
                  <a:pt x="9412" y="4804"/>
                </a:lnTo>
                <a:lnTo>
                  <a:pt x="9412" y="42597"/>
                </a:lnTo>
                <a:lnTo>
                  <a:pt x="9191" y="11446"/>
                </a:lnTo>
                <a:cubicBezTo>
                  <a:pt x="9191" y="11348"/>
                  <a:pt x="9093" y="11348"/>
                  <a:pt x="9093" y="11348"/>
                </a:cubicBezTo>
                <a:cubicBezTo>
                  <a:pt x="9093" y="11348"/>
                  <a:pt x="8995" y="11348"/>
                  <a:pt x="8995" y="11446"/>
                </a:cubicBezTo>
                <a:lnTo>
                  <a:pt x="8995" y="39631"/>
                </a:lnTo>
                <a:lnTo>
                  <a:pt x="8799" y="7966"/>
                </a:lnTo>
                <a:lnTo>
                  <a:pt x="8579" y="7966"/>
                </a:lnTo>
                <a:lnTo>
                  <a:pt x="8579" y="42597"/>
                </a:lnTo>
                <a:lnTo>
                  <a:pt x="8383" y="7059"/>
                </a:lnTo>
                <a:lnTo>
                  <a:pt x="8187" y="7059"/>
                </a:lnTo>
                <a:lnTo>
                  <a:pt x="8187" y="42278"/>
                </a:lnTo>
                <a:lnTo>
                  <a:pt x="7966" y="5098"/>
                </a:lnTo>
                <a:lnTo>
                  <a:pt x="7868" y="5000"/>
                </a:lnTo>
                <a:lnTo>
                  <a:pt x="7770" y="5098"/>
                </a:lnTo>
                <a:lnTo>
                  <a:pt x="7770" y="42180"/>
                </a:lnTo>
                <a:lnTo>
                  <a:pt x="7574" y="7451"/>
                </a:lnTo>
                <a:lnTo>
                  <a:pt x="7353" y="7451"/>
                </a:lnTo>
                <a:lnTo>
                  <a:pt x="7353" y="40023"/>
                </a:lnTo>
                <a:lnTo>
                  <a:pt x="7157" y="12451"/>
                </a:lnTo>
                <a:lnTo>
                  <a:pt x="6961" y="12451"/>
                </a:lnTo>
                <a:lnTo>
                  <a:pt x="6961" y="42082"/>
                </a:lnTo>
                <a:lnTo>
                  <a:pt x="6741" y="7770"/>
                </a:lnTo>
                <a:lnTo>
                  <a:pt x="6642" y="7672"/>
                </a:lnTo>
                <a:lnTo>
                  <a:pt x="6544" y="7770"/>
                </a:lnTo>
                <a:lnTo>
                  <a:pt x="6544" y="40955"/>
                </a:lnTo>
                <a:lnTo>
                  <a:pt x="6348" y="7451"/>
                </a:lnTo>
                <a:lnTo>
                  <a:pt x="6128" y="7451"/>
                </a:lnTo>
                <a:lnTo>
                  <a:pt x="6128" y="39411"/>
                </a:lnTo>
                <a:lnTo>
                  <a:pt x="5932" y="12157"/>
                </a:lnTo>
                <a:cubicBezTo>
                  <a:pt x="5932" y="12059"/>
                  <a:pt x="5834" y="12059"/>
                  <a:pt x="5834" y="12059"/>
                </a:cubicBezTo>
                <a:cubicBezTo>
                  <a:pt x="5834" y="12059"/>
                  <a:pt x="5736" y="12059"/>
                  <a:pt x="5736" y="12157"/>
                </a:cubicBezTo>
                <a:lnTo>
                  <a:pt x="5736" y="38920"/>
                </a:lnTo>
                <a:lnTo>
                  <a:pt x="5515" y="10000"/>
                </a:lnTo>
                <a:lnTo>
                  <a:pt x="5417" y="9902"/>
                </a:lnTo>
                <a:cubicBezTo>
                  <a:pt x="5417" y="10000"/>
                  <a:pt x="5319" y="10000"/>
                  <a:pt x="5319" y="10000"/>
                </a:cubicBezTo>
                <a:lnTo>
                  <a:pt x="5319" y="44827"/>
                </a:lnTo>
                <a:lnTo>
                  <a:pt x="5123" y="10735"/>
                </a:lnTo>
                <a:lnTo>
                  <a:pt x="5000" y="10613"/>
                </a:lnTo>
                <a:lnTo>
                  <a:pt x="4902" y="10735"/>
                </a:lnTo>
                <a:lnTo>
                  <a:pt x="4902" y="42278"/>
                </a:lnTo>
                <a:lnTo>
                  <a:pt x="4706" y="8775"/>
                </a:lnTo>
                <a:lnTo>
                  <a:pt x="4510" y="8775"/>
                </a:lnTo>
                <a:lnTo>
                  <a:pt x="4510" y="39117"/>
                </a:lnTo>
                <a:lnTo>
                  <a:pt x="4290" y="1128"/>
                </a:lnTo>
                <a:cubicBezTo>
                  <a:pt x="4290" y="1030"/>
                  <a:pt x="4192" y="1030"/>
                  <a:pt x="4192" y="1030"/>
                </a:cubicBezTo>
                <a:cubicBezTo>
                  <a:pt x="4192" y="1030"/>
                  <a:pt x="4094" y="1030"/>
                  <a:pt x="4094" y="1128"/>
                </a:cubicBezTo>
                <a:lnTo>
                  <a:pt x="4094" y="40538"/>
                </a:lnTo>
                <a:lnTo>
                  <a:pt x="3897" y="4706"/>
                </a:lnTo>
                <a:lnTo>
                  <a:pt x="3677" y="4706"/>
                </a:lnTo>
                <a:lnTo>
                  <a:pt x="3677" y="39729"/>
                </a:lnTo>
                <a:lnTo>
                  <a:pt x="3481" y="2451"/>
                </a:lnTo>
                <a:lnTo>
                  <a:pt x="3285" y="2451"/>
                </a:lnTo>
                <a:lnTo>
                  <a:pt x="3285" y="40342"/>
                </a:lnTo>
                <a:lnTo>
                  <a:pt x="3064" y="613"/>
                </a:lnTo>
                <a:lnTo>
                  <a:pt x="2868" y="613"/>
                </a:lnTo>
                <a:lnTo>
                  <a:pt x="2868" y="44827"/>
                </a:lnTo>
                <a:lnTo>
                  <a:pt x="2672" y="10735"/>
                </a:lnTo>
                <a:lnTo>
                  <a:pt x="2550" y="10613"/>
                </a:lnTo>
                <a:lnTo>
                  <a:pt x="2451" y="10735"/>
                </a:lnTo>
                <a:lnTo>
                  <a:pt x="2451" y="40857"/>
                </a:lnTo>
                <a:lnTo>
                  <a:pt x="2255" y="197"/>
                </a:lnTo>
                <a:lnTo>
                  <a:pt x="2157" y="99"/>
                </a:lnTo>
                <a:lnTo>
                  <a:pt x="2059" y="197"/>
                </a:lnTo>
                <a:lnTo>
                  <a:pt x="2059" y="39729"/>
                </a:lnTo>
                <a:lnTo>
                  <a:pt x="1839" y="6838"/>
                </a:lnTo>
                <a:cubicBezTo>
                  <a:pt x="1839" y="6740"/>
                  <a:pt x="1741" y="6740"/>
                  <a:pt x="1741" y="6740"/>
                </a:cubicBezTo>
                <a:cubicBezTo>
                  <a:pt x="1741" y="6740"/>
                  <a:pt x="1643" y="6740"/>
                  <a:pt x="1643" y="6838"/>
                </a:cubicBezTo>
                <a:lnTo>
                  <a:pt x="1643" y="39018"/>
                </a:lnTo>
                <a:lnTo>
                  <a:pt x="1447" y="932"/>
                </a:lnTo>
                <a:lnTo>
                  <a:pt x="1324" y="809"/>
                </a:lnTo>
                <a:lnTo>
                  <a:pt x="1226" y="932"/>
                </a:lnTo>
                <a:lnTo>
                  <a:pt x="1226" y="37572"/>
                </a:lnTo>
                <a:lnTo>
                  <a:pt x="1030" y="1643"/>
                </a:lnTo>
                <a:cubicBezTo>
                  <a:pt x="1030" y="1545"/>
                  <a:pt x="932" y="1545"/>
                  <a:pt x="932" y="1545"/>
                </a:cubicBezTo>
                <a:cubicBezTo>
                  <a:pt x="932" y="1545"/>
                  <a:pt x="834" y="1545"/>
                  <a:pt x="834" y="1643"/>
                </a:cubicBezTo>
                <a:lnTo>
                  <a:pt x="834" y="44116"/>
                </a:lnTo>
                <a:lnTo>
                  <a:pt x="613" y="12157"/>
                </a:lnTo>
                <a:cubicBezTo>
                  <a:pt x="613" y="12059"/>
                  <a:pt x="515" y="12059"/>
                  <a:pt x="515" y="12059"/>
                </a:cubicBezTo>
                <a:cubicBezTo>
                  <a:pt x="515" y="12059"/>
                  <a:pt x="417" y="12059"/>
                  <a:pt x="417" y="12157"/>
                </a:cubicBezTo>
                <a:lnTo>
                  <a:pt x="417" y="41053"/>
                </a:lnTo>
                <a:lnTo>
                  <a:pt x="221" y="99"/>
                </a:lnTo>
                <a:lnTo>
                  <a:pt x="22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30000">
                <a:srgbClr val="F6D6AD"/>
              </a:gs>
              <a:gs pos="50000">
                <a:schemeClr val="lt2"/>
              </a:gs>
              <a:gs pos="69000">
                <a:srgbClr val="F6D6AD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5"/>
          <p:cNvSpPr/>
          <p:nvPr/>
        </p:nvSpPr>
        <p:spPr>
          <a:xfrm>
            <a:off x="0" y="1601525"/>
            <a:ext cx="9144000" cy="35421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35"/>
          <p:cNvCxnSpPr/>
          <p:nvPr/>
        </p:nvCxnSpPr>
        <p:spPr>
          <a:xfrm>
            <a:off x="1233588" y="4603375"/>
            <a:ext cx="66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/>
          <p:nvPr/>
        </p:nvSpPr>
        <p:spPr>
          <a:xfrm>
            <a:off x="-660124" y="901125"/>
            <a:ext cx="6427950" cy="3434119"/>
          </a:xfrm>
          <a:custGeom>
            <a:rect b="b" l="l" r="r" t="t"/>
            <a:pathLst>
              <a:path extrusionOk="0" h="65145" w="121932">
                <a:moveTo>
                  <a:pt x="11029" y="20416"/>
                </a:moveTo>
                <a:cubicBezTo>
                  <a:pt x="11127" y="21544"/>
                  <a:pt x="11250" y="22769"/>
                  <a:pt x="11250" y="23897"/>
                </a:cubicBezTo>
                <a:lnTo>
                  <a:pt x="11250" y="24093"/>
                </a:lnTo>
                <a:cubicBezTo>
                  <a:pt x="11250" y="22867"/>
                  <a:pt x="11127" y="21740"/>
                  <a:pt x="11029" y="20612"/>
                </a:cubicBezTo>
                <a:lnTo>
                  <a:pt x="11029" y="20416"/>
                </a:lnTo>
                <a:close/>
                <a:moveTo>
                  <a:pt x="12573" y="20833"/>
                </a:moveTo>
                <a:cubicBezTo>
                  <a:pt x="12573" y="21960"/>
                  <a:pt x="12671" y="23186"/>
                  <a:pt x="12769" y="24289"/>
                </a:cubicBezTo>
                <a:lnTo>
                  <a:pt x="12769" y="24607"/>
                </a:lnTo>
                <a:cubicBezTo>
                  <a:pt x="12671" y="23480"/>
                  <a:pt x="12573" y="22255"/>
                  <a:pt x="12573" y="21127"/>
                </a:cubicBezTo>
                <a:lnTo>
                  <a:pt x="12573" y="20833"/>
                </a:lnTo>
                <a:close/>
                <a:moveTo>
                  <a:pt x="9093" y="21740"/>
                </a:moveTo>
                <a:cubicBezTo>
                  <a:pt x="9191" y="22671"/>
                  <a:pt x="9289" y="23676"/>
                  <a:pt x="9411" y="24705"/>
                </a:cubicBezTo>
                <a:lnTo>
                  <a:pt x="9411" y="24803"/>
                </a:lnTo>
                <a:cubicBezTo>
                  <a:pt x="9289" y="23799"/>
                  <a:pt x="9191" y="22769"/>
                  <a:pt x="9093" y="21838"/>
                </a:cubicBezTo>
                <a:lnTo>
                  <a:pt x="9093" y="21740"/>
                </a:lnTo>
                <a:close/>
                <a:moveTo>
                  <a:pt x="13284" y="19510"/>
                </a:moveTo>
                <a:cubicBezTo>
                  <a:pt x="13382" y="21029"/>
                  <a:pt x="13480" y="22671"/>
                  <a:pt x="13578" y="24289"/>
                </a:cubicBezTo>
                <a:lnTo>
                  <a:pt x="13578" y="25122"/>
                </a:lnTo>
                <a:cubicBezTo>
                  <a:pt x="13480" y="23480"/>
                  <a:pt x="13382" y="21960"/>
                  <a:pt x="13284" y="20318"/>
                </a:cubicBezTo>
                <a:lnTo>
                  <a:pt x="13284" y="19510"/>
                </a:lnTo>
                <a:close/>
                <a:moveTo>
                  <a:pt x="7671" y="22353"/>
                </a:moveTo>
                <a:cubicBezTo>
                  <a:pt x="7769" y="23186"/>
                  <a:pt x="7965" y="23995"/>
                  <a:pt x="8063" y="24803"/>
                </a:cubicBezTo>
                <a:lnTo>
                  <a:pt x="8063" y="25220"/>
                </a:lnTo>
                <a:cubicBezTo>
                  <a:pt x="7965" y="24411"/>
                  <a:pt x="7769" y="23480"/>
                  <a:pt x="7671" y="22769"/>
                </a:cubicBezTo>
                <a:lnTo>
                  <a:pt x="7671" y="22353"/>
                </a:lnTo>
                <a:close/>
                <a:moveTo>
                  <a:pt x="11960" y="19608"/>
                </a:moveTo>
                <a:cubicBezTo>
                  <a:pt x="12058" y="21127"/>
                  <a:pt x="12254" y="22671"/>
                  <a:pt x="12352" y="24289"/>
                </a:cubicBezTo>
                <a:lnTo>
                  <a:pt x="12352" y="25416"/>
                </a:lnTo>
                <a:cubicBezTo>
                  <a:pt x="12254" y="23897"/>
                  <a:pt x="12058" y="22255"/>
                  <a:pt x="11960" y="20735"/>
                </a:cubicBezTo>
                <a:lnTo>
                  <a:pt x="11960" y="19608"/>
                </a:lnTo>
                <a:close/>
                <a:moveTo>
                  <a:pt x="14509" y="18382"/>
                </a:moveTo>
                <a:cubicBezTo>
                  <a:pt x="14607" y="20000"/>
                  <a:pt x="14705" y="21642"/>
                  <a:pt x="14803" y="23382"/>
                </a:cubicBezTo>
                <a:lnTo>
                  <a:pt x="14803" y="25416"/>
                </a:lnTo>
                <a:cubicBezTo>
                  <a:pt x="14705" y="23676"/>
                  <a:pt x="14607" y="22058"/>
                  <a:pt x="14509" y="20318"/>
                </a:cubicBezTo>
                <a:lnTo>
                  <a:pt x="14509" y="18382"/>
                </a:lnTo>
                <a:close/>
                <a:moveTo>
                  <a:pt x="15024" y="18897"/>
                </a:moveTo>
                <a:cubicBezTo>
                  <a:pt x="15122" y="20612"/>
                  <a:pt x="15220" y="22451"/>
                  <a:pt x="15318" y="24191"/>
                </a:cubicBezTo>
                <a:lnTo>
                  <a:pt x="15318" y="25637"/>
                </a:lnTo>
                <a:cubicBezTo>
                  <a:pt x="15220" y="23799"/>
                  <a:pt x="15122" y="22058"/>
                  <a:pt x="15024" y="20318"/>
                </a:cubicBezTo>
                <a:lnTo>
                  <a:pt x="15024" y="18897"/>
                </a:lnTo>
                <a:close/>
                <a:moveTo>
                  <a:pt x="13798" y="19289"/>
                </a:moveTo>
                <a:cubicBezTo>
                  <a:pt x="13896" y="20735"/>
                  <a:pt x="13995" y="22255"/>
                  <a:pt x="14191" y="23799"/>
                </a:cubicBezTo>
                <a:lnTo>
                  <a:pt x="14191" y="26127"/>
                </a:lnTo>
                <a:cubicBezTo>
                  <a:pt x="13995" y="24509"/>
                  <a:pt x="13896" y="22965"/>
                  <a:pt x="13798" y="21544"/>
                </a:cubicBezTo>
                <a:lnTo>
                  <a:pt x="13798" y="19289"/>
                </a:lnTo>
                <a:close/>
                <a:moveTo>
                  <a:pt x="4902" y="25024"/>
                </a:moveTo>
                <a:cubicBezTo>
                  <a:pt x="5000" y="25416"/>
                  <a:pt x="5122" y="25833"/>
                  <a:pt x="5220" y="26249"/>
                </a:cubicBezTo>
                <a:lnTo>
                  <a:pt x="5220" y="26347"/>
                </a:lnTo>
                <a:cubicBezTo>
                  <a:pt x="5122" y="25833"/>
                  <a:pt x="5000" y="25416"/>
                  <a:pt x="4902" y="25122"/>
                </a:cubicBezTo>
                <a:lnTo>
                  <a:pt x="4902" y="25024"/>
                </a:lnTo>
                <a:close/>
                <a:moveTo>
                  <a:pt x="15539" y="18676"/>
                </a:moveTo>
                <a:cubicBezTo>
                  <a:pt x="15637" y="20318"/>
                  <a:pt x="15735" y="22058"/>
                  <a:pt x="15931" y="23799"/>
                </a:cubicBezTo>
                <a:lnTo>
                  <a:pt x="15931" y="26544"/>
                </a:lnTo>
                <a:cubicBezTo>
                  <a:pt x="15735" y="24803"/>
                  <a:pt x="15637" y="23063"/>
                  <a:pt x="15539" y="21348"/>
                </a:cubicBezTo>
                <a:lnTo>
                  <a:pt x="15539" y="18676"/>
                </a:lnTo>
                <a:close/>
                <a:moveTo>
                  <a:pt x="16641" y="18480"/>
                </a:moveTo>
                <a:cubicBezTo>
                  <a:pt x="16764" y="20220"/>
                  <a:pt x="16862" y="22058"/>
                  <a:pt x="16960" y="23897"/>
                </a:cubicBezTo>
                <a:lnTo>
                  <a:pt x="16960" y="26642"/>
                </a:lnTo>
                <a:cubicBezTo>
                  <a:pt x="16862" y="24803"/>
                  <a:pt x="16764" y="22965"/>
                  <a:pt x="16641" y="21225"/>
                </a:cubicBezTo>
                <a:lnTo>
                  <a:pt x="16641" y="18480"/>
                </a:lnTo>
                <a:close/>
                <a:moveTo>
                  <a:pt x="79359" y="22573"/>
                </a:moveTo>
                <a:cubicBezTo>
                  <a:pt x="79359" y="23897"/>
                  <a:pt x="79457" y="25122"/>
                  <a:pt x="79457" y="26446"/>
                </a:cubicBezTo>
                <a:lnTo>
                  <a:pt x="79457" y="26642"/>
                </a:lnTo>
                <a:cubicBezTo>
                  <a:pt x="79457" y="25318"/>
                  <a:pt x="79359" y="23995"/>
                  <a:pt x="79359" y="22671"/>
                </a:cubicBezTo>
                <a:lnTo>
                  <a:pt x="79359" y="22573"/>
                </a:lnTo>
                <a:close/>
                <a:moveTo>
                  <a:pt x="16151" y="18995"/>
                </a:moveTo>
                <a:cubicBezTo>
                  <a:pt x="16249" y="20931"/>
                  <a:pt x="16347" y="22965"/>
                  <a:pt x="16445" y="25024"/>
                </a:cubicBezTo>
                <a:lnTo>
                  <a:pt x="16445" y="26960"/>
                </a:lnTo>
                <a:cubicBezTo>
                  <a:pt x="16347" y="24901"/>
                  <a:pt x="16249" y="22965"/>
                  <a:pt x="16151" y="20931"/>
                </a:cubicBezTo>
                <a:lnTo>
                  <a:pt x="16151" y="18995"/>
                </a:lnTo>
                <a:close/>
                <a:moveTo>
                  <a:pt x="18186" y="20220"/>
                </a:moveTo>
                <a:cubicBezTo>
                  <a:pt x="18284" y="21838"/>
                  <a:pt x="18284" y="23480"/>
                  <a:pt x="18382" y="25122"/>
                </a:cubicBezTo>
                <a:lnTo>
                  <a:pt x="18382" y="27058"/>
                </a:lnTo>
                <a:cubicBezTo>
                  <a:pt x="18284" y="25416"/>
                  <a:pt x="18284" y="23799"/>
                  <a:pt x="18186" y="22156"/>
                </a:cubicBezTo>
                <a:lnTo>
                  <a:pt x="18186" y="20220"/>
                </a:lnTo>
                <a:close/>
                <a:moveTo>
                  <a:pt x="17156" y="19510"/>
                </a:moveTo>
                <a:cubicBezTo>
                  <a:pt x="17254" y="21127"/>
                  <a:pt x="17377" y="22867"/>
                  <a:pt x="17475" y="24607"/>
                </a:cubicBezTo>
                <a:lnTo>
                  <a:pt x="17475" y="27671"/>
                </a:lnTo>
                <a:cubicBezTo>
                  <a:pt x="17377" y="25931"/>
                  <a:pt x="17254" y="24191"/>
                  <a:pt x="17156" y="22451"/>
                </a:cubicBezTo>
                <a:lnTo>
                  <a:pt x="17156" y="19510"/>
                </a:lnTo>
                <a:close/>
                <a:moveTo>
                  <a:pt x="21347" y="23186"/>
                </a:moveTo>
                <a:cubicBezTo>
                  <a:pt x="21445" y="24607"/>
                  <a:pt x="21445" y="26029"/>
                  <a:pt x="21445" y="27573"/>
                </a:cubicBezTo>
                <a:lnTo>
                  <a:pt x="21445" y="28088"/>
                </a:lnTo>
                <a:cubicBezTo>
                  <a:pt x="21445" y="26642"/>
                  <a:pt x="21445" y="25122"/>
                  <a:pt x="21347" y="23676"/>
                </a:cubicBezTo>
                <a:lnTo>
                  <a:pt x="21347" y="23186"/>
                </a:lnTo>
                <a:close/>
                <a:moveTo>
                  <a:pt x="17671" y="18897"/>
                </a:moveTo>
                <a:cubicBezTo>
                  <a:pt x="17769" y="20735"/>
                  <a:pt x="17867" y="22671"/>
                  <a:pt x="17989" y="24509"/>
                </a:cubicBezTo>
                <a:lnTo>
                  <a:pt x="17989" y="28284"/>
                </a:lnTo>
                <a:cubicBezTo>
                  <a:pt x="17867" y="26347"/>
                  <a:pt x="17769" y="24411"/>
                  <a:pt x="17671" y="22573"/>
                </a:cubicBezTo>
                <a:lnTo>
                  <a:pt x="17671" y="18897"/>
                </a:lnTo>
                <a:close/>
                <a:moveTo>
                  <a:pt x="74458" y="18995"/>
                </a:moveTo>
                <a:cubicBezTo>
                  <a:pt x="74458" y="21838"/>
                  <a:pt x="74458" y="24705"/>
                  <a:pt x="74556" y="27573"/>
                </a:cubicBezTo>
                <a:lnTo>
                  <a:pt x="74556" y="28480"/>
                </a:lnTo>
                <a:cubicBezTo>
                  <a:pt x="74458" y="25637"/>
                  <a:pt x="74458" y="22769"/>
                  <a:pt x="74458" y="19804"/>
                </a:cubicBezTo>
                <a:lnTo>
                  <a:pt x="74458" y="18995"/>
                </a:lnTo>
                <a:close/>
                <a:moveTo>
                  <a:pt x="22475" y="22573"/>
                </a:moveTo>
                <a:cubicBezTo>
                  <a:pt x="22475" y="24289"/>
                  <a:pt x="22573" y="26127"/>
                  <a:pt x="22573" y="27867"/>
                </a:cubicBezTo>
                <a:lnTo>
                  <a:pt x="22573" y="29092"/>
                </a:lnTo>
                <a:cubicBezTo>
                  <a:pt x="22573" y="27254"/>
                  <a:pt x="22475" y="25514"/>
                  <a:pt x="22475" y="23676"/>
                </a:cubicBezTo>
                <a:lnTo>
                  <a:pt x="22475" y="22573"/>
                </a:lnTo>
                <a:close/>
                <a:moveTo>
                  <a:pt x="72301" y="18774"/>
                </a:moveTo>
                <a:cubicBezTo>
                  <a:pt x="72301" y="22058"/>
                  <a:pt x="72301" y="25318"/>
                  <a:pt x="72399" y="28480"/>
                </a:cubicBezTo>
                <a:lnTo>
                  <a:pt x="72399" y="29191"/>
                </a:lnTo>
                <a:cubicBezTo>
                  <a:pt x="72301" y="25931"/>
                  <a:pt x="72301" y="22671"/>
                  <a:pt x="72301" y="19387"/>
                </a:cubicBezTo>
                <a:lnTo>
                  <a:pt x="72301" y="18774"/>
                </a:lnTo>
                <a:close/>
                <a:moveTo>
                  <a:pt x="20024" y="19093"/>
                </a:moveTo>
                <a:cubicBezTo>
                  <a:pt x="20122" y="21127"/>
                  <a:pt x="20220" y="23186"/>
                  <a:pt x="20318" y="25318"/>
                </a:cubicBezTo>
                <a:lnTo>
                  <a:pt x="20318" y="29509"/>
                </a:lnTo>
                <a:cubicBezTo>
                  <a:pt x="20220" y="27352"/>
                  <a:pt x="20122" y="25318"/>
                  <a:pt x="20024" y="23186"/>
                </a:cubicBezTo>
                <a:lnTo>
                  <a:pt x="20024" y="19093"/>
                </a:lnTo>
                <a:close/>
                <a:moveTo>
                  <a:pt x="82423" y="22573"/>
                </a:moveTo>
                <a:cubicBezTo>
                  <a:pt x="82423" y="24803"/>
                  <a:pt x="82423" y="27058"/>
                  <a:pt x="82521" y="29313"/>
                </a:cubicBezTo>
                <a:lnTo>
                  <a:pt x="82521" y="29509"/>
                </a:lnTo>
                <a:cubicBezTo>
                  <a:pt x="82423" y="27254"/>
                  <a:pt x="82423" y="24901"/>
                  <a:pt x="82423" y="22671"/>
                </a:cubicBezTo>
                <a:lnTo>
                  <a:pt x="82423" y="22573"/>
                </a:lnTo>
                <a:close/>
                <a:moveTo>
                  <a:pt x="18896" y="18995"/>
                </a:moveTo>
                <a:cubicBezTo>
                  <a:pt x="18994" y="21029"/>
                  <a:pt x="19092" y="23186"/>
                  <a:pt x="19313" y="25220"/>
                </a:cubicBezTo>
                <a:lnTo>
                  <a:pt x="19313" y="29607"/>
                </a:lnTo>
                <a:cubicBezTo>
                  <a:pt x="19092" y="27475"/>
                  <a:pt x="18994" y="25416"/>
                  <a:pt x="18896" y="23284"/>
                </a:cubicBezTo>
                <a:lnTo>
                  <a:pt x="18896" y="18995"/>
                </a:lnTo>
                <a:close/>
                <a:moveTo>
                  <a:pt x="75364" y="19608"/>
                </a:moveTo>
                <a:cubicBezTo>
                  <a:pt x="75462" y="22671"/>
                  <a:pt x="75462" y="25735"/>
                  <a:pt x="75585" y="28798"/>
                </a:cubicBezTo>
                <a:lnTo>
                  <a:pt x="75585" y="29705"/>
                </a:lnTo>
                <a:cubicBezTo>
                  <a:pt x="75462" y="26544"/>
                  <a:pt x="75462" y="23480"/>
                  <a:pt x="75364" y="20416"/>
                </a:cubicBezTo>
                <a:lnTo>
                  <a:pt x="75364" y="19608"/>
                </a:lnTo>
                <a:close/>
                <a:moveTo>
                  <a:pt x="19509" y="19510"/>
                </a:moveTo>
                <a:cubicBezTo>
                  <a:pt x="19607" y="21642"/>
                  <a:pt x="19705" y="23897"/>
                  <a:pt x="19828" y="26127"/>
                </a:cubicBezTo>
                <a:lnTo>
                  <a:pt x="19828" y="29803"/>
                </a:lnTo>
                <a:cubicBezTo>
                  <a:pt x="19705" y="27573"/>
                  <a:pt x="19607" y="25318"/>
                  <a:pt x="19509" y="23186"/>
                </a:cubicBezTo>
                <a:lnTo>
                  <a:pt x="19509" y="19510"/>
                </a:lnTo>
                <a:close/>
                <a:moveTo>
                  <a:pt x="23381" y="24705"/>
                </a:moveTo>
                <a:cubicBezTo>
                  <a:pt x="23504" y="26029"/>
                  <a:pt x="23504" y="27352"/>
                  <a:pt x="23504" y="28700"/>
                </a:cubicBezTo>
                <a:lnTo>
                  <a:pt x="23504" y="30024"/>
                </a:lnTo>
                <a:cubicBezTo>
                  <a:pt x="23504" y="28700"/>
                  <a:pt x="23504" y="27352"/>
                  <a:pt x="23381" y="25931"/>
                </a:cubicBezTo>
                <a:lnTo>
                  <a:pt x="23381" y="24705"/>
                </a:lnTo>
                <a:close/>
                <a:moveTo>
                  <a:pt x="23700" y="23186"/>
                </a:moveTo>
                <a:cubicBezTo>
                  <a:pt x="23798" y="24509"/>
                  <a:pt x="23798" y="25931"/>
                  <a:pt x="23798" y="27352"/>
                </a:cubicBezTo>
                <a:lnTo>
                  <a:pt x="23798" y="30122"/>
                </a:lnTo>
                <a:cubicBezTo>
                  <a:pt x="23798" y="28798"/>
                  <a:pt x="23700" y="27352"/>
                  <a:pt x="23700" y="26029"/>
                </a:cubicBezTo>
                <a:lnTo>
                  <a:pt x="23700" y="23186"/>
                </a:lnTo>
                <a:close/>
                <a:moveTo>
                  <a:pt x="69654" y="15319"/>
                </a:moveTo>
                <a:cubicBezTo>
                  <a:pt x="69752" y="20318"/>
                  <a:pt x="69850" y="25220"/>
                  <a:pt x="69948" y="30122"/>
                </a:cubicBezTo>
                <a:lnTo>
                  <a:pt x="69948" y="30735"/>
                </a:lnTo>
                <a:cubicBezTo>
                  <a:pt x="69850" y="25637"/>
                  <a:pt x="69752" y="20514"/>
                  <a:pt x="69654" y="15417"/>
                </a:cubicBezTo>
                <a:lnTo>
                  <a:pt x="69654" y="15319"/>
                </a:lnTo>
                <a:close/>
                <a:moveTo>
                  <a:pt x="24607" y="24705"/>
                </a:moveTo>
                <a:cubicBezTo>
                  <a:pt x="24607" y="26642"/>
                  <a:pt x="24729" y="28480"/>
                  <a:pt x="24729" y="30318"/>
                </a:cubicBezTo>
                <a:lnTo>
                  <a:pt x="24729" y="31249"/>
                </a:lnTo>
                <a:cubicBezTo>
                  <a:pt x="24729" y="29411"/>
                  <a:pt x="24607" y="27573"/>
                  <a:pt x="24607" y="25735"/>
                </a:cubicBezTo>
                <a:lnTo>
                  <a:pt x="24607" y="24705"/>
                </a:lnTo>
                <a:close/>
                <a:moveTo>
                  <a:pt x="20538" y="19093"/>
                </a:moveTo>
                <a:cubicBezTo>
                  <a:pt x="20636" y="21740"/>
                  <a:pt x="20734" y="24411"/>
                  <a:pt x="20832" y="27156"/>
                </a:cubicBezTo>
                <a:lnTo>
                  <a:pt x="20832" y="31543"/>
                </a:lnTo>
                <a:cubicBezTo>
                  <a:pt x="20734" y="28700"/>
                  <a:pt x="20636" y="26029"/>
                  <a:pt x="20538" y="23284"/>
                </a:cubicBezTo>
                <a:lnTo>
                  <a:pt x="20538" y="19093"/>
                </a:lnTo>
                <a:close/>
                <a:moveTo>
                  <a:pt x="27180" y="25416"/>
                </a:moveTo>
                <a:cubicBezTo>
                  <a:pt x="27278" y="26862"/>
                  <a:pt x="27278" y="28284"/>
                  <a:pt x="27278" y="29803"/>
                </a:cubicBezTo>
                <a:lnTo>
                  <a:pt x="27278" y="31960"/>
                </a:lnTo>
                <a:cubicBezTo>
                  <a:pt x="27278" y="30538"/>
                  <a:pt x="27278" y="28994"/>
                  <a:pt x="27180" y="27573"/>
                </a:cubicBezTo>
                <a:lnTo>
                  <a:pt x="27180" y="25416"/>
                </a:lnTo>
                <a:close/>
                <a:moveTo>
                  <a:pt x="22989" y="20220"/>
                </a:moveTo>
                <a:cubicBezTo>
                  <a:pt x="22989" y="22353"/>
                  <a:pt x="23087" y="24607"/>
                  <a:pt x="23185" y="26862"/>
                </a:cubicBezTo>
                <a:lnTo>
                  <a:pt x="23185" y="32058"/>
                </a:lnTo>
                <a:cubicBezTo>
                  <a:pt x="23087" y="29803"/>
                  <a:pt x="22989" y="27671"/>
                  <a:pt x="22989" y="25514"/>
                </a:cubicBezTo>
                <a:lnTo>
                  <a:pt x="22989" y="20220"/>
                </a:lnTo>
                <a:close/>
                <a:moveTo>
                  <a:pt x="25538" y="25220"/>
                </a:moveTo>
                <a:cubicBezTo>
                  <a:pt x="25636" y="26960"/>
                  <a:pt x="25636" y="28578"/>
                  <a:pt x="25636" y="30318"/>
                </a:cubicBezTo>
                <a:lnTo>
                  <a:pt x="25636" y="32377"/>
                </a:lnTo>
                <a:cubicBezTo>
                  <a:pt x="25636" y="30637"/>
                  <a:pt x="25636" y="28994"/>
                  <a:pt x="25538" y="27254"/>
                </a:cubicBezTo>
                <a:lnTo>
                  <a:pt x="25538" y="25220"/>
                </a:lnTo>
                <a:close/>
                <a:moveTo>
                  <a:pt x="76394" y="10931"/>
                </a:moveTo>
                <a:cubicBezTo>
                  <a:pt x="76492" y="16029"/>
                  <a:pt x="76590" y="21029"/>
                  <a:pt x="76688" y="26029"/>
                </a:cubicBezTo>
                <a:lnTo>
                  <a:pt x="76688" y="32475"/>
                </a:lnTo>
                <a:cubicBezTo>
                  <a:pt x="76590" y="27352"/>
                  <a:pt x="76492" y="22255"/>
                  <a:pt x="76394" y="17157"/>
                </a:cubicBezTo>
                <a:lnTo>
                  <a:pt x="76394" y="10931"/>
                </a:lnTo>
                <a:close/>
                <a:moveTo>
                  <a:pt x="77619" y="12770"/>
                </a:moveTo>
                <a:cubicBezTo>
                  <a:pt x="77717" y="17157"/>
                  <a:pt x="77815" y="21544"/>
                  <a:pt x="77913" y="25931"/>
                </a:cubicBezTo>
                <a:lnTo>
                  <a:pt x="77913" y="32475"/>
                </a:lnTo>
                <a:cubicBezTo>
                  <a:pt x="77815" y="27965"/>
                  <a:pt x="77717" y="23480"/>
                  <a:pt x="77619" y="18995"/>
                </a:cubicBezTo>
                <a:lnTo>
                  <a:pt x="77619" y="12770"/>
                </a:lnTo>
                <a:close/>
                <a:moveTo>
                  <a:pt x="21862" y="20000"/>
                </a:moveTo>
                <a:cubicBezTo>
                  <a:pt x="22058" y="22671"/>
                  <a:pt x="22156" y="25416"/>
                  <a:pt x="22278" y="28186"/>
                </a:cubicBezTo>
                <a:lnTo>
                  <a:pt x="22278" y="33087"/>
                </a:lnTo>
                <a:cubicBezTo>
                  <a:pt x="22156" y="30318"/>
                  <a:pt x="22058" y="27573"/>
                  <a:pt x="21862" y="24803"/>
                </a:cubicBezTo>
                <a:lnTo>
                  <a:pt x="21862" y="20000"/>
                </a:lnTo>
                <a:close/>
                <a:moveTo>
                  <a:pt x="80266" y="14902"/>
                </a:moveTo>
                <a:cubicBezTo>
                  <a:pt x="80364" y="18578"/>
                  <a:pt x="80487" y="22255"/>
                  <a:pt x="80585" y="25931"/>
                </a:cubicBezTo>
                <a:lnTo>
                  <a:pt x="80585" y="33602"/>
                </a:lnTo>
                <a:cubicBezTo>
                  <a:pt x="80487" y="29926"/>
                  <a:pt x="80364" y="26249"/>
                  <a:pt x="80266" y="22573"/>
                </a:cubicBezTo>
                <a:lnTo>
                  <a:pt x="80266" y="14902"/>
                </a:lnTo>
                <a:close/>
                <a:moveTo>
                  <a:pt x="72619" y="11544"/>
                </a:moveTo>
                <a:cubicBezTo>
                  <a:pt x="72718" y="17157"/>
                  <a:pt x="72816" y="22867"/>
                  <a:pt x="73012" y="28480"/>
                </a:cubicBezTo>
                <a:lnTo>
                  <a:pt x="73012" y="33896"/>
                </a:lnTo>
                <a:cubicBezTo>
                  <a:pt x="72816" y="28186"/>
                  <a:pt x="72718" y="22353"/>
                  <a:pt x="72619" y="16642"/>
                </a:cubicBezTo>
                <a:lnTo>
                  <a:pt x="72619" y="11544"/>
                </a:lnTo>
                <a:close/>
                <a:moveTo>
                  <a:pt x="26862" y="23284"/>
                </a:moveTo>
                <a:cubicBezTo>
                  <a:pt x="26862" y="25514"/>
                  <a:pt x="26960" y="27867"/>
                  <a:pt x="26960" y="30122"/>
                </a:cubicBezTo>
                <a:lnTo>
                  <a:pt x="26960" y="33994"/>
                </a:lnTo>
                <a:cubicBezTo>
                  <a:pt x="26960" y="31764"/>
                  <a:pt x="26862" y="29509"/>
                  <a:pt x="26862" y="27156"/>
                </a:cubicBezTo>
                <a:lnTo>
                  <a:pt x="26862" y="23284"/>
                </a:lnTo>
                <a:close/>
                <a:moveTo>
                  <a:pt x="23994" y="19804"/>
                </a:moveTo>
                <a:cubicBezTo>
                  <a:pt x="24117" y="22671"/>
                  <a:pt x="24313" y="25514"/>
                  <a:pt x="24411" y="28480"/>
                </a:cubicBezTo>
                <a:lnTo>
                  <a:pt x="24411" y="34215"/>
                </a:lnTo>
                <a:cubicBezTo>
                  <a:pt x="24313" y="31249"/>
                  <a:pt x="24117" y="28382"/>
                  <a:pt x="23994" y="25416"/>
                </a:cubicBezTo>
                <a:lnTo>
                  <a:pt x="23994" y="19804"/>
                </a:lnTo>
                <a:close/>
                <a:moveTo>
                  <a:pt x="70781" y="16740"/>
                </a:moveTo>
                <a:cubicBezTo>
                  <a:pt x="70879" y="21740"/>
                  <a:pt x="70977" y="26740"/>
                  <a:pt x="71075" y="31641"/>
                </a:cubicBezTo>
                <a:lnTo>
                  <a:pt x="71075" y="34313"/>
                </a:lnTo>
                <a:cubicBezTo>
                  <a:pt x="70977" y="29191"/>
                  <a:pt x="70879" y="24093"/>
                  <a:pt x="70781" y="18995"/>
                </a:cubicBezTo>
                <a:lnTo>
                  <a:pt x="70781" y="16740"/>
                </a:lnTo>
                <a:close/>
                <a:moveTo>
                  <a:pt x="73232" y="11226"/>
                </a:moveTo>
                <a:cubicBezTo>
                  <a:pt x="73330" y="17549"/>
                  <a:pt x="73428" y="23897"/>
                  <a:pt x="73526" y="30122"/>
                </a:cubicBezTo>
                <a:lnTo>
                  <a:pt x="73526" y="34411"/>
                </a:lnTo>
                <a:cubicBezTo>
                  <a:pt x="73428" y="28088"/>
                  <a:pt x="73330" y="21642"/>
                  <a:pt x="73232" y="15221"/>
                </a:cubicBezTo>
                <a:lnTo>
                  <a:pt x="73232" y="11226"/>
                </a:lnTo>
                <a:close/>
                <a:moveTo>
                  <a:pt x="27474" y="24803"/>
                </a:moveTo>
                <a:cubicBezTo>
                  <a:pt x="27572" y="26642"/>
                  <a:pt x="27572" y="28480"/>
                  <a:pt x="27670" y="30318"/>
                </a:cubicBezTo>
                <a:lnTo>
                  <a:pt x="27670" y="34509"/>
                </a:lnTo>
                <a:cubicBezTo>
                  <a:pt x="27572" y="32671"/>
                  <a:pt x="27572" y="30833"/>
                  <a:pt x="27474" y="28994"/>
                </a:cubicBezTo>
                <a:lnTo>
                  <a:pt x="27474" y="24803"/>
                </a:lnTo>
                <a:close/>
                <a:moveTo>
                  <a:pt x="87006" y="26642"/>
                </a:moveTo>
                <a:cubicBezTo>
                  <a:pt x="87006" y="28284"/>
                  <a:pt x="87104" y="30024"/>
                  <a:pt x="87104" y="31641"/>
                </a:cubicBezTo>
                <a:lnTo>
                  <a:pt x="87104" y="34509"/>
                </a:lnTo>
                <a:cubicBezTo>
                  <a:pt x="87104" y="32769"/>
                  <a:pt x="87006" y="31029"/>
                  <a:pt x="87006" y="29411"/>
                </a:cubicBezTo>
                <a:lnTo>
                  <a:pt x="87006" y="26642"/>
                </a:lnTo>
                <a:close/>
                <a:moveTo>
                  <a:pt x="88134" y="28480"/>
                </a:moveTo>
                <a:cubicBezTo>
                  <a:pt x="88232" y="30122"/>
                  <a:pt x="88232" y="31764"/>
                  <a:pt x="88232" y="33382"/>
                </a:cubicBezTo>
                <a:lnTo>
                  <a:pt x="88232" y="34509"/>
                </a:lnTo>
                <a:cubicBezTo>
                  <a:pt x="88232" y="32867"/>
                  <a:pt x="88232" y="31249"/>
                  <a:pt x="88134" y="29509"/>
                </a:cubicBezTo>
                <a:lnTo>
                  <a:pt x="88134" y="28480"/>
                </a:lnTo>
                <a:close/>
                <a:moveTo>
                  <a:pt x="82006" y="16642"/>
                </a:moveTo>
                <a:cubicBezTo>
                  <a:pt x="82006" y="20833"/>
                  <a:pt x="82104" y="24901"/>
                  <a:pt x="82202" y="29092"/>
                </a:cubicBezTo>
                <a:lnTo>
                  <a:pt x="82202" y="34828"/>
                </a:lnTo>
                <a:cubicBezTo>
                  <a:pt x="82104" y="30735"/>
                  <a:pt x="82006" y="26544"/>
                  <a:pt x="82006" y="22353"/>
                </a:cubicBezTo>
                <a:lnTo>
                  <a:pt x="82006" y="16642"/>
                </a:lnTo>
                <a:close/>
                <a:moveTo>
                  <a:pt x="25832" y="22255"/>
                </a:moveTo>
                <a:cubicBezTo>
                  <a:pt x="25955" y="24803"/>
                  <a:pt x="26053" y="27352"/>
                  <a:pt x="26151" y="30024"/>
                </a:cubicBezTo>
                <a:lnTo>
                  <a:pt x="26151" y="34926"/>
                </a:lnTo>
                <a:lnTo>
                  <a:pt x="25832" y="27254"/>
                </a:lnTo>
                <a:lnTo>
                  <a:pt x="25832" y="22255"/>
                </a:lnTo>
                <a:close/>
                <a:moveTo>
                  <a:pt x="86197" y="22451"/>
                </a:moveTo>
                <a:cubicBezTo>
                  <a:pt x="86295" y="24705"/>
                  <a:pt x="86295" y="27058"/>
                  <a:pt x="86295" y="29411"/>
                </a:cubicBezTo>
                <a:lnTo>
                  <a:pt x="86295" y="34926"/>
                </a:lnTo>
                <a:cubicBezTo>
                  <a:pt x="86295" y="32671"/>
                  <a:pt x="86295" y="30318"/>
                  <a:pt x="86197" y="27965"/>
                </a:cubicBezTo>
                <a:lnTo>
                  <a:pt x="86197" y="22451"/>
                </a:lnTo>
                <a:close/>
                <a:moveTo>
                  <a:pt x="81492" y="17059"/>
                </a:moveTo>
                <a:cubicBezTo>
                  <a:pt x="81590" y="20318"/>
                  <a:pt x="81712" y="23480"/>
                  <a:pt x="81810" y="26740"/>
                </a:cubicBezTo>
                <a:lnTo>
                  <a:pt x="81810" y="35024"/>
                </a:lnTo>
                <a:cubicBezTo>
                  <a:pt x="81712" y="31764"/>
                  <a:pt x="81590" y="28480"/>
                  <a:pt x="81492" y="25122"/>
                </a:cubicBezTo>
                <a:lnTo>
                  <a:pt x="81492" y="17059"/>
                </a:lnTo>
                <a:close/>
                <a:moveTo>
                  <a:pt x="24925" y="19902"/>
                </a:moveTo>
                <a:cubicBezTo>
                  <a:pt x="25023" y="22769"/>
                  <a:pt x="25220" y="25735"/>
                  <a:pt x="25342" y="28700"/>
                </a:cubicBezTo>
                <a:lnTo>
                  <a:pt x="25342" y="35318"/>
                </a:lnTo>
                <a:cubicBezTo>
                  <a:pt x="25220" y="32377"/>
                  <a:pt x="25023" y="29411"/>
                  <a:pt x="24925" y="26544"/>
                </a:cubicBezTo>
                <a:lnTo>
                  <a:pt x="24925" y="19902"/>
                </a:lnTo>
                <a:close/>
                <a:moveTo>
                  <a:pt x="68330" y="16446"/>
                </a:moveTo>
                <a:cubicBezTo>
                  <a:pt x="68428" y="22353"/>
                  <a:pt x="68527" y="28186"/>
                  <a:pt x="68625" y="33994"/>
                </a:cubicBezTo>
                <a:lnTo>
                  <a:pt x="68625" y="35318"/>
                </a:lnTo>
                <a:cubicBezTo>
                  <a:pt x="68527" y="29313"/>
                  <a:pt x="68428" y="23284"/>
                  <a:pt x="68330" y="17157"/>
                </a:cubicBezTo>
                <a:lnTo>
                  <a:pt x="68330" y="16446"/>
                </a:lnTo>
                <a:close/>
                <a:moveTo>
                  <a:pt x="78134" y="11128"/>
                </a:moveTo>
                <a:cubicBezTo>
                  <a:pt x="78232" y="16642"/>
                  <a:pt x="78330" y="22058"/>
                  <a:pt x="78428" y="27352"/>
                </a:cubicBezTo>
                <a:lnTo>
                  <a:pt x="78428" y="35832"/>
                </a:lnTo>
                <a:cubicBezTo>
                  <a:pt x="78330" y="30318"/>
                  <a:pt x="78232" y="24901"/>
                  <a:pt x="78134" y="19289"/>
                </a:cubicBezTo>
                <a:lnTo>
                  <a:pt x="78134" y="11128"/>
                </a:lnTo>
                <a:close/>
                <a:moveTo>
                  <a:pt x="78845" y="12966"/>
                </a:moveTo>
                <a:cubicBezTo>
                  <a:pt x="78943" y="17671"/>
                  <a:pt x="79041" y="22451"/>
                  <a:pt x="79139" y="27156"/>
                </a:cubicBezTo>
                <a:lnTo>
                  <a:pt x="79139" y="36053"/>
                </a:lnTo>
                <a:cubicBezTo>
                  <a:pt x="79041" y="31249"/>
                  <a:pt x="78943" y="26446"/>
                  <a:pt x="78845" y="21642"/>
                </a:cubicBezTo>
                <a:lnTo>
                  <a:pt x="78845" y="12966"/>
                </a:lnTo>
                <a:close/>
                <a:moveTo>
                  <a:pt x="74850" y="13064"/>
                </a:moveTo>
                <a:cubicBezTo>
                  <a:pt x="74972" y="18480"/>
                  <a:pt x="75070" y="23897"/>
                  <a:pt x="75168" y="29191"/>
                </a:cubicBezTo>
                <a:lnTo>
                  <a:pt x="75168" y="36151"/>
                </a:lnTo>
                <a:cubicBezTo>
                  <a:pt x="75070" y="30735"/>
                  <a:pt x="74972" y="25220"/>
                  <a:pt x="74850" y="19706"/>
                </a:cubicBezTo>
                <a:lnTo>
                  <a:pt x="74850" y="13064"/>
                </a:lnTo>
                <a:close/>
                <a:moveTo>
                  <a:pt x="82717" y="16740"/>
                </a:moveTo>
                <a:cubicBezTo>
                  <a:pt x="82815" y="20220"/>
                  <a:pt x="82938" y="23578"/>
                  <a:pt x="83036" y="26960"/>
                </a:cubicBezTo>
                <a:lnTo>
                  <a:pt x="83036" y="36249"/>
                </a:lnTo>
                <a:cubicBezTo>
                  <a:pt x="82938" y="32769"/>
                  <a:pt x="82815" y="29411"/>
                  <a:pt x="82717" y="25931"/>
                </a:cubicBezTo>
                <a:lnTo>
                  <a:pt x="82717" y="16740"/>
                </a:lnTo>
                <a:close/>
                <a:moveTo>
                  <a:pt x="33700" y="30637"/>
                </a:moveTo>
                <a:cubicBezTo>
                  <a:pt x="33700" y="32254"/>
                  <a:pt x="33700" y="33896"/>
                  <a:pt x="33798" y="35538"/>
                </a:cubicBezTo>
                <a:lnTo>
                  <a:pt x="33798" y="36543"/>
                </a:lnTo>
                <a:cubicBezTo>
                  <a:pt x="33700" y="34926"/>
                  <a:pt x="33700" y="33283"/>
                  <a:pt x="33700" y="31641"/>
                </a:cubicBezTo>
                <a:lnTo>
                  <a:pt x="33700" y="30637"/>
                </a:lnTo>
                <a:close/>
                <a:moveTo>
                  <a:pt x="79653" y="13064"/>
                </a:moveTo>
                <a:cubicBezTo>
                  <a:pt x="79752" y="17867"/>
                  <a:pt x="79874" y="22671"/>
                  <a:pt x="79972" y="27475"/>
                </a:cubicBezTo>
                <a:lnTo>
                  <a:pt x="79972" y="36862"/>
                </a:lnTo>
                <a:cubicBezTo>
                  <a:pt x="79874" y="32058"/>
                  <a:pt x="79752" y="27156"/>
                  <a:pt x="79653" y="22255"/>
                </a:cubicBezTo>
                <a:lnTo>
                  <a:pt x="79653" y="13064"/>
                </a:lnTo>
                <a:close/>
                <a:moveTo>
                  <a:pt x="26347" y="22353"/>
                </a:moveTo>
                <a:cubicBezTo>
                  <a:pt x="26445" y="25416"/>
                  <a:pt x="26568" y="28578"/>
                  <a:pt x="26666" y="31764"/>
                </a:cubicBezTo>
                <a:lnTo>
                  <a:pt x="26666" y="37156"/>
                </a:lnTo>
                <a:cubicBezTo>
                  <a:pt x="26568" y="33896"/>
                  <a:pt x="26445" y="30833"/>
                  <a:pt x="26347" y="27671"/>
                </a:cubicBezTo>
                <a:lnTo>
                  <a:pt x="26347" y="22353"/>
                </a:lnTo>
                <a:close/>
                <a:moveTo>
                  <a:pt x="85168" y="20735"/>
                </a:moveTo>
                <a:cubicBezTo>
                  <a:pt x="85266" y="23897"/>
                  <a:pt x="85389" y="27058"/>
                  <a:pt x="85389" y="30220"/>
                </a:cubicBezTo>
                <a:lnTo>
                  <a:pt x="85389" y="37278"/>
                </a:lnTo>
                <a:cubicBezTo>
                  <a:pt x="85389" y="34092"/>
                  <a:pt x="85266" y="30931"/>
                  <a:pt x="85168" y="27769"/>
                </a:cubicBezTo>
                <a:lnTo>
                  <a:pt x="85168" y="20735"/>
                </a:lnTo>
                <a:close/>
                <a:moveTo>
                  <a:pt x="29925" y="26544"/>
                </a:moveTo>
                <a:cubicBezTo>
                  <a:pt x="29925" y="29313"/>
                  <a:pt x="30023" y="32156"/>
                  <a:pt x="30023" y="34926"/>
                </a:cubicBezTo>
                <a:lnTo>
                  <a:pt x="30023" y="37769"/>
                </a:lnTo>
                <a:cubicBezTo>
                  <a:pt x="30023" y="34926"/>
                  <a:pt x="29925" y="32156"/>
                  <a:pt x="29925" y="29411"/>
                </a:cubicBezTo>
                <a:lnTo>
                  <a:pt x="29925" y="26544"/>
                </a:lnTo>
                <a:close/>
                <a:moveTo>
                  <a:pt x="90780" y="25416"/>
                </a:moveTo>
                <a:cubicBezTo>
                  <a:pt x="90903" y="28186"/>
                  <a:pt x="90903" y="30833"/>
                  <a:pt x="91001" y="33602"/>
                </a:cubicBezTo>
                <a:lnTo>
                  <a:pt x="91001" y="38087"/>
                </a:lnTo>
                <a:cubicBezTo>
                  <a:pt x="90903" y="35440"/>
                  <a:pt x="90903" y="32671"/>
                  <a:pt x="90780" y="29926"/>
                </a:cubicBezTo>
                <a:lnTo>
                  <a:pt x="90780" y="25416"/>
                </a:lnTo>
                <a:close/>
                <a:moveTo>
                  <a:pt x="34827" y="30637"/>
                </a:moveTo>
                <a:cubicBezTo>
                  <a:pt x="34827" y="32254"/>
                  <a:pt x="34925" y="33994"/>
                  <a:pt x="34925" y="35734"/>
                </a:cubicBezTo>
                <a:lnTo>
                  <a:pt x="34925" y="38504"/>
                </a:lnTo>
                <a:cubicBezTo>
                  <a:pt x="34925" y="36764"/>
                  <a:pt x="34827" y="35122"/>
                  <a:pt x="34827" y="33382"/>
                </a:cubicBezTo>
                <a:lnTo>
                  <a:pt x="34827" y="30637"/>
                </a:lnTo>
                <a:close/>
                <a:moveTo>
                  <a:pt x="91908" y="27352"/>
                </a:moveTo>
                <a:cubicBezTo>
                  <a:pt x="91908" y="30122"/>
                  <a:pt x="92006" y="32989"/>
                  <a:pt x="92128" y="35734"/>
                </a:cubicBezTo>
                <a:lnTo>
                  <a:pt x="92128" y="38504"/>
                </a:lnTo>
                <a:cubicBezTo>
                  <a:pt x="92006" y="35734"/>
                  <a:pt x="91908" y="32989"/>
                  <a:pt x="91908" y="30122"/>
                </a:cubicBezTo>
                <a:lnTo>
                  <a:pt x="91908" y="27352"/>
                </a:lnTo>
                <a:close/>
                <a:moveTo>
                  <a:pt x="29411" y="24191"/>
                </a:moveTo>
                <a:lnTo>
                  <a:pt x="29729" y="34313"/>
                </a:lnTo>
                <a:lnTo>
                  <a:pt x="29729" y="38700"/>
                </a:lnTo>
                <a:lnTo>
                  <a:pt x="29411" y="28578"/>
                </a:lnTo>
                <a:lnTo>
                  <a:pt x="29411" y="24191"/>
                </a:lnTo>
                <a:close/>
                <a:moveTo>
                  <a:pt x="83330" y="15417"/>
                </a:moveTo>
                <a:cubicBezTo>
                  <a:pt x="83428" y="20000"/>
                  <a:pt x="83550" y="24509"/>
                  <a:pt x="83648" y="28896"/>
                </a:cubicBezTo>
                <a:lnTo>
                  <a:pt x="83648" y="38798"/>
                </a:lnTo>
                <a:cubicBezTo>
                  <a:pt x="83550" y="34411"/>
                  <a:pt x="83428" y="29926"/>
                  <a:pt x="83330" y="25318"/>
                </a:cubicBezTo>
                <a:lnTo>
                  <a:pt x="83330" y="15417"/>
                </a:lnTo>
                <a:close/>
                <a:moveTo>
                  <a:pt x="83943" y="16642"/>
                </a:moveTo>
                <a:cubicBezTo>
                  <a:pt x="84041" y="21348"/>
                  <a:pt x="84163" y="26029"/>
                  <a:pt x="84261" y="30637"/>
                </a:cubicBezTo>
                <a:lnTo>
                  <a:pt x="84261" y="38896"/>
                </a:lnTo>
                <a:cubicBezTo>
                  <a:pt x="84163" y="34215"/>
                  <a:pt x="84041" y="29607"/>
                  <a:pt x="83943" y="24901"/>
                </a:cubicBezTo>
                <a:lnTo>
                  <a:pt x="83943" y="16642"/>
                </a:lnTo>
                <a:close/>
                <a:moveTo>
                  <a:pt x="32572" y="26029"/>
                </a:moveTo>
                <a:cubicBezTo>
                  <a:pt x="32695" y="28700"/>
                  <a:pt x="32695" y="31347"/>
                  <a:pt x="32793" y="33994"/>
                </a:cubicBezTo>
                <a:lnTo>
                  <a:pt x="32793" y="38994"/>
                </a:lnTo>
                <a:cubicBezTo>
                  <a:pt x="32695" y="36347"/>
                  <a:pt x="32695" y="33798"/>
                  <a:pt x="32572" y="31151"/>
                </a:cubicBezTo>
                <a:lnTo>
                  <a:pt x="32572" y="26029"/>
                </a:lnTo>
                <a:close/>
                <a:moveTo>
                  <a:pt x="89163" y="26029"/>
                </a:moveTo>
                <a:cubicBezTo>
                  <a:pt x="89261" y="28700"/>
                  <a:pt x="89261" y="31347"/>
                  <a:pt x="89359" y="33896"/>
                </a:cubicBezTo>
                <a:lnTo>
                  <a:pt x="89359" y="38994"/>
                </a:lnTo>
                <a:cubicBezTo>
                  <a:pt x="89261" y="36347"/>
                  <a:pt x="89261" y="33798"/>
                  <a:pt x="89163" y="31151"/>
                </a:cubicBezTo>
                <a:lnTo>
                  <a:pt x="89163" y="26029"/>
                </a:lnTo>
                <a:close/>
                <a:moveTo>
                  <a:pt x="86491" y="21029"/>
                </a:moveTo>
                <a:cubicBezTo>
                  <a:pt x="86614" y="24411"/>
                  <a:pt x="86712" y="27769"/>
                  <a:pt x="86810" y="31151"/>
                </a:cubicBezTo>
                <a:lnTo>
                  <a:pt x="86810" y="39117"/>
                </a:lnTo>
                <a:cubicBezTo>
                  <a:pt x="86712" y="35734"/>
                  <a:pt x="86614" y="32377"/>
                  <a:pt x="86491" y="28994"/>
                </a:cubicBezTo>
                <a:lnTo>
                  <a:pt x="86491" y="21029"/>
                </a:lnTo>
                <a:close/>
                <a:moveTo>
                  <a:pt x="28896" y="23186"/>
                </a:moveTo>
                <a:cubicBezTo>
                  <a:pt x="29018" y="26862"/>
                  <a:pt x="29116" y="30538"/>
                  <a:pt x="29214" y="34313"/>
                </a:cubicBezTo>
                <a:lnTo>
                  <a:pt x="29214" y="39215"/>
                </a:lnTo>
                <a:cubicBezTo>
                  <a:pt x="29116" y="35440"/>
                  <a:pt x="29018" y="31764"/>
                  <a:pt x="28896" y="28186"/>
                </a:cubicBezTo>
                <a:lnTo>
                  <a:pt x="28896" y="23186"/>
                </a:lnTo>
                <a:close/>
                <a:moveTo>
                  <a:pt x="84457" y="16127"/>
                </a:moveTo>
                <a:cubicBezTo>
                  <a:pt x="84555" y="21225"/>
                  <a:pt x="84653" y="26347"/>
                  <a:pt x="84776" y="31445"/>
                </a:cubicBezTo>
                <a:lnTo>
                  <a:pt x="84776" y="39215"/>
                </a:lnTo>
                <a:cubicBezTo>
                  <a:pt x="84653" y="34215"/>
                  <a:pt x="84555" y="28994"/>
                  <a:pt x="84457" y="23897"/>
                </a:cubicBezTo>
                <a:lnTo>
                  <a:pt x="84457" y="16127"/>
                </a:lnTo>
                <a:close/>
                <a:moveTo>
                  <a:pt x="30244" y="22867"/>
                </a:moveTo>
                <a:cubicBezTo>
                  <a:pt x="30342" y="26544"/>
                  <a:pt x="30440" y="30122"/>
                  <a:pt x="30538" y="33798"/>
                </a:cubicBezTo>
                <a:lnTo>
                  <a:pt x="30538" y="39509"/>
                </a:lnTo>
                <a:cubicBezTo>
                  <a:pt x="30440" y="35832"/>
                  <a:pt x="30342" y="32156"/>
                  <a:pt x="30244" y="28578"/>
                </a:cubicBezTo>
                <a:lnTo>
                  <a:pt x="30244" y="22867"/>
                </a:lnTo>
                <a:close/>
                <a:moveTo>
                  <a:pt x="30955" y="26960"/>
                </a:moveTo>
                <a:cubicBezTo>
                  <a:pt x="31053" y="29705"/>
                  <a:pt x="31053" y="32475"/>
                  <a:pt x="31151" y="35220"/>
                </a:cubicBezTo>
                <a:lnTo>
                  <a:pt x="31151" y="39729"/>
                </a:lnTo>
                <a:cubicBezTo>
                  <a:pt x="31053" y="36960"/>
                  <a:pt x="31053" y="34215"/>
                  <a:pt x="30955" y="31445"/>
                </a:cubicBezTo>
                <a:lnTo>
                  <a:pt x="30955" y="26960"/>
                </a:lnTo>
                <a:close/>
                <a:moveTo>
                  <a:pt x="94677" y="33185"/>
                </a:moveTo>
                <a:cubicBezTo>
                  <a:pt x="94677" y="34607"/>
                  <a:pt x="94677" y="36053"/>
                  <a:pt x="94775" y="37474"/>
                </a:cubicBezTo>
                <a:lnTo>
                  <a:pt x="94775" y="39729"/>
                </a:lnTo>
                <a:cubicBezTo>
                  <a:pt x="94677" y="38185"/>
                  <a:pt x="94677" y="36764"/>
                  <a:pt x="94677" y="35318"/>
                </a:cubicBezTo>
                <a:lnTo>
                  <a:pt x="94677" y="33185"/>
                </a:lnTo>
                <a:close/>
                <a:moveTo>
                  <a:pt x="87717" y="21960"/>
                </a:moveTo>
                <a:cubicBezTo>
                  <a:pt x="87839" y="25318"/>
                  <a:pt x="87839" y="28798"/>
                  <a:pt x="87937" y="32058"/>
                </a:cubicBezTo>
                <a:lnTo>
                  <a:pt x="87937" y="39827"/>
                </a:lnTo>
                <a:cubicBezTo>
                  <a:pt x="87839" y="36445"/>
                  <a:pt x="87839" y="33087"/>
                  <a:pt x="87717" y="29607"/>
                </a:cubicBezTo>
                <a:lnTo>
                  <a:pt x="87717" y="21960"/>
                </a:lnTo>
                <a:close/>
                <a:moveTo>
                  <a:pt x="96295" y="32671"/>
                </a:moveTo>
                <a:cubicBezTo>
                  <a:pt x="96295" y="34411"/>
                  <a:pt x="96417" y="36053"/>
                  <a:pt x="96417" y="37769"/>
                </a:cubicBezTo>
                <a:lnTo>
                  <a:pt x="96417" y="39827"/>
                </a:lnTo>
                <a:cubicBezTo>
                  <a:pt x="96417" y="38185"/>
                  <a:pt x="96295" y="36445"/>
                  <a:pt x="96295" y="34705"/>
                </a:cubicBezTo>
                <a:lnTo>
                  <a:pt x="96295" y="32671"/>
                </a:lnTo>
                <a:close/>
                <a:moveTo>
                  <a:pt x="116735" y="38798"/>
                </a:moveTo>
                <a:lnTo>
                  <a:pt x="116735" y="38798"/>
                </a:lnTo>
                <a:cubicBezTo>
                  <a:pt x="116833" y="39215"/>
                  <a:pt x="116931" y="39607"/>
                  <a:pt x="117029" y="40023"/>
                </a:cubicBezTo>
                <a:cubicBezTo>
                  <a:pt x="116931" y="39729"/>
                  <a:pt x="116833" y="39313"/>
                  <a:pt x="116735" y="38798"/>
                </a:cubicBezTo>
                <a:close/>
                <a:moveTo>
                  <a:pt x="94261" y="30637"/>
                </a:moveTo>
                <a:cubicBezTo>
                  <a:pt x="94359" y="32475"/>
                  <a:pt x="94359" y="34313"/>
                  <a:pt x="94457" y="36151"/>
                </a:cubicBezTo>
                <a:lnTo>
                  <a:pt x="94457" y="40219"/>
                </a:lnTo>
                <a:cubicBezTo>
                  <a:pt x="94359" y="38381"/>
                  <a:pt x="94359" y="36543"/>
                  <a:pt x="94261" y="34705"/>
                </a:cubicBezTo>
                <a:lnTo>
                  <a:pt x="94261" y="30637"/>
                </a:lnTo>
                <a:close/>
                <a:moveTo>
                  <a:pt x="88648" y="21029"/>
                </a:moveTo>
                <a:cubicBezTo>
                  <a:pt x="88746" y="25318"/>
                  <a:pt x="88844" y="29705"/>
                  <a:pt x="88942" y="33896"/>
                </a:cubicBezTo>
                <a:lnTo>
                  <a:pt x="88942" y="40342"/>
                </a:lnTo>
                <a:cubicBezTo>
                  <a:pt x="88844" y="36053"/>
                  <a:pt x="88746" y="31764"/>
                  <a:pt x="88648" y="27352"/>
                </a:cubicBezTo>
                <a:lnTo>
                  <a:pt x="88648" y="21029"/>
                </a:lnTo>
                <a:close/>
                <a:moveTo>
                  <a:pt x="97226" y="33798"/>
                </a:moveTo>
                <a:cubicBezTo>
                  <a:pt x="97324" y="35734"/>
                  <a:pt x="97324" y="37573"/>
                  <a:pt x="97324" y="39411"/>
                </a:cubicBezTo>
                <a:lnTo>
                  <a:pt x="97324" y="40342"/>
                </a:lnTo>
                <a:cubicBezTo>
                  <a:pt x="97324" y="38504"/>
                  <a:pt x="97324" y="36666"/>
                  <a:pt x="97226" y="34828"/>
                </a:cubicBezTo>
                <a:lnTo>
                  <a:pt x="97226" y="33798"/>
                </a:lnTo>
                <a:close/>
                <a:moveTo>
                  <a:pt x="98452" y="35024"/>
                </a:moveTo>
                <a:cubicBezTo>
                  <a:pt x="98452" y="36445"/>
                  <a:pt x="98550" y="37769"/>
                  <a:pt x="98550" y="39117"/>
                </a:cubicBezTo>
                <a:lnTo>
                  <a:pt x="98550" y="40440"/>
                </a:lnTo>
                <a:cubicBezTo>
                  <a:pt x="98550" y="39117"/>
                  <a:pt x="98452" y="37671"/>
                  <a:pt x="98452" y="36347"/>
                </a:cubicBezTo>
                <a:lnTo>
                  <a:pt x="98452" y="35024"/>
                </a:lnTo>
                <a:close/>
                <a:moveTo>
                  <a:pt x="85585" y="17867"/>
                </a:moveTo>
                <a:cubicBezTo>
                  <a:pt x="85781" y="22769"/>
                  <a:pt x="85879" y="27769"/>
                  <a:pt x="86001" y="32671"/>
                </a:cubicBezTo>
                <a:lnTo>
                  <a:pt x="86001" y="40538"/>
                </a:lnTo>
                <a:cubicBezTo>
                  <a:pt x="85879" y="35636"/>
                  <a:pt x="85781" y="30735"/>
                  <a:pt x="85585" y="25735"/>
                </a:cubicBezTo>
                <a:lnTo>
                  <a:pt x="85585" y="17867"/>
                </a:lnTo>
                <a:close/>
                <a:moveTo>
                  <a:pt x="89555" y="23799"/>
                </a:moveTo>
                <a:cubicBezTo>
                  <a:pt x="89678" y="27352"/>
                  <a:pt x="89776" y="30833"/>
                  <a:pt x="89874" y="34411"/>
                </a:cubicBezTo>
                <a:lnTo>
                  <a:pt x="89874" y="40734"/>
                </a:lnTo>
                <a:cubicBezTo>
                  <a:pt x="89776" y="37278"/>
                  <a:pt x="89678" y="33700"/>
                  <a:pt x="89555" y="30122"/>
                </a:cubicBezTo>
                <a:lnTo>
                  <a:pt x="89555" y="23799"/>
                </a:lnTo>
                <a:close/>
                <a:moveTo>
                  <a:pt x="92325" y="26347"/>
                </a:moveTo>
                <a:cubicBezTo>
                  <a:pt x="92325" y="29803"/>
                  <a:pt x="92423" y="33185"/>
                  <a:pt x="92521" y="36543"/>
                </a:cubicBezTo>
                <a:lnTo>
                  <a:pt x="92521" y="40955"/>
                </a:lnTo>
                <a:cubicBezTo>
                  <a:pt x="92423" y="37573"/>
                  <a:pt x="92325" y="34215"/>
                  <a:pt x="92325" y="30735"/>
                </a:cubicBezTo>
                <a:lnTo>
                  <a:pt x="92325" y="26347"/>
                </a:lnTo>
                <a:close/>
                <a:moveTo>
                  <a:pt x="32082" y="24289"/>
                </a:moveTo>
                <a:cubicBezTo>
                  <a:pt x="32180" y="27769"/>
                  <a:pt x="32278" y="31347"/>
                  <a:pt x="32376" y="34926"/>
                </a:cubicBezTo>
                <a:lnTo>
                  <a:pt x="32376" y="41347"/>
                </a:lnTo>
                <a:cubicBezTo>
                  <a:pt x="32278" y="37769"/>
                  <a:pt x="32180" y="34215"/>
                  <a:pt x="32082" y="30735"/>
                </a:cubicBezTo>
                <a:lnTo>
                  <a:pt x="32082" y="24289"/>
                </a:lnTo>
                <a:close/>
                <a:moveTo>
                  <a:pt x="94971" y="31029"/>
                </a:moveTo>
                <a:cubicBezTo>
                  <a:pt x="94971" y="33283"/>
                  <a:pt x="95069" y="35636"/>
                  <a:pt x="95069" y="37891"/>
                </a:cubicBezTo>
                <a:lnTo>
                  <a:pt x="95069" y="41764"/>
                </a:lnTo>
                <a:cubicBezTo>
                  <a:pt x="95069" y="39509"/>
                  <a:pt x="94971" y="37278"/>
                  <a:pt x="94971" y="34926"/>
                </a:cubicBezTo>
                <a:lnTo>
                  <a:pt x="94971" y="31029"/>
                </a:lnTo>
                <a:close/>
                <a:moveTo>
                  <a:pt x="31347" y="23186"/>
                </a:moveTo>
                <a:cubicBezTo>
                  <a:pt x="31469" y="26544"/>
                  <a:pt x="31665" y="30024"/>
                  <a:pt x="31763" y="33480"/>
                </a:cubicBezTo>
                <a:lnTo>
                  <a:pt x="31763" y="41862"/>
                </a:lnTo>
                <a:cubicBezTo>
                  <a:pt x="31665" y="38381"/>
                  <a:pt x="31469" y="34926"/>
                  <a:pt x="31347" y="31543"/>
                </a:cubicBezTo>
                <a:lnTo>
                  <a:pt x="31347" y="23186"/>
                </a:lnTo>
                <a:close/>
                <a:moveTo>
                  <a:pt x="90168" y="23186"/>
                </a:moveTo>
                <a:cubicBezTo>
                  <a:pt x="90388" y="26740"/>
                  <a:pt x="90486" y="30122"/>
                  <a:pt x="90584" y="33602"/>
                </a:cubicBezTo>
                <a:lnTo>
                  <a:pt x="90584" y="41862"/>
                </a:lnTo>
                <a:cubicBezTo>
                  <a:pt x="90486" y="38504"/>
                  <a:pt x="90388" y="35122"/>
                  <a:pt x="90168" y="31641"/>
                </a:cubicBezTo>
                <a:lnTo>
                  <a:pt x="90168" y="23186"/>
                </a:lnTo>
                <a:close/>
                <a:moveTo>
                  <a:pt x="92741" y="25931"/>
                </a:moveTo>
                <a:cubicBezTo>
                  <a:pt x="92839" y="29607"/>
                  <a:pt x="92937" y="33283"/>
                  <a:pt x="93035" y="36960"/>
                </a:cubicBezTo>
                <a:lnTo>
                  <a:pt x="93035" y="41862"/>
                </a:lnTo>
                <a:cubicBezTo>
                  <a:pt x="92937" y="38185"/>
                  <a:pt x="92839" y="34509"/>
                  <a:pt x="92741" y="30833"/>
                </a:cubicBezTo>
                <a:lnTo>
                  <a:pt x="92741" y="25931"/>
                </a:lnTo>
                <a:close/>
                <a:moveTo>
                  <a:pt x="98133" y="34926"/>
                </a:moveTo>
                <a:cubicBezTo>
                  <a:pt x="98133" y="36347"/>
                  <a:pt x="98256" y="37671"/>
                  <a:pt x="98256" y="39117"/>
                </a:cubicBezTo>
                <a:lnTo>
                  <a:pt x="98256" y="41960"/>
                </a:lnTo>
                <a:cubicBezTo>
                  <a:pt x="98256" y="40538"/>
                  <a:pt x="98133" y="39215"/>
                  <a:pt x="98133" y="37769"/>
                </a:cubicBezTo>
                <a:lnTo>
                  <a:pt x="98133" y="34926"/>
                </a:lnTo>
                <a:close/>
                <a:moveTo>
                  <a:pt x="100486" y="36960"/>
                </a:moveTo>
                <a:cubicBezTo>
                  <a:pt x="100486" y="38504"/>
                  <a:pt x="100486" y="39925"/>
                  <a:pt x="100584" y="41347"/>
                </a:cubicBezTo>
                <a:lnTo>
                  <a:pt x="100584" y="41960"/>
                </a:lnTo>
                <a:cubicBezTo>
                  <a:pt x="100486" y="40440"/>
                  <a:pt x="100486" y="38994"/>
                  <a:pt x="100486" y="37573"/>
                </a:cubicBezTo>
                <a:lnTo>
                  <a:pt x="100486" y="36960"/>
                </a:lnTo>
                <a:close/>
                <a:moveTo>
                  <a:pt x="91393" y="25637"/>
                </a:moveTo>
                <a:cubicBezTo>
                  <a:pt x="91516" y="29313"/>
                  <a:pt x="91614" y="32867"/>
                  <a:pt x="91712" y="36543"/>
                </a:cubicBezTo>
                <a:lnTo>
                  <a:pt x="91712" y="42180"/>
                </a:lnTo>
                <a:cubicBezTo>
                  <a:pt x="91614" y="38602"/>
                  <a:pt x="91516" y="34926"/>
                  <a:pt x="91393" y="31249"/>
                </a:cubicBezTo>
                <a:lnTo>
                  <a:pt x="91393" y="25637"/>
                </a:lnTo>
                <a:close/>
                <a:moveTo>
                  <a:pt x="39435" y="35636"/>
                </a:moveTo>
                <a:cubicBezTo>
                  <a:pt x="39533" y="37891"/>
                  <a:pt x="39533" y="40121"/>
                  <a:pt x="39533" y="42376"/>
                </a:cubicBezTo>
                <a:lnTo>
                  <a:pt x="39533" y="42474"/>
                </a:lnTo>
                <a:cubicBezTo>
                  <a:pt x="39533" y="40219"/>
                  <a:pt x="39533" y="37989"/>
                  <a:pt x="39435" y="35734"/>
                </a:cubicBezTo>
                <a:lnTo>
                  <a:pt x="39435" y="35636"/>
                </a:lnTo>
                <a:close/>
                <a:moveTo>
                  <a:pt x="42498" y="38381"/>
                </a:moveTo>
                <a:cubicBezTo>
                  <a:pt x="42498" y="39729"/>
                  <a:pt x="42596" y="41151"/>
                  <a:pt x="42596" y="42474"/>
                </a:cubicBezTo>
                <a:lnTo>
                  <a:pt x="42596" y="42572"/>
                </a:lnTo>
                <a:cubicBezTo>
                  <a:pt x="42596" y="41249"/>
                  <a:pt x="42498" y="39925"/>
                  <a:pt x="42498" y="38602"/>
                </a:cubicBezTo>
                <a:lnTo>
                  <a:pt x="42498" y="38381"/>
                </a:lnTo>
                <a:close/>
                <a:moveTo>
                  <a:pt x="99359" y="36053"/>
                </a:moveTo>
                <a:cubicBezTo>
                  <a:pt x="99359" y="37769"/>
                  <a:pt x="99481" y="39607"/>
                  <a:pt x="99481" y="41347"/>
                </a:cubicBezTo>
                <a:lnTo>
                  <a:pt x="99481" y="42572"/>
                </a:lnTo>
                <a:cubicBezTo>
                  <a:pt x="99481" y="40734"/>
                  <a:pt x="99359" y="38994"/>
                  <a:pt x="99359" y="37156"/>
                </a:cubicBezTo>
                <a:lnTo>
                  <a:pt x="99359" y="36053"/>
                </a:lnTo>
                <a:close/>
                <a:moveTo>
                  <a:pt x="35636" y="30122"/>
                </a:moveTo>
                <a:cubicBezTo>
                  <a:pt x="35636" y="32377"/>
                  <a:pt x="35758" y="34705"/>
                  <a:pt x="35758" y="37058"/>
                </a:cubicBezTo>
                <a:lnTo>
                  <a:pt x="35758" y="42670"/>
                </a:lnTo>
                <a:cubicBezTo>
                  <a:pt x="35758" y="40342"/>
                  <a:pt x="35636" y="37989"/>
                  <a:pt x="35636" y="35734"/>
                </a:cubicBezTo>
                <a:lnTo>
                  <a:pt x="35636" y="30122"/>
                </a:lnTo>
                <a:close/>
                <a:moveTo>
                  <a:pt x="113868" y="39827"/>
                </a:moveTo>
                <a:cubicBezTo>
                  <a:pt x="113966" y="40734"/>
                  <a:pt x="114186" y="41567"/>
                  <a:pt x="114284" y="42376"/>
                </a:cubicBezTo>
                <a:lnTo>
                  <a:pt x="114284" y="42670"/>
                </a:lnTo>
                <a:cubicBezTo>
                  <a:pt x="114186" y="41960"/>
                  <a:pt x="113966" y="41151"/>
                  <a:pt x="113868" y="40219"/>
                </a:cubicBezTo>
                <a:lnTo>
                  <a:pt x="113868" y="39827"/>
                </a:lnTo>
                <a:close/>
                <a:moveTo>
                  <a:pt x="95290" y="27965"/>
                </a:moveTo>
                <a:cubicBezTo>
                  <a:pt x="95388" y="31151"/>
                  <a:pt x="95486" y="34313"/>
                  <a:pt x="95584" y="37376"/>
                </a:cubicBezTo>
                <a:lnTo>
                  <a:pt x="95584" y="42793"/>
                </a:lnTo>
                <a:cubicBezTo>
                  <a:pt x="95486" y="39607"/>
                  <a:pt x="95388" y="36445"/>
                  <a:pt x="95290" y="33283"/>
                </a:cubicBezTo>
                <a:lnTo>
                  <a:pt x="95290" y="27965"/>
                </a:lnTo>
                <a:close/>
                <a:moveTo>
                  <a:pt x="95805" y="30122"/>
                </a:moveTo>
                <a:cubicBezTo>
                  <a:pt x="95903" y="32769"/>
                  <a:pt x="96001" y="35318"/>
                  <a:pt x="96099" y="37891"/>
                </a:cubicBezTo>
                <a:lnTo>
                  <a:pt x="96099" y="42793"/>
                </a:lnTo>
                <a:cubicBezTo>
                  <a:pt x="96001" y="40219"/>
                  <a:pt x="95903" y="37671"/>
                  <a:pt x="95805" y="35122"/>
                </a:cubicBezTo>
                <a:lnTo>
                  <a:pt x="95805" y="30122"/>
                </a:lnTo>
                <a:close/>
                <a:moveTo>
                  <a:pt x="34018" y="25318"/>
                </a:moveTo>
                <a:cubicBezTo>
                  <a:pt x="34116" y="28700"/>
                  <a:pt x="34214" y="32058"/>
                  <a:pt x="34214" y="35440"/>
                </a:cubicBezTo>
                <a:lnTo>
                  <a:pt x="34214" y="43185"/>
                </a:lnTo>
                <a:cubicBezTo>
                  <a:pt x="34214" y="39729"/>
                  <a:pt x="34116" y="36347"/>
                  <a:pt x="34018" y="32989"/>
                </a:cubicBezTo>
                <a:lnTo>
                  <a:pt x="34018" y="25318"/>
                </a:lnTo>
                <a:close/>
                <a:moveTo>
                  <a:pt x="112544" y="40219"/>
                </a:moveTo>
                <a:cubicBezTo>
                  <a:pt x="112642" y="41249"/>
                  <a:pt x="112740" y="42278"/>
                  <a:pt x="112838" y="43185"/>
                </a:cubicBezTo>
                <a:lnTo>
                  <a:pt x="112838" y="43406"/>
                </a:lnTo>
                <a:cubicBezTo>
                  <a:pt x="112740" y="42376"/>
                  <a:pt x="112642" y="41445"/>
                  <a:pt x="112544" y="40440"/>
                </a:cubicBezTo>
                <a:lnTo>
                  <a:pt x="112544" y="40219"/>
                </a:lnTo>
                <a:close/>
                <a:moveTo>
                  <a:pt x="32989" y="24705"/>
                </a:moveTo>
                <a:cubicBezTo>
                  <a:pt x="33087" y="28994"/>
                  <a:pt x="33185" y="33283"/>
                  <a:pt x="33307" y="37671"/>
                </a:cubicBezTo>
                <a:lnTo>
                  <a:pt x="33307" y="44116"/>
                </a:lnTo>
                <a:cubicBezTo>
                  <a:pt x="33185" y="39729"/>
                  <a:pt x="33087" y="35440"/>
                  <a:pt x="32989" y="31151"/>
                </a:cubicBezTo>
                <a:lnTo>
                  <a:pt x="32989" y="24705"/>
                </a:lnTo>
                <a:close/>
                <a:moveTo>
                  <a:pt x="35146" y="26029"/>
                </a:moveTo>
                <a:cubicBezTo>
                  <a:pt x="35244" y="29313"/>
                  <a:pt x="35342" y="32671"/>
                  <a:pt x="35440" y="36053"/>
                </a:cubicBezTo>
                <a:lnTo>
                  <a:pt x="35440" y="44116"/>
                </a:lnTo>
                <a:cubicBezTo>
                  <a:pt x="35342" y="40734"/>
                  <a:pt x="35244" y="37376"/>
                  <a:pt x="35146" y="33994"/>
                </a:cubicBezTo>
                <a:lnTo>
                  <a:pt x="35146" y="26029"/>
                </a:lnTo>
                <a:close/>
                <a:moveTo>
                  <a:pt x="36567" y="27867"/>
                </a:moveTo>
                <a:cubicBezTo>
                  <a:pt x="36567" y="30931"/>
                  <a:pt x="36665" y="34092"/>
                  <a:pt x="36763" y="37278"/>
                </a:cubicBezTo>
                <a:lnTo>
                  <a:pt x="36763" y="44312"/>
                </a:lnTo>
                <a:cubicBezTo>
                  <a:pt x="36665" y="41151"/>
                  <a:pt x="36567" y="37989"/>
                  <a:pt x="36567" y="34828"/>
                </a:cubicBezTo>
                <a:lnTo>
                  <a:pt x="36567" y="27867"/>
                </a:lnTo>
                <a:close/>
                <a:moveTo>
                  <a:pt x="109162" y="40440"/>
                </a:moveTo>
                <a:cubicBezTo>
                  <a:pt x="109285" y="41665"/>
                  <a:pt x="109383" y="42793"/>
                  <a:pt x="109383" y="44018"/>
                </a:cubicBezTo>
                <a:lnTo>
                  <a:pt x="109383" y="44312"/>
                </a:lnTo>
                <a:cubicBezTo>
                  <a:pt x="109383" y="43087"/>
                  <a:pt x="109285" y="41960"/>
                  <a:pt x="109162" y="40734"/>
                </a:cubicBezTo>
                <a:lnTo>
                  <a:pt x="109162" y="40440"/>
                </a:lnTo>
                <a:close/>
                <a:moveTo>
                  <a:pt x="110706" y="41053"/>
                </a:moveTo>
                <a:cubicBezTo>
                  <a:pt x="110706" y="42180"/>
                  <a:pt x="110804" y="43406"/>
                  <a:pt x="110902" y="44410"/>
                </a:cubicBezTo>
                <a:lnTo>
                  <a:pt x="110902" y="44631"/>
                </a:lnTo>
                <a:cubicBezTo>
                  <a:pt x="110804" y="43504"/>
                  <a:pt x="110706" y="42376"/>
                  <a:pt x="110706" y="41151"/>
                </a:cubicBezTo>
                <a:lnTo>
                  <a:pt x="110706" y="41053"/>
                </a:lnTo>
                <a:close/>
                <a:moveTo>
                  <a:pt x="98746" y="32989"/>
                </a:moveTo>
                <a:cubicBezTo>
                  <a:pt x="98868" y="35220"/>
                  <a:pt x="98966" y="37376"/>
                  <a:pt x="99064" y="39607"/>
                </a:cubicBezTo>
                <a:lnTo>
                  <a:pt x="99064" y="44827"/>
                </a:lnTo>
                <a:cubicBezTo>
                  <a:pt x="98966" y="42670"/>
                  <a:pt x="98868" y="40440"/>
                  <a:pt x="98746" y="38283"/>
                </a:cubicBezTo>
                <a:lnTo>
                  <a:pt x="98746" y="32989"/>
                </a:lnTo>
                <a:close/>
                <a:moveTo>
                  <a:pt x="103550" y="37989"/>
                </a:moveTo>
                <a:cubicBezTo>
                  <a:pt x="103648" y="39607"/>
                  <a:pt x="103648" y="41249"/>
                  <a:pt x="103770" y="42891"/>
                </a:cubicBezTo>
                <a:lnTo>
                  <a:pt x="103770" y="44925"/>
                </a:lnTo>
                <a:cubicBezTo>
                  <a:pt x="103648" y="43283"/>
                  <a:pt x="103648" y="41665"/>
                  <a:pt x="103550" y="40023"/>
                </a:cubicBezTo>
                <a:lnTo>
                  <a:pt x="103550" y="37989"/>
                </a:lnTo>
                <a:close/>
                <a:moveTo>
                  <a:pt x="96614" y="29803"/>
                </a:moveTo>
                <a:cubicBezTo>
                  <a:pt x="96712" y="32671"/>
                  <a:pt x="96908" y="35636"/>
                  <a:pt x="97030" y="38504"/>
                </a:cubicBezTo>
                <a:lnTo>
                  <a:pt x="97030" y="45121"/>
                </a:lnTo>
                <a:cubicBezTo>
                  <a:pt x="96908" y="42278"/>
                  <a:pt x="96712" y="39411"/>
                  <a:pt x="96614" y="36445"/>
                </a:cubicBezTo>
                <a:lnTo>
                  <a:pt x="96614" y="29803"/>
                </a:lnTo>
                <a:close/>
                <a:moveTo>
                  <a:pt x="99677" y="31960"/>
                </a:moveTo>
                <a:cubicBezTo>
                  <a:pt x="99775" y="34828"/>
                  <a:pt x="99971" y="37573"/>
                  <a:pt x="100094" y="40219"/>
                </a:cubicBezTo>
                <a:lnTo>
                  <a:pt x="100094" y="45121"/>
                </a:lnTo>
                <a:cubicBezTo>
                  <a:pt x="99971" y="42376"/>
                  <a:pt x="99775" y="39607"/>
                  <a:pt x="99677" y="36862"/>
                </a:cubicBezTo>
                <a:lnTo>
                  <a:pt x="99677" y="31960"/>
                </a:lnTo>
                <a:close/>
                <a:moveTo>
                  <a:pt x="97520" y="30833"/>
                </a:moveTo>
                <a:cubicBezTo>
                  <a:pt x="97643" y="33798"/>
                  <a:pt x="97839" y="36764"/>
                  <a:pt x="97937" y="39607"/>
                </a:cubicBezTo>
                <a:lnTo>
                  <a:pt x="97937" y="45342"/>
                </a:lnTo>
                <a:cubicBezTo>
                  <a:pt x="97839" y="42376"/>
                  <a:pt x="97643" y="39509"/>
                  <a:pt x="97520" y="36543"/>
                </a:cubicBezTo>
                <a:lnTo>
                  <a:pt x="97520" y="30833"/>
                </a:lnTo>
                <a:close/>
                <a:moveTo>
                  <a:pt x="109579" y="39607"/>
                </a:moveTo>
                <a:cubicBezTo>
                  <a:pt x="109677" y="41249"/>
                  <a:pt x="109897" y="42891"/>
                  <a:pt x="109995" y="44312"/>
                </a:cubicBezTo>
                <a:lnTo>
                  <a:pt x="109995" y="45440"/>
                </a:lnTo>
                <a:cubicBezTo>
                  <a:pt x="109897" y="43896"/>
                  <a:pt x="109677" y="42376"/>
                  <a:pt x="109579" y="40734"/>
                </a:cubicBezTo>
                <a:lnTo>
                  <a:pt x="109579" y="39607"/>
                </a:lnTo>
                <a:close/>
                <a:moveTo>
                  <a:pt x="46371" y="35440"/>
                </a:moveTo>
                <a:cubicBezTo>
                  <a:pt x="46469" y="38504"/>
                  <a:pt x="46469" y="41567"/>
                  <a:pt x="46567" y="44729"/>
                </a:cubicBezTo>
                <a:lnTo>
                  <a:pt x="46567" y="45538"/>
                </a:lnTo>
                <a:cubicBezTo>
                  <a:pt x="46469" y="42474"/>
                  <a:pt x="46469" y="39411"/>
                  <a:pt x="46371" y="36347"/>
                </a:cubicBezTo>
                <a:lnTo>
                  <a:pt x="46371" y="35440"/>
                </a:lnTo>
                <a:close/>
                <a:moveTo>
                  <a:pt x="102226" y="35220"/>
                </a:moveTo>
                <a:cubicBezTo>
                  <a:pt x="102324" y="37474"/>
                  <a:pt x="102324" y="39729"/>
                  <a:pt x="102422" y="41960"/>
                </a:cubicBezTo>
                <a:lnTo>
                  <a:pt x="102422" y="45538"/>
                </a:lnTo>
                <a:cubicBezTo>
                  <a:pt x="102324" y="43406"/>
                  <a:pt x="102324" y="41151"/>
                  <a:pt x="102226" y="38896"/>
                </a:cubicBezTo>
                <a:lnTo>
                  <a:pt x="102226" y="35220"/>
                </a:lnTo>
                <a:close/>
                <a:moveTo>
                  <a:pt x="108353" y="40023"/>
                </a:moveTo>
                <a:cubicBezTo>
                  <a:pt x="108451" y="41665"/>
                  <a:pt x="108549" y="43185"/>
                  <a:pt x="108672" y="44729"/>
                </a:cubicBezTo>
                <a:lnTo>
                  <a:pt x="108672" y="45538"/>
                </a:lnTo>
                <a:cubicBezTo>
                  <a:pt x="108549" y="44018"/>
                  <a:pt x="108451" y="42474"/>
                  <a:pt x="108353" y="40832"/>
                </a:cubicBezTo>
                <a:lnTo>
                  <a:pt x="108353" y="40023"/>
                </a:lnTo>
                <a:close/>
                <a:moveTo>
                  <a:pt x="104579" y="37376"/>
                </a:moveTo>
                <a:cubicBezTo>
                  <a:pt x="104579" y="39215"/>
                  <a:pt x="104677" y="40955"/>
                  <a:pt x="104775" y="42670"/>
                </a:cubicBezTo>
                <a:lnTo>
                  <a:pt x="104775" y="45636"/>
                </a:lnTo>
                <a:cubicBezTo>
                  <a:pt x="104677" y="43896"/>
                  <a:pt x="104579" y="42180"/>
                  <a:pt x="104579" y="40440"/>
                </a:cubicBezTo>
                <a:lnTo>
                  <a:pt x="104579" y="37376"/>
                </a:lnTo>
                <a:close/>
                <a:moveTo>
                  <a:pt x="107839" y="38994"/>
                </a:moveTo>
                <a:cubicBezTo>
                  <a:pt x="107937" y="40538"/>
                  <a:pt x="108059" y="42058"/>
                  <a:pt x="108157" y="43602"/>
                </a:cubicBezTo>
                <a:lnTo>
                  <a:pt x="108157" y="45856"/>
                </a:lnTo>
                <a:cubicBezTo>
                  <a:pt x="108059" y="44312"/>
                  <a:pt x="107937" y="42793"/>
                  <a:pt x="107839" y="41249"/>
                </a:cubicBezTo>
                <a:lnTo>
                  <a:pt x="107839" y="38994"/>
                </a:lnTo>
                <a:close/>
                <a:moveTo>
                  <a:pt x="101099" y="33602"/>
                </a:moveTo>
                <a:cubicBezTo>
                  <a:pt x="101197" y="36347"/>
                  <a:pt x="101319" y="39117"/>
                  <a:pt x="101417" y="41764"/>
                </a:cubicBezTo>
                <a:lnTo>
                  <a:pt x="101417" y="46053"/>
                </a:lnTo>
                <a:cubicBezTo>
                  <a:pt x="101319" y="43406"/>
                  <a:pt x="101197" y="40636"/>
                  <a:pt x="101099" y="37891"/>
                </a:cubicBezTo>
                <a:lnTo>
                  <a:pt x="101099" y="33602"/>
                </a:lnTo>
                <a:close/>
                <a:moveTo>
                  <a:pt x="101613" y="35636"/>
                </a:moveTo>
                <a:cubicBezTo>
                  <a:pt x="101711" y="37671"/>
                  <a:pt x="101809" y="39827"/>
                  <a:pt x="101932" y="41862"/>
                </a:cubicBezTo>
                <a:lnTo>
                  <a:pt x="101932" y="46053"/>
                </a:lnTo>
                <a:cubicBezTo>
                  <a:pt x="101809" y="44018"/>
                  <a:pt x="101711" y="41862"/>
                  <a:pt x="101613" y="39827"/>
                </a:cubicBezTo>
                <a:lnTo>
                  <a:pt x="101613" y="35636"/>
                </a:lnTo>
                <a:close/>
                <a:moveTo>
                  <a:pt x="102741" y="35440"/>
                </a:moveTo>
                <a:cubicBezTo>
                  <a:pt x="102839" y="37573"/>
                  <a:pt x="102937" y="39729"/>
                  <a:pt x="103035" y="41764"/>
                </a:cubicBezTo>
                <a:lnTo>
                  <a:pt x="103035" y="46053"/>
                </a:lnTo>
                <a:cubicBezTo>
                  <a:pt x="102937" y="44018"/>
                  <a:pt x="102839" y="41960"/>
                  <a:pt x="102741" y="39827"/>
                </a:cubicBezTo>
                <a:lnTo>
                  <a:pt x="102741" y="35440"/>
                </a:lnTo>
                <a:close/>
                <a:moveTo>
                  <a:pt x="105608" y="38087"/>
                </a:moveTo>
                <a:cubicBezTo>
                  <a:pt x="105706" y="40121"/>
                  <a:pt x="105706" y="42180"/>
                  <a:pt x="105804" y="44116"/>
                </a:cubicBezTo>
                <a:lnTo>
                  <a:pt x="105804" y="46053"/>
                </a:lnTo>
                <a:cubicBezTo>
                  <a:pt x="105706" y="44116"/>
                  <a:pt x="105706" y="42058"/>
                  <a:pt x="105608" y="40023"/>
                </a:cubicBezTo>
                <a:lnTo>
                  <a:pt x="105608" y="38087"/>
                </a:lnTo>
                <a:close/>
                <a:moveTo>
                  <a:pt x="47400" y="36543"/>
                </a:moveTo>
                <a:cubicBezTo>
                  <a:pt x="47498" y="39509"/>
                  <a:pt x="47498" y="42376"/>
                  <a:pt x="47498" y="45342"/>
                </a:cubicBezTo>
                <a:lnTo>
                  <a:pt x="47498" y="46151"/>
                </a:lnTo>
                <a:cubicBezTo>
                  <a:pt x="47498" y="43185"/>
                  <a:pt x="47498" y="40342"/>
                  <a:pt x="47400" y="37474"/>
                </a:cubicBezTo>
                <a:lnTo>
                  <a:pt x="47400" y="36543"/>
                </a:lnTo>
                <a:close/>
                <a:moveTo>
                  <a:pt x="103966" y="36764"/>
                </a:moveTo>
                <a:cubicBezTo>
                  <a:pt x="104064" y="38700"/>
                  <a:pt x="104162" y="40636"/>
                  <a:pt x="104260" y="42474"/>
                </a:cubicBezTo>
                <a:lnTo>
                  <a:pt x="104260" y="46151"/>
                </a:lnTo>
                <a:cubicBezTo>
                  <a:pt x="104162" y="44312"/>
                  <a:pt x="104064" y="42474"/>
                  <a:pt x="103966" y="40538"/>
                </a:cubicBezTo>
                <a:lnTo>
                  <a:pt x="103966" y="36764"/>
                </a:lnTo>
                <a:close/>
                <a:moveTo>
                  <a:pt x="106613" y="39411"/>
                </a:moveTo>
                <a:cubicBezTo>
                  <a:pt x="106711" y="41249"/>
                  <a:pt x="106834" y="42989"/>
                  <a:pt x="106932" y="44729"/>
                </a:cubicBezTo>
                <a:lnTo>
                  <a:pt x="106932" y="46151"/>
                </a:lnTo>
                <a:cubicBezTo>
                  <a:pt x="106834" y="44410"/>
                  <a:pt x="106711" y="42670"/>
                  <a:pt x="106613" y="40832"/>
                </a:cubicBezTo>
                <a:lnTo>
                  <a:pt x="106613" y="39411"/>
                </a:lnTo>
                <a:close/>
                <a:moveTo>
                  <a:pt x="49532" y="35832"/>
                </a:moveTo>
                <a:cubicBezTo>
                  <a:pt x="49630" y="39117"/>
                  <a:pt x="49630" y="42376"/>
                  <a:pt x="49728" y="45636"/>
                </a:cubicBezTo>
                <a:lnTo>
                  <a:pt x="49728" y="46249"/>
                </a:lnTo>
                <a:cubicBezTo>
                  <a:pt x="49630" y="42989"/>
                  <a:pt x="49630" y="39827"/>
                  <a:pt x="49532" y="36543"/>
                </a:cubicBezTo>
                <a:lnTo>
                  <a:pt x="49532" y="35832"/>
                </a:lnTo>
                <a:close/>
                <a:moveTo>
                  <a:pt x="106098" y="38504"/>
                </a:moveTo>
                <a:cubicBezTo>
                  <a:pt x="106221" y="40342"/>
                  <a:pt x="106319" y="42058"/>
                  <a:pt x="106417" y="43700"/>
                </a:cubicBezTo>
                <a:lnTo>
                  <a:pt x="106417" y="46469"/>
                </a:lnTo>
                <a:cubicBezTo>
                  <a:pt x="106319" y="44827"/>
                  <a:pt x="106221" y="43087"/>
                  <a:pt x="106098" y="41347"/>
                </a:cubicBezTo>
                <a:lnTo>
                  <a:pt x="106098" y="38504"/>
                </a:lnTo>
                <a:close/>
                <a:moveTo>
                  <a:pt x="104996" y="38381"/>
                </a:moveTo>
                <a:cubicBezTo>
                  <a:pt x="105094" y="40219"/>
                  <a:pt x="105192" y="42058"/>
                  <a:pt x="105290" y="43798"/>
                </a:cubicBezTo>
                <a:lnTo>
                  <a:pt x="105290" y="46567"/>
                </a:lnTo>
                <a:cubicBezTo>
                  <a:pt x="105192" y="44827"/>
                  <a:pt x="105094" y="43087"/>
                  <a:pt x="104996" y="41249"/>
                </a:cubicBezTo>
                <a:lnTo>
                  <a:pt x="104996" y="38381"/>
                </a:lnTo>
                <a:close/>
                <a:moveTo>
                  <a:pt x="107128" y="39729"/>
                </a:moveTo>
                <a:cubicBezTo>
                  <a:pt x="107226" y="41445"/>
                  <a:pt x="107324" y="43087"/>
                  <a:pt x="107446" y="44729"/>
                </a:cubicBezTo>
                <a:lnTo>
                  <a:pt x="107446" y="46665"/>
                </a:lnTo>
                <a:cubicBezTo>
                  <a:pt x="107324" y="45121"/>
                  <a:pt x="107226" y="43406"/>
                  <a:pt x="107128" y="41764"/>
                </a:cubicBezTo>
                <a:lnTo>
                  <a:pt x="107128" y="39729"/>
                </a:lnTo>
                <a:close/>
                <a:moveTo>
                  <a:pt x="35954" y="24509"/>
                </a:moveTo>
                <a:cubicBezTo>
                  <a:pt x="36052" y="29411"/>
                  <a:pt x="36150" y="34411"/>
                  <a:pt x="36371" y="39313"/>
                </a:cubicBezTo>
                <a:lnTo>
                  <a:pt x="36371" y="47278"/>
                </a:lnTo>
                <a:cubicBezTo>
                  <a:pt x="36150" y="42278"/>
                  <a:pt x="36052" y="37376"/>
                  <a:pt x="35954" y="32475"/>
                </a:cubicBezTo>
                <a:lnTo>
                  <a:pt x="35954" y="24509"/>
                </a:lnTo>
                <a:close/>
                <a:moveTo>
                  <a:pt x="40243" y="30024"/>
                </a:moveTo>
                <a:cubicBezTo>
                  <a:pt x="40243" y="33283"/>
                  <a:pt x="40341" y="36666"/>
                  <a:pt x="40439" y="39925"/>
                </a:cubicBezTo>
                <a:lnTo>
                  <a:pt x="40439" y="48087"/>
                </a:lnTo>
                <a:cubicBezTo>
                  <a:pt x="40341" y="44827"/>
                  <a:pt x="40243" y="41567"/>
                  <a:pt x="40243" y="38283"/>
                </a:cubicBezTo>
                <a:lnTo>
                  <a:pt x="40243" y="30024"/>
                </a:lnTo>
                <a:close/>
                <a:moveTo>
                  <a:pt x="38920" y="28896"/>
                </a:moveTo>
                <a:cubicBezTo>
                  <a:pt x="39018" y="32254"/>
                  <a:pt x="39116" y="35734"/>
                  <a:pt x="39214" y="39117"/>
                </a:cubicBezTo>
                <a:lnTo>
                  <a:pt x="39214" y="48307"/>
                </a:lnTo>
                <a:cubicBezTo>
                  <a:pt x="39116" y="44925"/>
                  <a:pt x="39018" y="41445"/>
                  <a:pt x="38920" y="38087"/>
                </a:cubicBezTo>
                <a:lnTo>
                  <a:pt x="38920" y="28896"/>
                </a:lnTo>
                <a:close/>
                <a:moveTo>
                  <a:pt x="50856" y="30833"/>
                </a:moveTo>
                <a:cubicBezTo>
                  <a:pt x="50954" y="35832"/>
                  <a:pt x="51076" y="40955"/>
                  <a:pt x="51174" y="46053"/>
                </a:cubicBezTo>
                <a:lnTo>
                  <a:pt x="51174" y="48307"/>
                </a:lnTo>
                <a:cubicBezTo>
                  <a:pt x="51076" y="43283"/>
                  <a:pt x="50954" y="38381"/>
                  <a:pt x="50856" y="33382"/>
                </a:cubicBezTo>
                <a:lnTo>
                  <a:pt x="50856" y="30833"/>
                </a:lnTo>
                <a:close/>
                <a:moveTo>
                  <a:pt x="37694" y="26249"/>
                </a:moveTo>
                <a:cubicBezTo>
                  <a:pt x="37793" y="30833"/>
                  <a:pt x="37891" y="35538"/>
                  <a:pt x="37989" y="40219"/>
                </a:cubicBezTo>
                <a:lnTo>
                  <a:pt x="37989" y="48405"/>
                </a:lnTo>
                <a:cubicBezTo>
                  <a:pt x="37891" y="43700"/>
                  <a:pt x="37793" y="39117"/>
                  <a:pt x="37694" y="34411"/>
                </a:cubicBezTo>
                <a:lnTo>
                  <a:pt x="37694" y="26249"/>
                </a:lnTo>
                <a:close/>
                <a:moveTo>
                  <a:pt x="39729" y="30220"/>
                </a:moveTo>
                <a:cubicBezTo>
                  <a:pt x="39827" y="34411"/>
                  <a:pt x="39925" y="38602"/>
                  <a:pt x="39925" y="42793"/>
                </a:cubicBezTo>
                <a:lnTo>
                  <a:pt x="39925" y="48503"/>
                </a:lnTo>
                <a:cubicBezTo>
                  <a:pt x="39925" y="44312"/>
                  <a:pt x="39827" y="40121"/>
                  <a:pt x="39729" y="36053"/>
                </a:cubicBezTo>
                <a:lnTo>
                  <a:pt x="39729" y="30220"/>
                </a:lnTo>
                <a:close/>
                <a:moveTo>
                  <a:pt x="53307" y="29705"/>
                </a:moveTo>
                <a:cubicBezTo>
                  <a:pt x="53405" y="35734"/>
                  <a:pt x="53527" y="41764"/>
                  <a:pt x="53625" y="47891"/>
                </a:cubicBezTo>
                <a:lnTo>
                  <a:pt x="53625" y="48601"/>
                </a:lnTo>
                <a:cubicBezTo>
                  <a:pt x="53527" y="42670"/>
                  <a:pt x="53405" y="36862"/>
                  <a:pt x="53307" y="31029"/>
                </a:cubicBezTo>
                <a:lnTo>
                  <a:pt x="53307" y="29705"/>
                </a:lnTo>
                <a:close/>
                <a:moveTo>
                  <a:pt x="37180" y="25833"/>
                </a:moveTo>
                <a:cubicBezTo>
                  <a:pt x="37278" y="30931"/>
                  <a:pt x="37376" y="36053"/>
                  <a:pt x="37474" y="41249"/>
                </a:cubicBezTo>
                <a:lnTo>
                  <a:pt x="37474" y="49018"/>
                </a:lnTo>
                <a:cubicBezTo>
                  <a:pt x="37376" y="43798"/>
                  <a:pt x="37278" y="38700"/>
                  <a:pt x="37180" y="33602"/>
                </a:cubicBezTo>
                <a:lnTo>
                  <a:pt x="37180" y="25833"/>
                </a:lnTo>
                <a:close/>
                <a:moveTo>
                  <a:pt x="38307" y="26249"/>
                </a:moveTo>
                <a:cubicBezTo>
                  <a:pt x="38405" y="30735"/>
                  <a:pt x="38503" y="35220"/>
                  <a:pt x="38601" y="39729"/>
                </a:cubicBezTo>
                <a:lnTo>
                  <a:pt x="38601" y="49729"/>
                </a:lnTo>
                <a:cubicBezTo>
                  <a:pt x="38503" y="45121"/>
                  <a:pt x="38405" y="40636"/>
                  <a:pt x="38307" y="36151"/>
                </a:cubicBezTo>
                <a:lnTo>
                  <a:pt x="38307" y="26249"/>
                </a:lnTo>
                <a:close/>
                <a:moveTo>
                  <a:pt x="51983" y="34411"/>
                </a:moveTo>
                <a:cubicBezTo>
                  <a:pt x="52081" y="39411"/>
                  <a:pt x="52179" y="44508"/>
                  <a:pt x="52302" y="49631"/>
                </a:cubicBezTo>
                <a:lnTo>
                  <a:pt x="52302" y="49729"/>
                </a:lnTo>
                <a:cubicBezTo>
                  <a:pt x="52179" y="44827"/>
                  <a:pt x="52081" y="39827"/>
                  <a:pt x="51983" y="34926"/>
                </a:cubicBezTo>
                <a:lnTo>
                  <a:pt x="51983" y="34411"/>
                </a:lnTo>
                <a:close/>
                <a:moveTo>
                  <a:pt x="41371" y="31445"/>
                </a:moveTo>
                <a:cubicBezTo>
                  <a:pt x="41469" y="35122"/>
                  <a:pt x="41567" y="38798"/>
                  <a:pt x="41665" y="42572"/>
                </a:cubicBezTo>
                <a:lnTo>
                  <a:pt x="41665" y="50146"/>
                </a:lnTo>
                <a:cubicBezTo>
                  <a:pt x="41567" y="46469"/>
                  <a:pt x="41469" y="42793"/>
                  <a:pt x="41371" y="39215"/>
                </a:cubicBezTo>
                <a:lnTo>
                  <a:pt x="41371" y="31445"/>
                </a:lnTo>
                <a:close/>
                <a:moveTo>
                  <a:pt x="46787" y="28896"/>
                </a:moveTo>
                <a:cubicBezTo>
                  <a:pt x="46885" y="34313"/>
                  <a:pt x="46983" y="39827"/>
                  <a:pt x="47081" y="45342"/>
                </a:cubicBezTo>
                <a:lnTo>
                  <a:pt x="47081" y="51984"/>
                </a:lnTo>
                <a:cubicBezTo>
                  <a:pt x="46983" y="46567"/>
                  <a:pt x="46885" y="41151"/>
                  <a:pt x="46787" y="35832"/>
                </a:cubicBezTo>
                <a:lnTo>
                  <a:pt x="46787" y="28896"/>
                </a:lnTo>
                <a:close/>
                <a:moveTo>
                  <a:pt x="41984" y="28186"/>
                </a:moveTo>
                <a:cubicBezTo>
                  <a:pt x="42082" y="32989"/>
                  <a:pt x="42180" y="37891"/>
                  <a:pt x="42278" y="42793"/>
                </a:cubicBezTo>
                <a:lnTo>
                  <a:pt x="42278" y="52082"/>
                </a:lnTo>
                <a:cubicBezTo>
                  <a:pt x="42180" y="47180"/>
                  <a:pt x="42082" y="42376"/>
                  <a:pt x="41984" y="37573"/>
                </a:cubicBezTo>
                <a:lnTo>
                  <a:pt x="41984" y="28186"/>
                </a:lnTo>
                <a:close/>
                <a:moveTo>
                  <a:pt x="42792" y="28994"/>
                </a:moveTo>
                <a:cubicBezTo>
                  <a:pt x="42890" y="33798"/>
                  <a:pt x="42988" y="38602"/>
                  <a:pt x="43111" y="43406"/>
                </a:cubicBezTo>
                <a:lnTo>
                  <a:pt x="43111" y="52180"/>
                </a:lnTo>
                <a:cubicBezTo>
                  <a:pt x="42988" y="47376"/>
                  <a:pt x="42890" y="42670"/>
                  <a:pt x="42792" y="37989"/>
                </a:cubicBezTo>
                <a:lnTo>
                  <a:pt x="42792" y="28994"/>
                </a:lnTo>
                <a:close/>
                <a:moveTo>
                  <a:pt x="44116" y="32671"/>
                </a:moveTo>
                <a:cubicBezTo>
                  <a:pt x="44116" y="37058"/>
                  <a:pt x="44214" y="41567"/>
                  <a:pt x="44336" y="46151"/>
                </a:cubicBezTo>
                <a:lnTo>
                  <a:pt x="44336" y="52376"/>
                </a:lnTo>
                <a:cubicBezTo>
                  <a:pt x="44214" y="47891"/>
                  <a:pt x="44116" y="43504"/>
                  <a:pt x="44116" y="39117"/>
                </a:cubicBezTo>
                <a:lnTo>
                  <a:pt x="44116" y="32671"/>
                </a:lnTo>
                <a:close/>
                <a:moveTo>
                  <a:pt x="49018" y="31249"/>
                </a:moveTo>
                <a:cubicBezTo>
                  <a:pt x="49116" y="36960"/>
                  <a:pt x="49238" y="42670"/>
                  <a:pt x="49336" y="48503"/>
                </a:cubicBezTo>
                <a:lnTo>
                  <a:pt x="49336" y="53601"/>
                </a:lnTo>
                <a:cubicBezTo>
                  <a:pt x="49238" y="47891"/>
                  <a:pt x="49116" y="42278"/>
                  <a:pt x="49018" y="36666"/>
                </a:cubicBezTo>
                <a:lnTo>
                  <a:pt x="49018" y="31249"/>
                </a:lnTo>
                <a:close/>
                <a:moveTo>
                  <a:pt x="48405" y="30735"/>
                </a:moveTo>
                <a:cubicBezTo>
                  <a:pt x="48503" y="37058"/>
                  <a:pt x="48625" y="43406"/>
                  <a:pt x="48821" y="49827"/>
                </a:cubicBezTo>
                <a:lnTo>
                  <a:pt x="48821" y="53822"/>
                </a:lnTo>
                <a:cubicBezTo>
                  <a:pt x="48625" y="47474"/>
                  <a:pt x="48503" y="41249"/>
                  <a:pt x="48405" y="35024"/>
                </a:cubicBezTo>
                <a:lnTo>
                  <a:pt x="48405" y="30735"/>
                </a:lnTo>
                <a:close/>
                <a:moveTo>
                  <a:pt x="43503" y="29313"/>
                </a:moveTo>
                <a:cubicBezTo>
                  <a:pt x="43601" y="34705"/>
                  <a:pt x="43724" y="40219"/>
                  <a:pt x="43822" y="45734"/>
                </a:cubicBezTo>
                <a:lnTo>
                  <a:pt x="43822" y="53920"/>
                </a:lnTo>
                <a:cubicBezTo>
                  <a:pt x="43724" y="48503"/>
                  <a:pt x="43601" y="43087"/>
                  <a:pt x="43503" y="37671"/>
                </a:cubicBezTo>
                <a:lnTo>
                  <a:pt x="43503" y="29313"/>
                </a:lnTo>
                <a:close/>
                <a:moveTo>
                  <a:pt x="45243" y="32573"/>
                </a:moveTo>
                <a:cubicBezTo>
                  <a:pt x="45341" y="37671"/>
                  <a:pt x="45439" y="42793"/>
                  <a:pt x="45562" y="47891"/>
                </a:cubicBezTo>
                <a:lnTo>
                  <a:pt x="45562" y="54116"/>
                </a:lnTo>
                <a:cubicBezTo>
                  <a:pt x="45439" y="49116"/>
                  <a:pt x="45341" y="44018"/>
                  <a:pt x="45243" y="39117"/>
                </a:cubicBezTo>
                <a:lnTo>
                  <a:pt x="45243" y="32573"/>
                </a:lnTo>
                <a:close/>
                <a:moveTo>
                  <a:pt x="73134" y="1"/>
                </a:moveTo>
                <a:cubicBezTo>
                  <a:pt x="73012" y="1"/>
                  <a:pt x="73012" y="1"/>
                  <a:pt x="73012" y="99"/>
                </a:cubicBezTo>
                <a:lnTo>
                  <a:pt x="73012" y="15098"/>
                </a:lnTo>
                <a:lnTo>
                  <a:pt x="73012" y="15221"/>
                </a:lnTo>
                <a:lnTo>
                  <a:pt x="73012" y="18774"/>
                </a:lnTo>
                <a:cubicBezTo>
                  <a:pt x="72816" y="13162"/>
                  <a:pt x="72718" y="7451"/>
                  <a:pt x="72619" y="1741"/>
                </a:cubicBezTo>
                <a:cubicBezTo>
                  <a:pt x="72619" y="1618"/>
                  <a:pt x="72619" y="1618"/>
                  <a:pt x="72521" y="1618"/>
                </a:cubicBezTo>
                <a:cubicBezTo>
                  <a:pt x="72399" y="1618"/>
                  <a:pt x="72399" y="1618"/>
                  <a:pt x="72399" y="1741"/>
                </a:cubicBezTo>
                <a:lnTo>
                  <a:pt x="72399" y="14485"/>
                </a:lnTo>
                <a:cubicBezTo>
                  <a:pt x="72301" y="11226"/>
                  <a:pt x="72301" y="7966"/>
                  <a:pt x="72301" y="4682"/>
                </a:cubicBezTo>
                <a:lnTo>
                  <a:pt x="72301" y="4584"/>
                </a:lnTo>
                <a:lnTo>
                  <a:pt x="72203" y="4486"/>
                </a:lnTo>
                <a:lnTo>
                  <a:pt x="72105" y="4486"/>
                </a:lnTo>
                <a:lnTo>
                  <a:pt x="72105" y="907"/>
                </a:lnTo>
                <a:lnTo>
                  <a:pt x="72007" y="809"/>
                </a:lnTo>
                <a:cubicBezTo>
                  <a:pt x="71909" y="809"/>
                  <a:pt x="71909" y="907"/>
                  <a:pt x="71909" y="907"/>
                </a:cubicBezTo>
                <a:lnTo>
                  <a:pt x="71909" y="4192"/>
                </a:lnTo>
                <a:cubicBezTo>
                  <a:pt x="71909" y="4069"/>
                  <a:pt x="71786" y="4069"/>
                  <a:pt x="71786" y="4069"/>
                </a:cubicBezTo>
                <a:lnTo>
                  <a:pt x="71786" y="1618"/>
                </a:lnTo>
                <a:cubicBezTo>
                  <a:pt x="71786" y="1520"/>
                  <a:pt x="71786" y="1520"/>
                  <a:pt x="71688" y="1520"/>
                </a:cubicBezTo>
                <a:cubicBezTo>
                  <a:pt x="71590" y="1520"/>
                  <a:pt x="71590" y="1520"/>
                  <a:pt x="71590" y="1618"/>
                </a:cubicBezTo>
                <a:lnTo>
                  <a:pt x="71590" y="13260"/>
                </a:lnTo>
                <a:cubicBezTo>
                  <a:pt x="71590" y="10000"/>
                  <a:pt x="71492" y="6642"/>
                  <a:pt x="71492" y="3358"/>
                </a:cubicBezTo>
                <a:cubicBezTo>
                  <a:pt x="71492" y="3260"/>
                  <a:pt x="71492" y="3260"/>
                  <a:pt x="71394" y="3260"/>
                </a:cubicBezTo>
                <a:lnTo>
                  <a:pt x="71296" y="3260"/>
                </a:lnTo>
                <a:lnTo>
                  <a:pt x="71296" y="1839"/>
                </a:lnTo>
                <a:cubicBezTo>
                  <a:pt x="71296" y="1839"/>
                  <a:pt x="71296" y="1741"/>
                  <a:pt x="71173" y="1741"/>
                </a:cubicBezTo>
                <a:lnTo>
                  <a:pt x="71075" y="1839"/>
                </a:lnTo>
                <a:lnTo>
                  <a:pt x="71075" y="15833"/>
                </a:lnTo>
                <a:lnTo>
                  <a:pt x="71075" y="20318"/>
                </a:lnTo>
                <a:cubicBezTo>
                  <a:pt x="70977" y="15417"/>
                  <a:pt x="70879" y="10319"/>
                  <a:pt x="70781" y="5294"/>
                </a:cubicBezTo>
                <a:cubicBezTo>
                  <a:pt x="70781" y="5196"/>
                  <a:pt x="70781" y="5196"/>
                  <a:pt x="70683" y="5196"/>
                </a:cubicBezTo>
                <a:lnTo>
                  <a:pt x="70683" y="3775"/>
                </a:lnTo>
                <a:cubicBezTo>
                  <a:pt x="70683" y="3775"/>
                  <a:pt x="70683" y="3677"/>
                  <a:pt x="70561" y="3677"/>
                </a:cubicBezTo>
                <a:lnTo>
                  <a:pt x="70463" y="3775"/>
                </a:lnTo>
                <a:lnTo>
                  <a:pt x="70463" y="17255"/>
                </a:lnTo>
                <a:lnTo>
                  <a:pt x="70463" y="17769"/>
                </a:lnTo>
                <a:cubicBezTo>
                  <a:pt x="70463" y="12868"/>
                  <a:pt x="70365" y="8064"/>
                  <a:pt x="70267" y="3162"/>
                </a:cubicBezTo>
                <a:cubicBezTo>
                  <a:pt x="70267" y="3162"/>
                  <a:pt x="70267" y="3064"/>
                  <a:pt x="70169" y="3064"/>
                </a:cubicBezTo>
                <a:lnTo>
                  <a:pt x="70071" y="3162"/>
                </a:lnTo>
                <a:lnTo>
                  <a:pt x="70071" y="3775"/>
                </a:lnTo>
                <a:cubicBezTo>
                  <a:pt x="69948" y="3775"/>
                  <a:pt x="69948" y="3775"/>
                  <a:pt x="69948" y="3873"/>
                </a:cubicBezTo>
                <a:lnTo>
                  <a:pt x="69948" y="16838"/>
                </a:lnTo>
                <a:lnTo>
                  <a:pt x="69948" y="17867"/>
                </a:lnTo>
                <a:cubicBezTo>
                  <a:pt x="69850" y="12966"/>
                  <a:pt x="69752" y="7966"/>
                  <a:pt x="69654" y="2966"/>
                </a:cubicBezTo>
                <a:cubicBezTo>
                  <a:pt x="69654" y="2844"/>
                  <a:pt x="69654" y="2844"/>
                  <a:pt x="69556" y="2844"/>
                </a:cubicBezTo>
                <a:cubicBezTo>
                  <a:pt x="69556" y="2844"/>
                  <a:pt x="69458" y="2844"/>
                  <a:pt x="69458" y="2966"/>
                </a:cubicBezTo>
                <a:lnTo>
                  <a:pt x="69458" y="12549"/>
                </a:lnTo>
                <a:cubicBezTo>
                  <a:pt x="69458" y="9485"/>
                  <a:pt x="69458" y="6422"/>
                  <a:pt x="69335" y="3358"/>
                </a:cubicBezTo>
                <a:cubicBezTo>
                  <a:pt x="69335" y="3358"/>
                  <a:pt x="69335" y="3260"/>
                  <a:pt x="69237" y="3260"/>
                </a:cubicBezTo>
                <a:lnTo>
                  <a:pt x="69139" y="3162"/>
                </a:lnTo>
                <a:cubicBezTo>
                  <a:pt x="69041" y="3162"/>
                  <a:pt x="69041" y="3260"/>
                  <a:pt x="69041" y="3260"/>
                </a:cubicBezTo>
                <a:lnTo>
                  <a:pt x="69041" y="13995"/>
                </a:lnTo>
                <a:cubicBezTo>
                  <a:pt x="68943" y="9902"/>
                  <a:pt x="68943" y="5711"/>
                  <a:pt x="68845" y="1618"/>
                </a:cubicBezTo>
                <a:cubicBezTo>
                  <a:pt x="68845" y="1618"/>
                  <a:pt x="68845" y="1520"/>
                  <a:pt x="68723" y="1520"/>
                </a:cubicBezTo>
                <a:lnTo>
                  <a:pt x="68625" y="1618"/>
                </a:lnTo>
                <a:lnTo>
                  <a:pt x="68625" y="13064"/>
                </a:lnTo>
                <a:lnTo>
                  <a:pt x="68625" y="24093"/>
                </a:lnTo>
                <a:cubicBezTo>
                  <a:pt x="68527" y="18284"/>
                  <a:pt x="68428" y="12353"/>
                  <a:pt x="68330" y="6422"/>
                </a:cubicBezTo>
                <a:cubicBezTo>
                  <a:pt x="68330" y="6324"/>
                  <a:pt x="68232" y="6324"/>
                  <a:pt x="68232" y="6324"/>
                </a:cubicBezTo>
                <a:cubicBezTo>
                  <a:pt x="68110" y="6324"/>
                  <a:pt x="68110" y="6324"/>
                  <a:pt x="68110" y="6422"/>
                </a:cubicBezTo>
                <a:lnTo>
                  <a:pt x="68110" y="6740"/>
                </a:lnTo>
                <a:lnTo>
                  <a:pt x="68012" y="6740"/>
                </a:lnTo>
                <a:lnTo>
                  <a:pt x="68012" y="6030"/>
                </a:lnTo>
                <a:cubicBezTo>
                  <a:pt x="68012" y="5907"/>
                  <a:pt x="67914" y="5907"/>
                  <a:pt x="67914" y="5907"/>
                </a:cubicBezTo>
                <a:cubicBezTo>
                  <a:pt x="67816" y="5907"/>
                  <a:pt x="67816" y="5907"/>
                  <a:pt x="67816" y="6030"/>
                </a:cubicBezTo>
                <a:lnTo>
                  <a:pt x="67816" y="11838"/>
                </a:lnTo>
                <a:lnTo>
                  <a:pt x="67718" y="7451"/>
                </a:lnTo>
                <a:cubicBezTo>
                  <a:pt x="67718" y="7451"/>
                  <a:pt x="67718" y="7353"/>
                  <a:pt x="67620" y="7353"/>
                </a:cubicBezTo>
                <a:lnTo>
                  <a:pt x="67497" y="7451"/>
                </a:lnTo>
                <a:lnTo>
                  <a:pt x="67497" y="13382"/>
                </a:lnTo>
                <a:cubicBezTo>
                  <a:pt x="67497" y="9804"/>
                  <a:pt x="67497" y="6128"/>
                  <a:pt x="67399" y="2549"/>
                </a:cubicBezTo>
                <a:cubicBezTo>
                  <a:pt x="67399" y="2549"/>
                  <a:pt x="67399" y="2451"/>
                  <a:pt x="67301" y="2451"/>
                </a:cubicBezTo>
                <a:lnTo>
                  <a:pt x="67203" y="2549"/>
                </a:lnTo>
                <a:lnTo>
                  <a:pt x="67203" y="2844"/>
                </a:lnTo>
                <a:lnTo>
                  <a:pt x="67203" y="2966"/>
                </a:lnTo>
                <a:lnTo>
                  <a:pt x="67203" y="12647"/>
                </a:lnTo>
                <a:lnTo>
                  <a:pt x="67203" y="19510"/>
                </a:lnTo>
                <a:cubicBezTo>
                  <a:pt x="67203" y="14902"/>
                  <a:pt x="67105" y="10417"/>
                  <a:pt x="67105" y="5809"/>
                </a:cubicBezTo>
                <a:cubicBezTo>
                  <a:pt x="67105" y="5711"/>
                  <a:pt x="67007" y="5711"/>
                  <a:pt x="67007" y="5711"/>
                </a:cubicBezTo>
                <a:cubicBezTo>
                  <a:pt x="66884" y="5711"/>
                  <a:pt x="66884" y="5711"/>
                  <a:pt x="66884" y="5809"/>
                </a:cubicBezTo>
                <a:lnTo>
                  <a:pt x="66884" y="15000"/>
                </a:lnTo>
                <a:lnTo>
                  <a:pt x="66884" y="26446"/>
                </a:lnTo>
                <a:cubicBezTo>
                  <a:pt x="66786" y="20000"/>
                  <a:pt x="66688" y="13578"/>
                  <a:pt x="66590" y="7133"/>
                </a:cubicBezTo>
                <a:lnTo>
                  <a:pt x="66492" y="7035"/>
                </a:lnTo>
                <a:cubicBezTo>
                  <a:pt x="66394" y="7035"/>
                  <a:pt x="66394" y="7133"/>
                  <a:pt x="66394" y="7133"/>
                </a:cubicBezTo>
                <a:lnTo>
                  <a:pt x="66394" y="13260"/>
                </a:lnTo>
                <a:cubicBezTo>
                  <a:pt x="66272" y="10711"/>
                  <a:pt x="66272" y="8064"/>
                  <a:pt x="66272" y="5515"/>
                </a:cubicBezTo>
                <a:lnTo>
                  <a:pt x="66174" y="5417"/>
                </a:lnTo>
                <a:cubicBezTo>
                  <a:pt x="66076" y="5417"/>
                  <a:pt x="66076" y="5515"/>
                  <a:pt x="66076" y="5515"/>
                </a:cubicBezTo>
                <a:lnTo>
                  <a:pt x="66076" y="5907"/>
                </a:lnTo>
                <a:cubicBezTo>
                  <a:pt x="66076" y="5907"/>
                  <a:pt x="65978" y="5907"/>
                  <a:pt x="65978" y="6030"/>
                </a:cubicBezTo>
                <a:lnTo>
                  <a:pt x="65978" y="10000"/>
                </a:lnTo>
                <a:cubicBezTo>
                  <a:pt x="65978" y="10000"/>
                  <a:pt x="65978" y="9902"/>
                  <a:pt x="65880" y="9902"/>
                </a:cubicBezTo>
                <a:lnTo>
                  <a:pt x="65782" y="10000"/>
                </a:lnTo>
                <a:lnTo>
                  <a:pt x="65782" y="8971"/>
                </a:lnTo>
                <a:cubicBezTo>
                  <a:pt x="65782" y="8873"/>
                  <a:pt x="65659" y="8873"/>
                  <a:pt x="65659" y="8873"/>
                </a:cubicBezTo>
                <a:cubicBezTo>
                  <a:pt x="65561" y="8873"/>
                  <a:pt x="65561" y="8873"/>
                  <a:pt x="65561" y="8971"/>
                </a:cubicBezTo>
                <a:lnTo>
                  <a:pt x="65561" y="16446"/>
                </a:lnTo>
                <a:lnTo>
                  <a:pt x="65561" y="27671"/>
                </a:lnTo>
                <a:cubicBezTo>
                  <a:pt x="65365" y="20735"/>
                  <a:pt x="65267" y="13774"/>
                  <a:pt x="65169" y="6740"/>
                </a:cubicBezTo>
                <a:lnTo>
                  <a:pt x="65046" y="6642"/>
                </a:lnTo>
                <a:cubicBezTo>
                  <a:pt x="64948" y="6642"/>
                  <a:pt x="64948" y="6740"/>
                  <a:pt x="64948" y="6740"/>
                </a:cubicBezTo>
                <a:lnTo>
                  <a:pt x="64948" y="6324"/>
                </a:lnTo>
                <a:cubicBezTo>
                  <a:pt x="64948" y="6226"/>
                  <a:pt x="64850" y="6226"/>
                  <a:pt x="64850" y="6226"/>
                </a:cubicBezTo>
                <a:cubicBezTo>
                  <a:pt x="64752" y="6226"/>
                  <a:pt x="64752" y="6226"/>
                  <a:pt x="64752" y="6324"/>
                </a:cubicBezTo>
                <a:lnTo>
                  <a:pt x="64752" y="9191"/>
                </a:lnTo>
                <a:lnTo>
                  <a:pt x="64654" y="9191"/>
                </a:lnTo>
                <a:cubicBezTo>
                  <a:pt x="64654" y="9191"/>
                  <a:pt x="64556" y="9191"/>
                  <a:pt x="64556" y="9289"/>
                </a:cubicBezTo>
                <a:lnTo>
                  <a:pt x="64556" y="15319"/>
                </a:lnTo>
                <a:lnTo>
                  <a:pt x="64556" y="31249"/>
                </a:lnTo>
                <a:cubicBezTo>
                  <a:pt x="64434" y="24289"/>
                  <a:pt x="64336" y="17353"/>
                  <a:pt x="64237" y="10319"/>
                </a:cubicBezTo>
                <a:lnTo>
                  <a:pt x="64139" y="10196"/>
                </a:lnTo>
                <a:cubicBezTo>
                  <a:pt x="64041" y="10196"/>
                  <a:pt x="64041" y="10319"/>
                  <a:pt x="64041" y="10319"/>
                </a:cubicBezTo>
                <a:lnTo>
                  <a:pt x="64041" y="15613"/>
                </a:lnTo>
                <a:lnTo>
                  <a:pt x="64041" y="22058"/>
                </a:lnTo>
                <a:cubicBezTo>
                  <a:pt x="63943" y="18284"/>
                  <a:pt x="63943" y="14387"/>
                  <a:pt x="63821" y="10515"/>
                </a:cubicBezTo>
                <a:cubicBezTo>
                  <a:pt x="63821" y="10417"/>
                  <a:pt x="63821" y="10417"/>
                  <a:pt x="63723" y="10417"/>
                </a:cubicBezTo>
                <a:cubicBezTo>
                  <a:pt x="63723" y="10417"/>
                  <a:pt x="63625" y="10417"/>
                  <a:pt x="63625" y="10515"/>
                </a:cubicBezTo>
                <a:lnTo>
                  <a:pt x="63625" y="10417"/>
                </a:lnTo>
                <a:cubicBezTo>
                  <a:pt x="63625" y="10417"/>
                  <a:pt x="63625" y="10319"/>
                  <a:pt x="63527" y="10319"/>
                </a:cubicBezTo>
                <a:lnTo>
                  <a:pt x="63527" y="8358"/>
                </a:lnTo>
                <a:cubicBezTo>
                  <a:pt x="63527" y="8358"/>
                  <a:pt x="63527" y="8260"/>
                  <a:pt x="63429" y="8260"/>
                </a:cubicBezTo>
                <a:cubicBezTo>
                  <a:pt x="63331" y="8260"/>
                  <a:pt x="63331" y="8358"/>
                  <a:pt x="63331" y="8358"/>
                </a:cubicBezTo>
                <a:lnTo>
                  <a:pt x="63331" y="12647"/>
                </a:lnTo>
                <a:lnTo>
                  <a:pt x="63331" y="30538"/>
                </a:lnTo>
                <a:cubicBezTo>
                  <a:pt x="63208" y="25220"/>
                  <a:pt x="63110" y="19902"/>
                  <a:pt x="63110" y="14608"/>
                </a:cubicBezTo>
                <a:cubicBezTo>
                  <a:pt x="63110" y="14485"/>
                  <a:pt x="63012" y="14485"/>
                  <a:pt x="63012" y="14485"/>
                </a:cubicBezTo>
                <a:cubicBezTo>
                  <a:pt x="62914" y="14485"/>
                  <a:pt x="62914" y="14485"/>
                  <a:pt x="62914" y="14608"/>
                </a:cubicBezTo>
                <a:lnTo>
                  <a:pt x="62914" y="18162"/>
                </a:lnTo>
                <a:lnTo>
                  <a:pt x="62914" y="28578"/>
                </a:lnTo>
                <a:cubicBezTo>
                  <a:pt x="62816" y="22451"/>
                  <a:pt x="62718" y="16225"/>
                  <a:pt x="62718" y="10000"/>
                </a:cubicBezTo>
                <a:cubicBezTo>
                  <a:pt x="62718" y="9902"/>
                  <a:pt x="62595" y="9902"/>
                  <a:pt x="62595" y="9902"/>
                </a:cubicBezTo>
                <a:cubicBezTo>
                  <a:pt x="62497" y="9902"/>
                  <a:pt x="62497" y="9902"/>
                  <a:pt x="62497" y="10000"/>
                </a:cubicBezTo>
                <a:lnTo>
                  <a:pt x="62497" y="12647"/>
                </a:lnTo>
                <a:lnTo>
                  <a:pt x="62399" y="12647"/>
                </a:lnTo>
                <a:lnTo>
                  <a:pt x="62399" y="13162"/>
                </a:lnTo>
                <a:cubicBezTo>
                  <a:pt x="62399" y="13064"/>
                  <a:pt x="62399" y="13064"/>
                  <a:pt x="62301" y="13064"/>
                </a:cubicBezTo>
                <a:cubicBezTo>
                  <a:pt x="62301" y="13064"/>
                  <a:pt x="62203" y="13064"/>
                  <a:pt x="62203" y="13162"/>
                </a:cubicBezTo>
                <a:lnTo>
                  <a:pt x="62203" y="15613"/>
                </a:lnTo>
                <a:lnTo>
                  <a:pt x="62203" y="36053"/>
                </a:lnTo>
                <a:cubicBezTo>
                  <a:pt x="62105" y="29191"/>
                  <a:pt x="61983" y="22353"/>
                  <a:pt x="61885" y="15515"/>
                </a:cubicBezTo>
                <a:cubicBezTo>
                  <a:pt x="61885" y="15515"/>
                  <a:pt x="61885" y="15417"/>
                  <a:pt x="61787" y="15417"/>
                </a:cubicBezTo>
                <a:lnTo>
                  <a:pt x="61689" y="15515"/>
                </a:lnTo>
                <a:lnTo>
                  <a:pt x="61689" y="12034"/>
                </a:lnTo>
                <a:cubicBezTo>
                  <a:pt x="61689" y="12034"/>
                  <a:pt x="61689" y="11936"/>
                  <a:pt x="61591" y="11936"/>
                </a:cubicBezTo>
                <a:lnTo>
                  <a:pt x="61493" y="12034"/>
                </a:lnTo>
                <a:lnTo>
                  <a:pt x="61493" y="12451"/>
                </a:lnTo>
                <a:lnTo>
                  <a:pt x="61493" y="13578"/>
                </a:lnTo>
                <a:lnTo>
                  <a:pt x="61493" y="25318"/>
                </a:lnTo>
                <a:cubicBezTo>
                  <a:pt x="61370" y="22451"/>
                  <a:pt x="61370" y="19608"/>
                  <a:pt x="61370" y="16642"/>
                </a:cubicBezTo>
                <a:lnTo>
                  <a:pt x="61272" y="16544"/>
                </a:lnTo>
                <a:cubicBezTo>
                  <a:pt x="61174" y="16544"/>
                  <a:pt x="61174" y="16642"/>
                  <a:pt x="61174" y="16642"/>
                </a:cubicBezTo>
                <a:lnTo>
                  <a:pt x="61174" y="17157"/>
                </a:lnTo>
                <a:lnTo>
                  <a:pt x="61174" y="20318"/>
                </a:lnTo>
                <a:lnTo>
                  <a:pt x="61076" y="15000"/>
                </a:lnTo>
                <a:lnTo>
                  <a:pt x="61076" y="14804"/>
                </a:lnTo>
                <a:lnTo>
                  <a:pt x="61076" y="13260"/>
                </a:lnTo>
                <a:lnTo>
                  <a:pt x="61076" y="12966"/>
                </a:lnTo>
                <a:cubicBezTo>
                  <a:pt x="61076" y="12966"/>
                  <a:pt x="61076" y="12868"/>
                  <a:pt x="60978" y="12868"/>
                </a:cubicBezTo>
                <a:cubicBezTo>
                  <a:pt x="60880" y="12868"/>
                  <a:pt x="60880" y="12966"/>
                  <a:pt x="60880" y="12966"/>
                </a:cubicBezTo>
                <a:lnTo>
                  <a:pt x="60880" y="21225"/>
                </a:lnTo>
                <a:lnTo>
                  <a:pt x="60757" y="12255"/>
                </a:lnTo>
                <a:cubicBezTo>
                  <a:pt x="60757" y="12157"/>
                  <a:pt x="60757" y="12157"/>
                  <a:pt x="60659" y="12157"/>
                </a:cubicBezTo>
                <a:cubicBezTo>
                  <a:pt x="60659" y="12157"/>
                  <a:pt x="60561" y="12157"/>
                  <a:pt x="60561" y="12255"/>
                </a:cubicBezTo>
                <a:lnTo>
                  <a:pt x="60561" y="12770"/>
                </a:lnTo>
                <a:lnTo>
                  <a:pt x="60561" y="15613"/>
                </a:lnTo>
                <a:cubicBezTo>
                  <a:pt x="60561" y="15515"/>
                  <a:pt x="60463" y="15515"/>
                  <a:pt x="60463" y="15515"/>
                </a:cubicBezTo>
                <a:lnTo>
                  <a:pt x="60365" y="15515"/>
                </a:lnTo>
                <a:cubicBezTo>
                  <a:pt x="60365" y="15515"/>
                  <a:pt x="60267" y="15515"/>
                  <a:pt x="60267" y="15613"/>
                </a:cubicBezTo>
                <a:lnTo>
                  <a:pt x="60267" y="15833"/>
                </a:lnTo>
                <a:lnTo>
                  <a:pt x="60145" y="15711"/>
                </a:lnTo>
                <a:cubicBezTo>
                  <a:pt x="60046" y="15711"/>
                  <a:pt x="60046" y="15833"/>
                  <a:pt x="60046" y="15833"/>
                </a:cubicBezTo>
                <a:lnTo>
                  <a:pt x="60046" y="17353"/>
                </a:lnTo>
                <a:lnTo>
                  <a:pt x="60046" y="34092"/>
                </a:lnTo>
                <a:cubicBezTo>
                  <a:pt x="59948" y="27058"/>
                  <a:pt x="59850" y="20122"/>
                  <a:pt x="59752" y="13162"/>
                </a:cubicBezTo>
                <a:lnTo>
                  <a:pt x="59654" y="13064"/>
                </a:lnTo>
                <a:cubicBezTo>
                  <a:pt x="59532" y="13064"/>
                  <a:pt x="59532" y="13162"/>
                  <a:pt x="59532" y="13162"/>
                </a:cubicBezTo>
                <a:lnTo>
                  <a:pt x="59532" y="15613"/>
                </a:lnTo>
                <a:lnTo>
                  <a:pt x="59532" y="17965"/>
                </a:lnTo>
                <a:lnTo>
                  <a:pt x="59434" y="14387"/>
                </a:lnTo>
                <a:cubicBezTo>
                  <a:pt x="59434" y="14289"/>
                  <a:pt x="59434" y="14289"/>
                  <a:pt x="59336" y="14289"/>
                </a:cubicBezTo>
                <a:cubicBezTo>
                  <a:pt x="59336" y="14289"/>
                  <a:pt x="59238" y="14289"/>
                  <a:pt x="59238" y="14387"/>
                </a:cubicBezTo>
                <a:lnTo>
                  <a:pt x="59238" y="17157"/>
                </a:lnTo>
                <a:lnTo>
                  <a:pt x="59238" y="33896"/>
                </a:lnTo>
                <a:cubicBezTo>
                  <a:pt x="59238" y="27671"/>
                  <a:pt x="59140" y="21348"/>
                  <a:pt x="59042" y="15098"/>
                </a:cubicBezTo>
                <a:cubicBezTo>
                  <a:pt x="59042" y="15000"/>
                  <a:pt x="59042" y="15000"/>
                  <a:pt x="58919" y="15000"/>
                </a:cubicBezTo>
                <a:cubicBezTo>
                  <a:pt x="58919" y="15000"/>
                  <a:pt x="58821" y="15000"/>
                  <a:pt x="58821" y="15098"/>
                </a:cubicBezTo>
                <a:lnTo>
                  <a:pt x="58821" y="18676"/>
                </a:lnTo>
                <a:lnTo>
                  <a:pt x="58821" y="31764"/>
                </a:lnTo>
                <a:cubicBezTo>
                  <a:pt x="58821" y="26347"/>
                  <a:pt x="58723" y="20931"/>
                  <a:pt x="58625" y="15515"/>
                </a:cubicBezTo>
                <a:cubicBezTo>
                  <a:pt x="58625" y="15417"/>
                  <a:pt x="58625" y="15417"/>
                  <a:pt x="58527" y="15417"/>
                </a:cubicBezTo>
                <a:cubicBezTo>
                  <a:pt x="58527" y="15417"/>
                  <a:pt x="58429" y="15417"/>
                  <a:pt x="58429" y="15515"/>
                </a:cubicBezTo>
                <a:lnTo>
                  <a:pt x="58429" y="19804"/>
                </a:lnTo>
                <a:lnTo>
                  <a:pt x="58429" y="20000"/>
                </a:lnTo>
                <a:lnTo>
                  <a:pt x="58306" y="20122"/>
                </a:lnTo>
                <a:lnTo>
                  <a:pt x="58306" y="17671"/>
                </a:lnTo>
                <a:cubicBezTo>
                  <a:pt x="58306" y="17549"/>
                  <a:pt x="58208" y="17549"/>
                  <a:pt x="58208" y="17549"/>
                </a:cubicBezTo>
                <a:cubicBezTo>
                  <a:pt x="58110" y="17549"/>
                  <a:pt x="58110" y="17549"/>
                  <a:pt x="58110" y="17671"/>
                </a:cubicBezTo>
                <a:lnTo>
                  <a:pt x="58110" y="22451"/>
                </a:lnTo>
                <a:lnTo>
                  <a:pt x="58110" y="27965"/>
                </a:lnTo>
                <a:cubicBezTo>
                  <a:pt x="58012" y="24093"/>
                  <a:pt x="58012" y="20220"/>
                  <a:pt x="58012" y="16323"/>
                </a:cubicBezTo>
                <a:cubicBezTo>
                  <a:pt x="58012" y="16225"/>
                  <a:pt x="57914" y="16225"/>
                  <a:pt x="57914" y="16225"/>
                </a:cubicBezTo>
                <a:cubicBezTo>
                  <a:pt x="57816" y="16225"/>
                  <a:pt x="57816" y="16225"/>
                  <a:pt x="57816" y="16323"/>
                </a:cubicBezTo>
                <a:lnTo>
                  <a:pt x="57816" y="21642"/>
                </a:lnTo>
                <a:lnTo>
                  <a:pt x="57694" y="21642"/>
                </a:lnTo>
                <a:lnTo>
                  <a:pt x="57694" y="37156"/>
                </a:lnTo>
                <a:cubicBezTo>
                  <a:pt x="57596" y="30122"/>
                  <a:pt x="57498" y="22965"/>
                  <a:pt x="57400" y="15931"/>
                </a:cubicBezTo>
                <a:lnTo>
                  <a:pt x="57302" y="15833"/>
                </a:lnTo>
                <a:cubicBezTo>
                  <a:pt x="57203" y="15833"/>
                  <a:pt x="57203" y="15931"/>
                  <a:pt x="57203" y="15931"/>
                </a:cubicBezTo>
                <a:lnTo>
                  <a:pt x="57203" y="19608"/>
                </a:lnTo>
                <a:cubicBezTo>
                  <a:pt x="57203" y="19510"/>
                  <a:pt x="57203" y="19510"/>
                  <a:pt x="57081" y="19510"/>
                </a:cubicBezTo>
                <a:lnTo>
                  <a:pt x="56983" y="19608"/>
                </a:lnTo>
                <a:lnTo>
                  <a:pt x="56983" y="20833"/>
                </a:lnTo>
                <a:cubicBezTo>
                  <a:pt x="56983" y="20833"/>
                  <a:pt x="56983" y="20735"/>
                  <a:pt x="56885" y="20735"/>
                </a:cubicBezTo>
                <a:lnTo>
                  <a:pt x="56787" y="20833"/>
                </a:lnTo>
                <a:lnTo>
                  <a:pt x="56787" y="27475"/>
                </a:lnTo>
                <a:lnTo>
                  <a:pt x="56787" y="40219"/>
                </a:lnTo>
                <a:cubicBezTo>
                  <a:pt x="56689" y="33087"/>
                  <a:pt x="56591" y="26029"/>
                  <a:pt x="56370" y="18995"/>
                </a:cubicBezTo>
                <a:cubicBezTo>
                  <a:pt x="56370" y="18897"/>
                  <a:pt x="56370" y="18897"/>
                  <a:pt x="56272" y="18897"/>
                </a:cubicBezTo>
                <a:cubicBezTo>
                  <a:pt x="56272" y="18897"/>
                  <a:pt x="56174" y="18897"/>
                  <a:pt x="56174" y="18995"/>
                </a:cubicBezTo>
                <a:lnTo>
                  <a:pt x="56174" y="16225"/>
                </a:lnTo>
                <a:cubicBezTo>
                  <a:pt x="56174" y="16127"/>
                  <a:pt x="56076" y="16127"/>
                  <a:pt x="56076" y="16127"/>
                </a:cubicBezTo>
                <a:cubicBezTo>
                  <a:pt x="55978" y="16127"/>
                  <a:pt x="55978" y="16127"/>
                  <a:pt x="55978" y="16225"/>
                </a:cubicBezTo>
                <a:lnTo>
                  <a:pt x="55978" y="17353"/>
                </a:lnTo>
                <a:cubicBezTo>
                  <a:pt x="55978" y="17255"/>
                  <a:pt x="55855" y="17255"/>
                  <a:pt x="55855" y="17255"/>
                </a:cubicBezTo>
                <a:cubicBezTo>
                  <a:pt x="55757" y="17255"/>
                  <a:pt x="55757" y="17255"/>
                  <a:pt x="55757" y="17353"/>
                </a:cubicBezTo>
                <a:lnTo>
                  <a:pt x="55757" y="18162"/>
                </a:lnTo>
                <a:cubicBezTo>
                  <a:pt x="55659" y="18162"/>
                  <a:pt x="55659" y="18162"/>
                  <a:pt x="55659" y="18284"/>
                </a:cubicBezTo>
                <a:lnTo>
                  <a:pt x="55659" y="19510"/>
                </a:lnTo>
                <a:cubicBezTo>
                  <a:pt x="55659" y="19510"/>
                  <a:pt x="55561" y="19387"/>
                  <a:pt x="55463" y="19387"/>
                </a:cubicBezTo>
                <a:lnTo>
                  <a:pt x="55365" y="19510"/>
                </a:lnTo>
                <a:lnTo>
                  <a:pt x="55365" y="28088"/>
                </a:lnTo>
                <a:lnTo>
                  <a:pt x="55365" y="36862"/>
                </a:lnTo>
                <a:cubicBezTo>
                  <a:pt x="55243" y="30318"/>
                  <a:pt x="55145" y="23799"/>
                  <a:pt x="55047" y="17255"/>
                </a:cubicBezTo>
                <a:cubicBezTo>
                  <a:pt x="55047" y="17255"/>
                  <a:pt x="55047" y="17157"/>
                  <a:pt x="54949" y="17157"/>
                </a:cubicBezTo>
                <a:lnTo>
                  <a:pt x="54851" y="17255"/>
                </a:lnTo>
                <a:lnTo>
                  <a:pt x="54851" y="26544"/>
                </a:lnTo>
                <a:lnTo>
                  <a:pt x="54851" y="30416"/>
                </a:lnTo>
                <a:cubicBezTo>
                  <a:pt x="54851" y="25833"/>
                  <a:pt x="54753" y="21225"/>
                  <a:pt x="54753" y="16642"/>
                </a:cubicBezTo>
                <a:cubicBezTo>
                  <a:pt x="54753" y="16544"/>
                  <a:pt x="54630" y="16544"/>
                  <a:pt x="54630" y="16544"/>
                </a:cubicBezTo>
                <a:cubicBezTo>
                  <a:pt x="54532" y="16544"/>
                  <a:pt x="54532" y="16544"/>
                  <a:pt x="54532" y="16642"/>
                </a:cubicBezTo>
                <a:lnTo>
                  <a:pt x="54532" y="18382"/>
                </a:lnTo>
                <a:lnTo>
                  <a:pt x="54532" y="18480"/>
                </a:lnTo>
                <a:lnTo>
                  <a:pt x="54532" y="28186"/>
                </a:lnTo>
                <a:lnTo>
                  <a:pt x="54532" y="30122"/>
                </a:lnTo>
                <a:cubicBezTo>
                  <a:pt x="54434" y="26544"/>
                  <a:pt x="54434" y="22965"/>
                  <a:pt x="54434" y="19387"/>
                </a:cubicBezTo>
                <a:lnTo>
                  <a:pt x="54336" y="19289"/>
                </a:lnTo>
                <a:cubicBezTo>
                  <a:pt x="54238" y="19289"/>
                  <a:pt x="54238" y="19387"/>
                  <a:pt x="54238" y="19387"/>
                </a:cubicBezTo>
                <a:lnTo>
                  <a:pt x="54238" y="26347"/>
                </a:lnTo>
                <a:cubicBezTo>
                  <a:pt x="54238" y="24901"/>
                  <a:pt x="54140" y="23480"/>
                  <a:pt x="54140" y="22058"/>
                </a:cubicBezTo>
                <a:cubicBezTo>
                  <a:pt x="54140" y="21960"/>
                  <a:pt x="54140" y="21960"/>
                  <a:pt x="54017" y="21960"/>
                </a:cubicBezTo>
                <a:cubicBezTo>
                  <a:pt x="54017" y="21960"/>
                  <a:pt x="53919" y="21960"/>
                  <a:pt x="53919" y="22058"/>
                </a:cubicBezTo>
                <a:lnTo>
                  <a:pt x="53919" y="18897"/>
                </a:lnTo>
                <a:lnTo>
                  <a:pt x="53821" y="18774"/>
                </a:lnTo>
                <a:lnTo>
                  <a:pt x="53723" y="18774"/>
                </a:lnTo>
                <a:lnTo>
                  <a:pt x="53625" y="18897"/>
                </a:lnTo>
                <a:lnTo>
                  <a:pt x="53625" y="29705"/>
                </a:lnTo>
                <a:lnTo>
                  <a:pt x="53625" y="37573"/>
                </a:lnTo>
                <a:cubicBezTo>
                  <a:pt x="53527" y="31543"/>
                  <a:pt x="53405" y="25514"/>
                  <a:pt x="53307" y="19510"/>
                </a:cubicBezTo>
                <a:lnTo>
                  <a:pt x="53209" y="19387"/>
                </a:lnTo>
                <a:cubicBezTo>
                  <a:pt x="53111" y="19387"/>
                  <a:pt x="53111" y="19510"/>
                  <a:pt x="53111" y="19510"/>
                </a:cubicBezTo>
                <a:lnTo>
                  <a:pt x="53111" y="30931"/>
                </a:lnTo>
                <a:lnTo>
                  <a:pt x="53111" y="34705"/>
                </a:lnTo>
                <a:cubicBezTo>
                  <a:pt x="53012" y="30637"/>
                  <a:pt x="53012" y="26544"/>
                  <a:pt x="52914" y="22451"/>
                </a:cubicBezTo>
                <a:cubicBezTo>
                  <a:pt x="52914" y="22353"/>
                  <a:pt x="52914" y="22353"/>
                  <a:pt x="52792" y="22353"/>
                </a:cubicBezTo>
                <a:lnTo>
                  <a:pt x="52792" y="18162"/>
                </a:lnTo>
                <a:cubicBezTo>
                  <a:pt x="52792" y="18064"/>
                  <a:pt x="52694" y="18064"/>
                  <a:pt x="52694" y="18064"/>
                </a:cubicBezTo>
                <a:cubicBezTo>
                  <a:pt x="52596" y="18064"/>
                  <a:pt x="52596" y="18064"/>
                  <a:pt x="52596" y="18162"/>
                </a:cubicBezTo>
                <a:lnTo>
                  <a:pt x="52596" y="30220"/>
                </a:lnTo>
                <a:lnTo>
                  <a:pt x="52596" y="30931"/>
                </a:lnTo>
                <a:cubicBezTo>
                  <a:pt x="52498" y="27867"/>
                  <a:pt x="52498" y="24901"/>
                  <a:pt x="52498" y="21838"/>
                </a:cubicBezTo>
                <a:lnTo>
                  <a:pt x="52400" y="21740"/>
                </a:lnTo>
                <a:cubicBezTo>
                  <a:pt x="52302" y="21740"/>
                  <a:pt x="52302" y="21838"/>
                  <a:pt x="52302" y="21838"/>
                </a:cubicBezTo>
                <a:lnTo>
                  <a:pt x="52302" y="34313"/>
                </a:lnTo>
                <a:lnTo>
                  <a:pt x="52302" y="37058"/>
                </a:lnTo>
                <a:cubicBezTo>
                  <a:pt x="52179" y="31960"/>
                  <a:pt x="52081" y="26960"/>
                  <a:pt x="51983" y="21838"/>
                </a:cubicBezTo>
                <a:cubicBezTo>
                  <a:pt x="51983" y="21838"/>
                  <a:pt x="51983" y="21740"/>
                  <a:pt x="51885" y="21740"/>
                </a:cubicBezTo>
                <a:lnTo>
                  <a:pt x="51787" y="21838"/>
                </a:lnTo>
                <a:lnTo>
                  <a:pt x="51787" y="22353"/>
                </a:lnTo>
                <a:cubicBezTo>
                  <a:pt x="51689" y="22353"/>
                  <a:pt x="51689" y="22451"/>
                  <a:pt x="51689" y="22451"/>
                </a:cubicBezTo>
                <a:lnTo>
                  <a:pt x="51689" y="32867"/>
                </a:lnTo>
                <a:cubicBezTo>
                  <a:pt x="51566" y="27965"/>
                  <a:pt x="51468" y="23063"/>
                  <a:pt x="51468" y="18162"/>
                </a:cubicBezTo>
                <a:cubicBezTo>
                  <a:pt x="51468" y="18064"/>
                  <a:pt x="51370" y="18064"/>
                  <a:pt x="51370" y="18064"/>
                </a:cubicBezTo>
                <a:cubicBezTo>
                  <a:pt x="51272" y="18064"/>
                  <a:pt x="51272" y="18064"/>
                  <a:pt x="51272" y="18162"/>
                </a:cubicBezTo>
                <a:cubicBezTo>
                  <a:pt x="51174" y="18162"/>
                  <a:pt x="51174" y="18162"/>
                  <a:pt x="51174" y="18284"/>
                </a:cubicBezTo>
                <a:lnTo>
                  <a:pt x="51174" y="31862"/>
                </a:lnTo>
                <a:lnTo>
                  <a:pt x="51174" y="34509"/>
                </a:lnTo>
                <a:cubicBezTo>
                  <a:pt x="51076" y="29411"/>
                  <a:pt x="50954" y="24289"/>
                  <a:pt x="50856" y="19289"/>
                </a:cubicBezTo>
                <a:cubicBezTo>
                  <a:pt x="50856" y="19191"/>
                  <a:pt x="50758" y="19191"/>
                  <a:pt x="50758" y="19191"/>
                </a:cubicBezTo>
                <a:cubicBezTo>
                  <a:pt x="50660" y="19191"/>
                  <a:pt x="50660" y="19191"/>
                  <a:pt x="50660" y="19289"/>
                </a:cubicBezTo>
                <a:lnTo>
                  <a:pt x="50660" y="20220"/>
                </a:lnTo>
                <a:lnTo>
                  <a:pt x="50562" y="20220"/>
                </a:lnTo>
                <a:cubicBezTo>
                  <a:pt x="50562" y="20220"/>
                  <a:pt x="50464" y="20220"/>
                  <a:pt x="50464" y="20318"/>
                </a:cubicBezTo>
                <a:lnTo>
                  <a:pt x="50464" y="20612"/>
                </a:lnTo>
                <a:lnTo>
                  <a:pt x="50464" y="20735"/>
                </a:lnTo>
                <a:lnTo>
                  <a:pt x="50464" y="27965"/>
                </a:lnTo>
                <a:cubicBezTo>
                  <a:pt x="50464" y="24607"/>
                  <a:pt x="50341" y="21225"/>
                  <a:pt x="50341" y="17867"/>
                </a:cubicBezTo>
                <a:cubicBezTo>
                  <a:pt x="50341" y="17867"/>
                  <a:pt x="50341" y="17769"/>
                  <a:pt x="50243" y="17769"/>
                </a:cubicBezTo>
                <a:cubicBezTo>
                  <a:pt x="50145" y="17867"/>
                  <a:pt x="50145" y="17867"/>
                  <a:pt x="50145" y="17965"/>
                </a:cubicBezTo>
                <a:lnTo>
                  <a:pt x="50145" y="19510"/>
                </a:lnTo>
                <a:lnTo>
                  <a:pt x="50047" y="19510"/>
                </a:lnTo>
                <a:lnTo>
                  <a:pt x="50047" y="18284"/>
                </a:lnTo>
                <a:cubicBezTo>
                  <a:pt x="50047" y="18162"/>
                  <a:pt x="50047" y="18162"/>
                  <a:pt x="49949" y="18162"/>
                </a:cubicBezTo>
                <a:cubicBezTo>
                  <a:pt x="49949" y="18162"/>
                  <a:pt x="49851" y="18162"/>
                  <a:pt x="49851" y="18284"/>
                </a:cubicBezTo>
                <a:lnTo>
                  <a:pt x="49851" y="20318"/>
                </a:lnTo>
                <a:cubicBezTo>
                  <a:pt x="49728" y="20318"/>
                  <a:pt x="49728" y="20416"/>
                  <a:pt x="49728" y="20416"/>
                </a:cubicBezTo>
                <a:lnTo>
                  <a:pt x="49728" y="31543"/>
                </a:lnTo>
                <a:cubicBezTo>
                  <a:pt x="49630" y="28186"/>
                  <a:pt x="49630" y="24901"/>
                  <a:pt x="49532" y="21642"/>
                </a:cubicBezTo>
                <a:cubicBezTo>
                  <a:pt x="49532" y="21544"/>
                  <a:pt x="49532" y="21544"/>
                  <a:pt x="49434" y="21544"/>
                </a:cubicBezTo>
                <a:cubicBezTo>
                  <a:pt x="49434" y="21544"/>
                  <a:pt x="49336" y="21544"/>
                  <a:pt x="49336" y="21642"/>
                </a:cubicBezTo>
                <a:lnTo>
                  <a:pt x="49336" y="36445"/>
                </a:lnTo>
                <a:lnTo>
                  <a:pt x="49336" y="38602"/>
                </a:lnTo>
                <a:cubicBezTo>
                  <a:pt x="49238" y="32867"/>
                  <a:pt x="49116" y="27156"/>
                  <a:pt x="49018" y="21446"/>
                </a:cubicBezTo>
                <a:lnTo>
                  <a:pt x="48920" y="21348"/>
                </a:lnTo>
                <a:cubicBezTo>
                  <a:pt x="48821" y="21348"/>
                  <a:pt x="48821" y="21446"/>
                  <a:pt x="48821" y="21446"/>
                </a:cubicBezTo>
                <a:lnTo>
                  <a:pt x="48821" y="36543"/>
                </a:lnTo>
                <a:lnTo>
                  <a:pt x="48821" y="38504"/>
                </a:lnTo>
                <a:cubicBezTo>
                  <a:pt x="48625" y="32156"/>
                  <a:pt x="48503" y="25833"/>
                  <a:pt x="48405" y="19608"/>
                </a:cubicBezTo>
                <a:cubicBezTo>
                  <a:pt x="48405" y="19510"/>
                  <a:pt x="48405" y="19510"/>
                  <a:pt x="48307" y="19510"/>
                </a:cubicBezTo>
                <a:lnTo>
                  <a:pt x="48209" y="19510"/>
                </a:lnTo>
                <a:lnTo>
                  <a:pt x="48209" y="18676"/>
                </a:lnTo>
                <a:cubicBezTo>
                  <a:pt x="48209" y="18578"/>
                  <a:pt x="48209" y="18578"/>
                  <a:pt x="48111" y="18578"/>
                </a:cubicBezTo>
                <a:cubicBezTo>
                  <a:pt x="48111" y="18578"/>
                  <a:pt x="48013" y="18578"/>
                  <a:pt x="48013" y="18676"/>
                </a:cubicBezTo>
                <a:lnTo>
                  <a:pt x="48013" y="21446"/>
                </a:lnTo>
                <a:lnTo>
                  <a:pt x="47890" y="21348"/>
                </a:lnTo>
                <a:cubicBezTo>
                  <a:pt x="47792" y="21348"/>
                  <a:pt x="47792" y="21446"/>
                  <a:pt x="47792" y="21446"/>
                </a:cubicBezTo>
                <a:lnTo>
                  <a:pt x="47792" y="23480"/>
                </a:lnTo>
                <a:cubicBezTo>
                  <a:pt x="47792" y="22671"/>
                  <a:pt x="47792" y="21838"/>
                  <a:pt x="47694" y="20931"/>
                </a:cubicBezTo>
                <a:cubicBezTo>
                  <a:pt x="47694" y="20931"/>
                  <a:pt x="47694" y="20833"/>
                  <a:pt x="47596" y="20833"/>
                </a:cubicBezTo>
                <a:lnTo>
                  <a:pt x="47498" y="20931"/>
                </a:lnTo>
                <a:lnTo>
                  <a:pt x="47498" y="30416"/>
                </a:lnTo>
                <a:cubicBezTo>
                  <a:pt x="47498" y="27475"/>
                  <a:pt x="47498" y="24607"/>
                  <a:pt x="47400" y="21642"/>
                </a:cubicBezTo>
                <a:cubicBezTo>
                  <a:pt x="47400" y="21642"/>
                  <a:pt x="47400" y="21544"/>
                  <a:pt x="47277" y="21544"/>
                </a:cubicBezTo>
                <a:lnTo>
                  <a:pt x="47277" y="21029"/>
                </a:lnTo>
                <a:cubicBezTo>
                  <a:pt x="47277" y="20931"/>
                  <a:pt x="47277" y="20931"/>
                  <a:pt x="47179" y="20931"/>
                </a:cubicBezTo>
                <a:cubicBezTo>
                  <a:pt x="47179" y="20931"/>
                  <a:pt x="47081" y="20931"/>
                  <a:pt x="47081" y="21029"/>
                </a:cubicBezTo>
                <a:lnTo>
                  <a:pt x="47081" y="36151"/>
                </a:lnTo>
                <a:cubicBezTo>
                  <a:pt x="46983" y="30637"/>
                  <a:pt x="46885" y="25220"/>
                  <a:pt x="46787" y="19804"/>
                </a:cubicBezTo>
                <a:lnTo>
                  <a:pt x="46787" y="19706"/>
                </a:lnTo>
                <a:lnTo>
                  <a:pt x="46787" y="18897"/>
                </a:lnTo>
                <a:lnTo>
                  <a:pt x="46665" y="18774"/>
                </a:lnTo>
                <a:cubicBezTo>
                  <a:pt x="46567" y="18774"/>
                  <a:pt x="46567" y="18897"/>
                  <a:pt x="46567" y="18897"/>
                </a:cubicBezTo>
                <a:lnTo>
                  <a:pt x="46567" y="29411"/>
                </a:lnTo>
                <a:cubicBezTo>
                  <a:pt x="46469" y="26347"/>
                  <a:pt x="46469" y="23186"/>
                  <a:pt x="46371" y="20122"/>
                </a:cubicBezTo>
                <a:cubicBezTo>
                  <a:pt x="46371" y="20000"/>
                  <a:pt x="46371" y="20000"/>
                  <a:pt x="46273" y="20000"/>
                </a:cubicBezTo>
                <a:cubicBezTo>
                  <a:pt x="46273" y="20000"/>
                  <a:pt x="46175" y="20000"/>
                  <a:pt x="46175" y="20122"/>
                </a:cubicBezTo>
                <a:lnTo>
                  <a:pt x="46175" y="21446"/>
                </a:lnTo>
                <a:cubicBezTo>
                  <a:pt x="46175" y="21446"/>
                  <a:pt x="46175" y="21348"/>
                  <a:pt x="46052" y="21348"/>
                </a:cubicBezTo>
                <a:lnTo>
                  <a:pt x="46052" y="20318"/>
                </a:lnTo>
                <a:lnTo>
                  <a:pt x="45954" y="20220"/>
                </a:lnTo>
                <a:cubicBezTo>
                  <a:pt x="45856" y="20220"/>
                  <a:pt x="45856" y="20318"/>
                  <a:pt x="45856" y="20318"/>
                </a:cubicBezTo>
                <a:lnTo>
                  <a:pt x="45856" y="20735"/>
                </a:lnTo>
                <a:cubicBezTo>
                  <a:pt x="45758" y="20735"/>
                  <a:pt x="45758" y="20735"/>
                  <a:pt x="45758" y="20833"/>
                </a:cubicBezTo>
                <a:lnTo>
                  <a:pt x="45758" y="20318"/>
                </a:lnTo>
                <a:lnTo>
                  <a:pt x="45758" y="20122"/>
                </a:lnTo>
                <a:cubicBezTo>
                  <a:pt x="45758" y="20000"/>
                  <a:pt x="45660" y="20000"/>
                  <a:pt x="45660" y="20000"/>
                </a:cubicBezTo>
                <a:cubicBezTo>
                  <a:pt x="45562" y="20000"/>
                  <a:pt x="45562" y="20000"/>
                  <a:pt x="45562" y="20122"/>
                </a:cubicBezTo>
                <a:lnTo>
                  <a:pt x="45562" y="36445"/>
                </a:lnTo>
                <a:lnTo>
                  <a:pt x="45562" y="37671"/>
                </a:lnTo>
                <a:cubicBezTo>
                  <a:pt x="45439" y="32573"/>
                  <a:pt x="45341" y="27475"/>
                  <a:pt x="45243" y="22451"/>
                </a:cubicBezTo>
                <a:cubicBezTo>
                  <a:pt x="45243" y="22353"/>
                  <a:pt x="45145" y="22353"/>
                  <a:pt x="45145" y="22353"/>
                </a:cubicBezTo>
                <a:lnTo>
                  <a:pt x="45047" y="22353"/>
                </a:lnTo>
                <a:lnTo>
                  <a:pt x="45047" y="18578"/>
                </a:lnTo>
                <a:cubicBezTo>
                  <a:pt x="45047" y="18480"/>
                  <a:pt x="44949" y="18480"/>
                  <a:pt x="44949" y="18480"/>
                </a:cubicBezTo>
                <a:cubicBezTo>
                  <a:pt x="44827" y="18480"/>
                  <a:pt x="44827" y="18480"/>
                  <a:pt x="44827" y="18578"/>
                </a:cubicBezTo>
                <a:lnTo>
                  <a:pt x="44827" y="25931"/>
                </a:lnTo>
                <a:lnTo>
                  <a:pt x="44729" y="20416"/>
                </a:lnTo>
                <a:cubicBezTo>
                  <a:pt x="44729" y="20318"/>
                  <a:pt x="44729" y="20318"/>
                  <a:pt x="44630" y="20318"/>
                </a:cubicBezTo>
                <a:cubicBezTo>
                  <a:pt x="44630" y="20318"/>
                  <a:pt x="44532" y="20318"/>
                  <a:pt x="44532" y="20416"/>
                </a:cubicBezTo>
                <a:lnTo>
                  <a:pt x="44532" y="19706"/>
                </a:lnTo>
                <a:cubicBezTo>
                  <a:pt x="44532" y="19608"/>
                  <a:pt x="44532" y="19608"/>
                  <a:pt x="44434" y="19608"/>
                </a:cubicBezTo>
                <a:cubicBezTo>
                  <a:pt x="44434" y="19608"/>
                  <a:pt x="44336" y="19608"/>
                  <a:pt x="44336" y="19706"/>
                </a:cubicBezTo>
                <a:lnTo>
                  <a:pt x="44336" y="35538"/>
                </a:lnTo>
                <a:cubicBezTo>
                  <a:pt x="44214" y="31029"/>
                  <a:pt x="44116" y="26544"/>
                  <a:pt x="44116" y="22156"/>
                </a:cubicBezTo>
                <a:cubicBezTo>
                  <a:pt x="44116" y="22058"/>
                  <a:pt x="44018" y="22058"/>
                  <a:pt x="44018" y="22058"/>
                </a:cubicBezTo>
                <a:cubicBezTo>
                  <a:pt x="43920" y="22058"/>
                  <a:pt x="43920" y="22058"/>
                  <a:pt x="43920" y="22156"/>
                </a:cubicBezTo>
                <a:lnTo>
                  <a:pt x="43920" y="36960"/>
                </a:lnTo>
                <a:cubicBezTo>
                  <a:pt x="43724" y="31445"/>
                  <a:pt x="43601" y="26029"/>
                  <a:pt x="43503" y="20612"/>
                </a:cubicBezTo>
                <a:cubicBezTo>
                  <a:pt x="43503" y="20514"/>
                  <a:pt x="43405" y="20514"/>
                  <a:pt x="43405" y="20514"/>
                </a:cubicBezTo>
                <a:lnTo>
                  <a:pt x="43307" y="20514"/>
                </a:lnTo>
                <a:lnTo>
                  <a:pt x="43307" y="18162"/>
                </a:lnTo>
                <a:cubicBezTo>
                  <a:pt x="43307" y="18162"/>
                  <a:pt x="43307" y="18064"/>
                  <a:pt x="43209" y="18064"/>
                </a:cubicBezTo>
                <a:lnTo>
                  <a:pt x="43111" y="18162"/>
                </a:lnTo>
                <a:lnTo>
                  <a:pt x="43111" y="35024"/>
                </a:lnTo>
                <a:cubicBezTo>
                  <a:pt x="42988" y="30220"/>
                  <a:pt x="42890" y="25416"/>
                  <a:pt x="42792" y="20735"/>
                </a:cubicBezTo>
                <a:cubicBezTo>
                  <a:pt x="42792" y="20612"/>
                  <a:pt x="42694" y="20612"/>
                  <a:pt x="42694" y="20612"/>
                </a:cubicBezTo>
                <a:cubicBezTo>
                  <a:pt x="42596" y="20612"/>
                  <a:pt x="42596" y="20612"/>
                  <a:pt x="42596" y="20735"/>
                </a:cubicBezTo>
                <a:lnTo>
                  <a:pt x="42596" y="25318"/>
                </a:lnTo>
                <a:cubicBezTo>
                  <a:pt x="42596" y="23897"/>
                  <a:pt x="42498" y="22573"/>
                  <a:pt x="42498" y="21225"/>
                </a:cubicBezTo>
                <a:cubicBezTo>
                  <a:pt x="42498" y="21127"/>
                  <a:pt x="42498" y="21127"/>
                  <a:pt x="42376" y="21127"/>
                </a:cubicBezTo>
                <a:cubicBezTo>
                  <a:pt x="42376" y="21127"/>
                  <a:pt x="42278" y="21127"/>
                  <a:pt x="42278" y="21225"/>
                </a:cubicBezTo>
                <a:lnTo>
                  <a:pt x="42278" y="34705"/>
                </a:lnTo>
                <a:cubicBezTo>
                  <a:pt x="42180" y="29803"/>
                  <a:pt x="42082" y="24901"/>
                  <a:pt x="41984" y="20122"/>
                </a:cubicBezTo>
                <a:cubicBezTo>
                  <a:pt x="41984" y="20122"/>
                  <a:pt x="41885" y="20122"/>
                  <a:pt x="41885" y="20000"/>
                </a:cubicBezTo>
                <a:lnTo>
                  <a:pt x="41885" y="18064"/>
                </a:lnTo>
                <a:lnTo>
                  <a:pt x="41763" y="17965"/>
                </a:lnTo>
                <a:cubicBezTo>
                  <a:pt x="41665" y="17965"/>
                  <a:pt x="41665" y="18064"/>
                  <a:pt x="41665" y="18064"/>
                </a:cubicBezTo>
                <a:lnTo>
                  <a:pt x="41665" y="32769"/>
                </a:lnTo>
                <a:cubicBezTo>
                  <a:pt x="41567" y="29092"/>
                  <a:pt x="41469" y="25416"/>
                  <a:pt x="41371" y="21740"/>
                </a:cubicBezTo>
                <a:cubicBezTo>
                  <a:pt x="41371" y="21642"/>
                  <a:pt x="41371" y="21642"/>
                  <a:pt x="41273" y="21642"/>
                </a:cubicBezTo>
                <a:lnTo>
                  <a:pt x="41273" y="18774"/>
                </a:lnTo>
                <a:lnTo>
                  <a:pt x="41150" y="18676"/>
                </a:lnTo>
                <a:cubicBezTo>
                  <a:pt x="41052" y="18676"/>
                  <a:pt x="41052" y="18774"/>
                  <a:pt x="41052" y="18774"/>
                </a:cubicBezTo>
                <a:lnTo>
                  <a:pt x="41052" y="22867"/>
                </a:lnTo>
                <a:cubicBezTo>
                  <a:pt x="41052" y="21225"/>
                  <a:pt x="40954" y="19510"/>
                  <a:pt x="40954" y="17769"/>
                </a:cubicBezTo>
                <a:cubicBezTo>
                  <a:pt x="40954" y="17769"/>
                  <a:pt x="40954" y="17671"/>
                  <a:pt x="40856" y="17671"/>
                </a:cubicBezTo>
                <a:cubicBezTo>
                  <a:pt x="40856" y="17769"/>
                  <a:pt x="40758" y="17769"/>
                  <a:pt x="40758" y="17867"/>
                </a:cubicBezTo>
                <a:lnTo>
                  <a:pt x="40758" y="19387"/>
                </a:lnTo>
                <a:lnTo>
                  <a:pt x="40660" y="19510"/>
                </a:lnTo>
                <a:lnTo>
                  <a:pt x="40660" y="17255"/>
                </a:lnTo>
                <a:lnTo>
                  <a:pt x="40538" y="17157"/>
                </a:lnTo>
                <a:cubicBezTo>
                  <a:pt x="40439" y="17157"/>
                  <a:pt x="40439" y="17255"/>
                  <a:pt x="40439" y="17255"/>
                </a:cubicBezTo>
                <a:lnTo>
                  <a:pt x="40439" y="30735"/>
                </a:lnTo>
                <a:cubicBezTo>
                  <a:pt x="40341" y="27475"/>
                  <a:pt x="40243" y="24191"/>
                  <a:pt x="40243" y="20931"/>
                </a:cubicBezTo>
                <a:lnTo>
                  <a:pt x="40145" y="20833"/>
                </a:lnTo>
                <a:lnTo>
                  <a:pt x="40047" y="20833"/>
                </a:lnTo>
                <a:lnTo>
                  <a:pt x="39925" y="20931"/>
                </a:lnTo>
                <a:lnTo>
                  <a:pt x="39925" y="31151"/>
                </a:lnTo>
                <a:cubicBezTo>
                  <a:pt x="39925" y="26960"/>
                  <a:pt x="39827" y="22867"/>
                  <a:pt x="39729" y="18676"/>
                </a:cubicBezTo>
                <a:cubicBezTo>
                  <a:pt x="39729" y="18676"/>
                  <a:pt x="39729" y="18578"/>
                  <a:pt x="39631" y="18578"/>
                </a:cubicBezTo>
                <a:lnTo>
                  <a:pt x="39533" y="18676"/>
                </a:lnTo>
                <a:lnTo>
                  <a:pt x="39533" y="25318"/>
                </a:lnTo>
                <a:cubicBezTo>
                  <a:pt x="39533" y="22965"/>
                  <a:pt x="39533" y="20735"/>
                  <a:pt x="39435" y="18382"/>
                </a:cubicBezTo>
                <a:cubicBezTo>
                  <a:pt x="39435" y="18382"/>
                  <a:pt x="39435" y="18284"/>
                  <a:pt x="39312" y="18284"/>
                </a:cubicBezTo>
                <a:lnTo>
                  <a:pt x="39214" y="18382"/>
                </a:lnTo>
                <a:lnTo>
                  <a:pt x="39214" y="20931"/>
                </a:lnTo>
                <a:lnTo>
                  <a:pt x="39214" y="31151"/>
                </a:lnTo>
                <a:cubicBezTo>
                  <a:pt x="39116" y="27671"/>
                  <a:pt x="39018" y="24289"/>
                  <a:pt x="38920" y="20931"/>
                </a:cubicBezTo>
                <a:lnTo>
                  <a:pt x="38920" y="20833"/>
                </a:lnTo>
                <a:lnTo>
                  <a:pt x="38920" y="19706"/>
                </a:lnTo>
                <a:lnTo>
                  <a:pt x="38822" y="19608"/>
                </a:lnTo>
                <a:cubicBezTo>
                  <a:pt x="38699" y="19608"/>
                  <a:pt x="38699" y="19706"/>
                  <a:pt x="38699" y="19706"/>
                </a:cubicBezTo>
                <a:lnTo>
                  <a:pt x="38699" y="32573"/>
                </a:lnTo>
                <a:cubicBezTo>
                  <a:pt x="38503" y="28088"/>
                  <a:pt x="38405" y="23578"/>
                  <a:pt x="38307" y="19191"/>
                </a:cubicBezTo>
                <a:lnTo>
                  <a:pt x="38307" y="19093"/>
                </a:lnTo>
                <a:lnTo>
                  <a:pt x="38209" y="16936"/>
                </a:lnTo>
                <a:cubicBezTo>
                  <a:pt x="38209" y="16838"/>
                  <a:pt x="38209" y="16838"/>
                  <a:pt x="38087" y="16838"/>
                </a:cubicBezTo>
                <a:cubicBezTo>
                  <a:pt x="38087" y="16838"/>
                  <a:pt x="37989" y="16838"/>
                  <a:pt x="37989" y="16936"/>
                </a:cubicBezTo>
                <a:lnTo>
                  <a:pt x="37989" y="31641"/>
                </a:lnTo>
                <a:cubicBezTo>
                  <a:pt x="37891" y="26960"/>
                  <a:pt x="37793" y="22353"/>
                  <a:pt x="37694" y="17769"/>
                </a:cubicBezTo>
                <a:cubicBezTo>
                  <a:pt x="37694" y="17671"/>
                  <a:pt x="37694" y="17671"/>
                  <a:pt x="37596" y="17671"/>
                </a:cubicBezTo>
                <a:cubicBezTo>
                  <a:pt x="37596" y="17671"/>
                  <a:pt x="37474" y="17671"/>
                  <a:pt x="37474" y="17769"/>
                </a:cubicBezTo>
                <a:lnTo>
                  <a:pt x="37474" y="32475"/>
                </a:lnTo>
                <a:cubicBezTo>
                  <a:pt x="37376" y="27254"/>
                  <a:pt x="37278" y="22156"/>
                  <a:pt x="37180" y="17157"/>
                </a:cubicBezTo>
                <a:cubicBezTo>
                  <a:pt x="37180" y="17059"/>
                  <a:pt x="37082" y="17059"/>
                  <a:pt x="37082" y="17059"/>
                </a:cubicBezTo>
                <a:cubicBezTo>
                  <a:pt x="36984" y="17059"/>
                  <a:pt x="36984" y="17059"/>
                  <a:pt x="36984" y="17157"/>
                </a:cubicBezTo>
                <a:lnTo>
                  <a:pt x="36984" y="18897"/>
                </a:lnTo>
                <a:lnTo>
                  <a:pt x="36861" y="18897"/>
                </a:lnTo>
                <a:cubicBezTo>
                  <a:pt x="36763" y="18897"/>
                  <a:pt x="36763" y="18897"/>
                  <a:pt x="36763" y="18995"/>
                </a:cubicBezTo>
                <a:lnTo>
                  <a:pt x="36763" y="28088"/>
                </a:lnTo>
                <a:cubicBezTo>
                  <a:pt x="36665" y="24901"/>
                  <a:pt x="36567" y="21740"/>
                  <a:pt x="36567" y="18676"/>
                </a:cubicBezTo>
                <a:cubicBezTo>
                  <a:pt x="36567" y="18578"/>
                  <a:pt x="36469" y="18578"/>
                  <a:pt x="36469" y="18578"/>
                </a:cubicBezTo>
                <a:cubicBezTo>
                  <a:pt x="36371" y="18578"/>
                  <a:pt x="36371" y="18578"/>
                  <a:pt x="36371" y="18676"/>
                </a:cubicBezTo>
                <a:lnTo>
                  <a:pt x="36371" y="31249"/>
                </a:lnTo>
                <a:cubicBezTo>
                  <a:pt x="36150" y="26249"/>
                  <a:pt x="36052" y="21348"/>
                  <a:pt x="35954" y="16544"/>
                </a:cubicBezTo>
                <a:cubicBezTo>
                  <a:pt x="35954" y="16446"/>
                  <a:pt x="35954" y="16446"/>
                  <a:pt x="35856" y="16446"/>
                </a:cubicBezTo>
                <a:cubicBezTo>
                  <a:pt x="35758" y="16446"/>
                  <a:pt x="35758" y="16446"/>
                  <a:pt x="35758" y="16544"/>
                </a:cubicBezTo>
                <a:lnTo>
                  <a:pt x="35758" y="26862"/>
                </a:lnTo>
                <a:cubicBezTo>
                  <a:pt x="35758" y="24509"/>
                  <a:pt x="35636" y="22255"/>
                  <a:pt x="35636" y="19902"/>
                </a:cubicBezTo>
                <a:cubicBezTo>
                  <a:pt x="35636" y="19804"/>
                  <a:pt x="35538" y="19804"/>
                  <a:pt x="35538" y="19804"/>
                </a:cubicBezTo>
                <a:cubicBezTo>
                  <a:pt x="35440" y="19804"/>
                  <a:pt x="35440" y="19804"/>
                  <a:pt x="35440" y="19902"/>
                </a:cubicBezTo>
                <a:lnTo>
                  <a:pt x="35440" y="28382"/>
                </a:lnTo>
                <a:cubicBezTo>
                  <a:pt x="35342" y="25122"/>
                  <a:pt x="35244" y="21740"/>
                  <a:pt x="35146" y="18382"/>
                </a:cubicBezTo>
                <a:lnTo>
                  <a:pt x="35023" y="18284"/>
                </a:lnTo>
                <a:cubicBezTo>
                  <a:pt x="34925" y="18284"/>
                  <a:pt x="34925" y="18382"/>
                  <a:pt x="34925" y="18382"/>
                </a:cubicBezTo>
                <a:lnTo>
                  <a:pt x="34925" y="23063"/>
                </a:lnTo>
                <a:cubicBezTo>
                  <a:pt x="34925" y="21348"/>
                  <a:pt x="34827" y="19608"/>
                  <a:pt x="34827" y="17867"/>
                </a:cubicBezTo>
                <a:cubicBezTo>
                  <a:pt x="34827" y="17867"/>
                  <a:pt x="34827" y="17769"/>
                  <a:pt x="34729" y="17769"/>
                </a:cubicBezTo>
                <a:lnTo>
                  <a:pt x="34631" y="17867"/>
                </a:lnTo>
                <a:lnTo>
                  <a:pt x="34631" y="16127"/>
                </a:lnTo>
                <a:cubicBezTo>
                  <a:pt x="34631" y="16029"/>
                  <a:pt x="34533" y="16029"/>
                  <a:pt x="34533" y="16029"/>
                </a:cubicBezTo>
                <a:cubicBezTo>
                  <a:pt x="34410" y="16029"/>
                  <a:pt x="34410" y="16029"/>
                  <a:pt x="34410" y="16127"/>
                </a:cubicBezTo>
                <a:lnTo>
                  <a:pt x="34410" y="16446"/>
                </a:lnTo>
                <a:lnTo>
                  <a:pt x="34312" y="16446"/>
                </a:lnTo>
                <a:lnTo>
                  <a:pt x="34214" y="16544"/>
                </a:lnTo>
                <a:lnTo>
                  <a:pt x="34214" y="27965"/>
                </a:lnTo>
                <a:cubicBezTo>
                  <a:pt x="34214" y="24607"/>
                  <a:pt x="34116" y="21225"/>
                  <a:pt x="34018" y="17867"/>
                </a:cubicBezTo>
                <a:lnTo>
                  <a:pt x="33920" y="17769"/>
                </a:lnTo>
                <a:cubicBezTo>
                  <a:pt x="33798" y="17769"/>
                  <a:pt x="33798" y="17867"/>
                  <a:pt x="33798" y="17867"/>
                </a:cubicBezTo>
                <a:lnTo>
                  <a:pt x="33798" y="21642"/>
                </a:lnTo>
                <a:cubicBezTo>
                  <a:pt x="33700" y="20000"/>
                  <a:pt x="33700" y="18382"/>
                  <a:pt x="33700" y="16740"/>
                </a:cubicBezTo>
                <a:cubicBezTo>
                  <a:pt x="33700" y="16642"/>
                  <a:pt x="33602" y="16642"/>
                  <a:pt x="33602" y="16642"/>
                </a:cubicBezTo>
                <a:cubicBezTo>
                  <a:pt x="33504" y="16642"/>
                  <a:pt x="33504" y="16642"/>
                  <a:pt x="33504" y="16740"/>
                </a:cubicBezTo>
                <a:lnTo>
                  <a:pt x="33504" y="19289"/>
                </a:lnTo>
                <a:lnTo>
                  <a:pt x="33405" y="19289"/>
                </a:lnTo>
                <a:cubicBezTo>
                  <a:pt x="33307" y="19289"/>
                  <a:pt x="33307" y="19289"/>
                  <a:pt x="33307" y="19387"/>
                </a:cubicBezTo>
                <a:lnTo>
                  <a:pt x="33307" y="29411"/>
                </a:lnTo>
                <a:cubicBezTo>
                  <a:pt x="33185" y="25024"/>
                  <a:pt x="33087" y="20735"/>
                  <a:pt x="32989" y="16544"/>
                </a:cubicBezTo>
                <a:cubicBezTo>
                  <a:pt x="32989" y="16446"/>
                  <a:pt x="32891" y="16446"/>
                  <a:pt x="32891" y="16446"/>
                </a:cubicBezTo>
                <a:cubicBezTo>
                  <a:pt x="32793" y="16446"/>
                  <a:pt x="32793" y="16446"/>
                  <a:pt x="32793" y="16544"/>
                </a:cubicBezTo>
                <a:lnTo>
                  <a:pt x="32793" y="24509"/>
                </a:lnTo>
                <a:cubicBezTo>
                  <a:pt x="32695" y="21960"/>
                  <a:pt x="32695" y="19289"/>
                  <a:pt x="32572" y="16740"/>
                </a:cubicBezTo>
                <a:cubicBezTo>
                  <a:pt x="32572" y="16642"/>
                  <a:pt x="32572" y="16642"/>
                  <a:pt x="32474" y="16642"/>
                </a:cubicBezTo>
                <a:cubicBezTo>
                  <a:pt x="32376" y="16642"/>
                  <a:pt x="32376" y="16642"/>
                  <a:pt x="32376" y="16740"/>
                </a:cubicBezTo>
                <a:lnTo>
                  <a:pt x="32376" y="27058"/>
                </a:lnTo>
                <a:cubicBezTo>
                  <a:pt x="32278" y="23480"/>
                  <a:pt x="32180" y="20000"/>
                  <a:pt x="32082" y="16446"/>
                </a:cubicBezTo>
                <a:cubicBezTo>
                  <a:pt x="32082" y="16446"/>
                  <a:pt x="32082" y="16323"/>
                  <a:pt x="31959" y="16323"/>
                </a:cubicBezTo>
                <a:lnTo>
                  <a:pt x="31861" y="16446"/>
                </a:lnTo>
                <a:lnTo>
                  <a:pt x="31861" y="17549"/>
                </a:lnTo>
                <a:cubicBezTo>
                  <a:pt x="31763" y="17549"/>
                  <a:pt x="31763" y="17549"/>
                  <a:pt x="31763" y="17671"/>
                </a:cubicBezTo>
                <a:lnTo>
                  <a:pt x="31763" y="27867"/>
                </a:lnTo>
                <a:cubicBezTo>
                  <a:pt x="31665" y="24411"/>
                  <a:pt x="31469" y="21029"/>
                  <a:pt x="31347" y="17671"/>
                </a:cubicBezTo>
                <a:cubicBezTo>
                  <a:pt x="31347" y="17549"/>
                  <a:pt x="31347" y="17549"/>
                  <a:pt x="31249" y="17549"/>
                </a:cubicBezTo>
                <a:cubicBezTo>
                  <a:pt x="31151" y="17549"/>
                  <a:pt x="31151" y="17549"/>
                  <a:pt x="31151" y="17671"/>
                </a:cubicBezTo>
                <a:lnTo>
                  <a:pt x="31151" y="18480"/>
                </a:lnTo>
                <a:lnTo>
                  <a:pt x="31151" y="18578"/>
                </a:lnTo>
                <a:lnTo>
                  <a:pt x="31151" y="25931"/>
                </a:lnTo>
                <a:cubicBezTo>
                  <a:pt x="31053" y="23186"/>
                  <a:pt x="31053" y="20416"/>
                  <a:pt x="30955" y="17769"/>
                </a:cubicBezTo>
                <a:cubicBezTo>
                  <a:pt x="30955" y="17671"/>
                  <a:pt x="30955" y="17671"/>
                  <a:pt x="30857" y="17671"/>
                </a:cubicBezTo>
                <a:lnTo>
                  <a:pt x="30734" y="17671"/>
                </a:lnTo>
                <a:lnTo>
                  <a:pt x="30734" y="16127"/>
                </a:lnTo>
                <a:cubicBezTo>
                  <a:pt x="30734" y="16029"/>
                  <a:pt x="30636" y="16029"/>
                  <a:pt x="30636" y="16029"/>
                </a:cubicBezTo>
                <a:cubicBezTo>
                  <a:pt x="30538" y="16029"/>
                  <a:pt x="30538" y="16029"/>
                  <a:pt x="30538" y="16127"/>
                </a:cubicBezTo>
                <a:lnTo>
                  <a:pt x="30538" y="25931"/>
                </a:lnTo>
                <a:cubicBezTo>
                  <a:pt x="30440" y="22353"/>
                  <a:pt x="30342" y="18676"/>
                  <a:pt x="30244" y="15098"/>
                </a:cubicBezTo>
                <a:cubicBezTo>
                  <a:pt x="30244" y="15098"/>
                  <a:pt x="30244" y="15000"/>
                  <a:pt x="30121" y="15000"/>
                </a:cubicBezTo>
                <a:lnTo>
                  <a:pt x="30023" y="15098"/>
                </a:lnTo>
                <a:lnTo>
                  <a:pt x="30023" y="24509"/>
                </a:lnTo>
                <a:cubicBezTo>
                  <a:pt x="30023" y="21642"/>
                  <a:pt x="29925" y="18897"/>
                  <a:pt x="29925" y="16127"/>
                </a:cubicBezTo>
                <a:cubicBezTo>
                  <a:pt x="29925" y="16029"/>
                  <a:pt x="29827" y="16029"/>
                  <a:pt x="29827" y="16029"/>
                </a:cubicBezTo>
                <a:cubicBezTo>
                  <a:pt x="29729" y="16029"/>
                  <a:pt x="29729" y="16029"/>
                  <a:pt x="29729" y="16127"/>
                </a:cubicBezTo>
                <a:lnTo>
                  <a:pt x="29729" y="25637"/>
                </a:lnTo>
                <a:cubicBezTo>
                  <a:pt x="29631" y="22156"/>
                  <a:pt x="29509" y="18774"/>
                  <a:pt x="29411" y="15515"/>
                </a:cubicBezTo>
                <a:cubicBezTo>
                  <a:pt x="29411" y="15417"/>
                  <a:pt x="29411" y="15417"/>
                  <a:pt x="29313" y="15417"/>
                </a:cubicBezTo>
                <a:cubicBezTo>
                  <a:pt x="29313" y="15417"/>
                  <a:pt x="29214" y="15417"/>
                  <a:pt x="29214" y="15515"/>
                </a:cubicBezTo>
                <a:lnTo>
                  <a:pt x="29214" y="26249"/>
                </a:lnTo>
                <a:cubicBezTo>
                  <a:pt x="29116" y="22573"/>
                  <a:pt x="29018" y="18995"/>
                  <a:pt x="28896" y="15319"/>
                </a:cubicBezTo>
                <a:cubicBezTo>
                  <a:pt x="28896" y="15319"/>
                  <a:pt x="28896" y="15221"/>
                  <a:pt x="28798" y="15221"/>
                </a:cubicBezTo>
                <a:lnTo>
                  <a:pt x="28700" y="15319"/>
                </a:lnTo>
                <a:lnTo>
                  <a:pt x="28700" y="16446"/>
                </a:lnTo>
                <a:cubicBezTo>
                  <a:pt x="28602" y="16446"/>
                  <a:pt x="28602" y="16544"/>
                  <a:pt x="28602" y="16544"/>
                </a:cubicBezTo>
                <a:lnTo>
                  <a:pt x="28602" y="17157"/>
                </a:lnTo>
                <a:cubicBezTo>
                  <a:pt x="28504" y="17157"/>
                  <a:pt x="28504" y="17255"/>
                  <a:pt x="28504" y="17255"/>
                </a:cubicBezTo>
                <a:lnTo>
                  <a:pt x="28504" y="18480"/>
                </a:lnTo>
                <a:lnTo>
                  <a:pt x="28406" y="16642"/>
                </a:lnTo>
                <a:lnTo>
                  <a:pt x="28406" y="16544"/>
                </a:lnTo>
                <a:lnTo>
                  <a:pt x="28283" y="14902"/>
                </a:lnTo>
                <a:cubicBezTo>
                  <a:pt x="28283" y="14804"/>
                  <a:pt x="28283" y="14804"/>
                  <a:pt x="28185" y="14804"/>
                </a:cubicBezTo>
                <a:cubicBezTo>
                  <a:pt x="28185" y="14804"/>
                  <a:pt x="28087" y="14804"/>
                  <a:pt x="28087" y="14902"/>
                </a:cubicBezTo>
                <a:lnTo>
                  <a:pt x="28087" y="15833"/>
                </a:lnTo>
                <a:cubicBezTo>
                  <a:pt x="28087" y="15833"/>
                  <a:pt x="28087" y="15711"/>
                  <a:pt x="27989" y="15711"/>
                </a:cubicBezTo>
                <a:lnTo>
                  <a:pt x="27891" y="15833"/>
                </a:lnTo>
                <a:lnTo>
                  <a:pt x="27891" y="14706"/>
                </a:lnTo>
                <a:lnTo>
                  <a:pt x="27793" y="14608"/>
                </a:lnTo>
                <a:cubicBezTo>
                  <a:pt x="27670" y="14608"/>
                  <a:pt x="27670" y="14706"/>
                  <a:pt x="27670" y="14706"/>
                </a:cubicBezTo>
                <a:lnTo>
                  <a:pt x="27670" y="22255"/>
                </a:lnTo>
                <a:cubicBezTo>
                  <a:pt x="27572" y="20416"/>
                  <a:pt x="27572" y="18578"/>
                  <a:pt x="27474" y="16740"/>
                </a:cubicBezTo>
                <a:cubicBezTo>
                  <a:pt x="27474" y="16740"/>
                  <a:pt x="27474" y="16642"/>
                  <a:pt x="27376" y="16642"/>
                </a:cubicBezTo>
                <a:lnTo>
                  <a:pt x="27278" y="16740"/>
                </a:lnTo>
                <a:lnTo>
                  <a:pt x="27278" y="19902"/>
                </a:lnTo>
                <a:cubicBezTo>
                  <a:pt x="27278" y="18382"/>
                  <a:pt x="27278" y="16936"/>
                  <a:pt x="27180" y="15515"/>
                </a:cubicBezTo>
                <a:cubicBezTo>
                  <a:pt x="27180" y="15417"/>
                  <a:pt x="27180" y="15417"/>
                  <a:pt x="27058" y="15417"/>
                </a:cubicBezTo>
                <a:cubicBezTo>
                  <a:pt x="27058" y="15417"/>
                  <a:pt x="26960" y="15417"/>
                  <a:pt x="26960" y="15515"/>
                </a:cubicBezTo>
                <a:lnTo>
                  <a:pt x="26960" y="22156"/>
                </a:lnTo>
                <a:cubicBezTo>
                  <a:pt x="26960" y="19804"/>
                  <a:pt x="26862" y="17549"/>
                  <a:pt x="26862" y="15319"/>
                </a:cubicBezTo>
                <a:cubicBezTo>
                  <a:pt x="26862" y="15221"/>
                  <a:pt x="26764" y="15221"/>
                  <a:pt x="26764" y="15221"/>
                </a:cubicBezTo>
                <a:cubicBezTo>
                  <a:pt x="26666" y="15221"/>
                  <a:pt x="26666" y="15221"/>
                  <a:pt x="26666" y="15319"/>
                </a:cubicBezTo>
                <a:lnTo>
                  <a:pt x="26666" y="25416"/>
                </a:lnTo>
                <a:cubicBezTo>
                  <a:pt x="26568" y="22255"/>
                  <a:pt x="26445" y="19093"/>
                  <a:pt x="26347" y="16029"/>
                </a:cubicBezTo>
                <a:cubicBezTo>
                  <a:pt x="26347" y="15931"/>
                  <a:pt x="26249" y="15931"/>
                  <a:pt x="26249" y="15931"/>
                </a:cubicBezTo>
                <a:cubicBezTo>
                  <a:pt x="26151" y="15931"/>
                  <a:pt x="26151" y="15931"/>
                  <a:pt x="26151" y="16029"/>
                </a:cubicBezTo>
                <a:lnTo>
                  <a:pt x="26151" y="23382"/>
                </a:lnTo>
                <a:lnTo>
                  <a:pt x="25832" y="15711"/>
                </a:lnTo>
                <a:cubicBezTo>
                  <a:pt x="25832" y="15711"/>
                  <a:pt x="25832" y="15613"/>
                  <a:pt x="25734" y="15613"/>
                </a:cubicBezTo>
                <a:lnTo>
                  <a:pt x="25636" y="15711"/>
                </a:lnTo>
                <a:lnTo>
                  <a:pt x="25636" y="21029"/>
                </a:lnTo>
                <a:cubicBezTo>
                  <a:pt x="25636" y="19387"/>
                  <a:pt x="25636" y="17671"/>
                  <a:pt x="25538" y="15931"/>
                </a:cubicBezTo>
                <a:lnTo>
                  <a:pt x="25538" y="15319"/>
                </a:lnTo>
                <a:cubicBezTo>
                  <a:pt x="25538" y="15221"/>
                  <a:pt x="25538" y="15221"/>
                  <a:pt x="25440" y="15221"/>
                </a:cubicBezTo>
                <a:cubicBezTo>
                  <a:pt x="25342" y="15221"/>
                  <a:pt x="25342" y="15221"/>
                  <a:pt x="25342" y="15319"/>
                </a:cubicBezTo>
                <a:lnTo>
                  <a:pt x="25342" y="24093"/>
                </a:lnTo>
                <a:cubicBezTo>
                  <a:pt x="25220" y="21225"/>
                  <a:pt x="25023" y="18382"/>
                  <a:pt x="24925" y="15515"/>
                </a:cubicBezTo>
                <a:lnTo>
                  <a:pt x="24925" y="14706"/>
                </a:lnTo>
                <a:lnTo>
                  <a:pt x="24827" y="14608"/>
                </a:lnTo>
                <a:cubicBezTo>
                  <a:pt x="24729" y="14608"/>
                  <a:pt x="24729" y="14706"/>
                  <a:pt x="24729" y="14706"/>
                </a:cubicBezTo>
                <a:lnTo>
                  <a:pt x="24729" y="20318"/>
                </a:lnTo>
                <a:cubicBezTo>
                  <a:pt x="24729" y="18480"/>
                  <a:pt x="24607" y="16642"/>
                  <a:pt x="24607" y="14804"/>
                </a:cubicBezTo>
                <a:cubicBezTo>
                  <a:pt x="24607" y="14706"/>
                  <a:pt x="24509" y="14706"/>
                  <a:pt x="24509" y="14706"/>
                </a:cubicBezTo>
                <a:cubicBezTo>
                  <a:pt x="24411" y="14706"/>
                  <a:pt x="24411" y="14706"/>
                  <a:pt x="24411" y="14804"/>
                </a:cubicBezTo>
                <a:lnTo>
                  <a:pt x="24411" y="23480"/>
                </a:lnTo>
                <a:cubicBezTo>
                  <a:pt x="24313" y="20514"/>
                  <a:pt x="24117" y="17671"/>
                  <a:pt x="23994" y="14804"/>
                </a:cubicBezTo>
                <a:cubicBezTo>
                  <a:pt x="23994" y="14804"/>
                  <a:pt x="23994" y="14706"/>
                  <a:pt x="23896" y="14706"/>
                </a:cubicBezTo>
                <a:lnTo>
                  <a:pt x="23798" y="14804"/>
                </a:lnTo>
                <a:lnTo>
                  <a:pt x="23798" y="19608"/>
                </a:lnTo>
                <a:cubicBezTo>
                  <a:pt x="23798" y="18284"/>
                  <a:pt x="23798" y="16838"/>
                  <a:pt x="23700" y="15515"/>
                </a:cubicBezTo>
                <a:cubicBezTo>
                  <a:pt x="23700" y="15417"/>
                  <a:pt x="23700" y="15417"/>
                  <a:pt x="23602" y="15417"/>
                </a:cubicBezTo>
                <a:cubicBezTo>
                  <a:pt x="23602" y="15417"/>
                  <a:pt x="23504" y="15417"/>
                  <a:pt x="23504" y="15515"/>
                </a:cubicBezTo>
                <a:lnTo>
                  <a:pt x="23504" y="19608"/>
                </a:lnTo>
                <a:cubicBezTo>
                  <a:pt x="23504" y="18284"/>
                  <a:pt x="23504" y="16936"/>
                  <a:pt x="23381" y="15613"/>
                </a:cubicBezTo>
                <a:cubicBezTo>
                  <a:pt x="23381" y="15543"/>
                  <a:pt x="23381" y="15474"/>
                  <a:pt x="23347" y="15474"/>
                </a:cubicBezTo>
                <a:cubicBezTo>
                  <a:pt x="23332" y="15474"/>
                  <a:pt x="23312" y="15486"/>
                  <a:pt x="23283" y="15515"/>
                </a:cubicBezTo>
                <a:cubicBezTo>
                  <a:pt x="23283" y="15515"/>
                  <a:pt x="23185" y="15515"/>
                  <a:pt x="23185" y="15613"/>
                </a:cubicBezTo>
                <a:lnTo>
                  <a:pt x="23185" y="21838"/>
                </a:lnTo>
                <a:cubicBezTo>
                  <a:pt x="23087" y="19608"/>
                  <a:pt x="22989" y="17451"/>
                  <a:pt x="22989" y="15319"/>
                </a:cubicBezTo>
                <a:cubicBezTo>
                  <a:pt x="22891" y="15319"/>
                  <a:pt x="22891" y="15221"/>
                  <a:pt x="22769" y="15221"/>
                </a:cubicBezTo>
                <a:lnTo>
                  <a:pt x="22769" y="14902"/>
                </a:lnTo>
                <a:cubicBezTo>
                  <a:pt x="22769" y="14804"/>
                  <a:pt x="22769" y="14804"/>
                  <a:pt x="22671" y="14804"/>
                </a:cubicBezTo>
                <a:cubicBezTo>
                  <a:pt x="22671" y="14804"/>
                  <a:pt x="22573" y="14804"/>
                  <a:pt x="22573" y="14902"/>
                </a:cubicBezTo>
                <a:lnTo>
                  <a:pt x="22573" y="19093"/>
                </a:lnTo>
                <a:cubicBezTo>
                  <a:pt x="22573" y="17353"/>
                  <a:pt x="22475" y="15515"/>
                  <a:pt x="22475" y="13774"/>
                </a:cubicBezTo>
                <a:cubicBezTo>
                  <a:pt x="22475" y="13676"/>
                  <a:pt x="22377" y="13676"/>
                  <a:pt x="22377" y="13676"/>
                </a:cubicBezTo>
                <a:cubicBezTo>
                  <a:pt x="22278" y="13676"/>
                  <a:pt x="22278" y="13676"/>
                  <a:pt x="22278" y="13774"/>
                </a:cubicBezTo>
                <a:lnTo>
                  <a:pt x="22278" y="23382"/>
                </a:lnTo>
                <a:cubicBezTo>
                  <a:pt x="22156" y="20612"/>
                  <a:pt x="22058" y="17867"/>
                  <a:pt x="21862" y="15221"/>
                </a:cubicBezTo>
                <a:cubicBezTo>
                  <a:pt x="21862" y="15098"/>
                  <a:pt x="21862" y="15098"/>
                  <a:pt x="21764" y="15098"/>
                </a:cubicBezTo>
                <a:lnTo>
                  <a:pt x="21764" y="14387"/>
                </a:lnTo>
                <a:lnTo>
                  <a:pt x="21666" y="14387"/>
                </a:lnTo>
                <a:lnTo>
                  <a:pt x="21666" y="14191"/>
                </a:lnTo>
                <a:cubicBezTo>
                  <a:pt x="21666" y="14093"/>
                  <a:pt x="21666" y="14093"/>
                  <a:pt x="21543" y="14093"/>
                </a:cubicBezTo>
                <a:cubicBezTo>
                  <a:pt x="21543" y="14093"/>
                  <a:pt x="21445" y="14093"/>
                  <a:pt x="21445" y="14191"/>
                </a:cubicBezTo>
                <a:lnTo>
                  <a:pt x="21445" y="18774"/>
                </a:lnTo>
                <a:cubicBezTo>
                  <a:pt x="21445" y="17255"/>
                  <a:pt x="21445" y="15833"/>
                  <a:pt x="21347" y="14387"/>
                </a:cubicBezTo>
                <a:lnTo>
                  <a:pt x="21347" y="14289"/>
                </a:lnTo>
                <a:lnTo>
                  <a:pt x="21347" y="13578"/>
                </a:lnTo>
                <a:cubicBezTo>
                  <a:pt x="21347" y="13480"/>
                  <a:pt x="21249" y="13480"/>
                  <a:pt x="21249" y="13480"/>
                </a:cubicBezTo>
                <a:cubicBezTo>
                  <a:pt x="21151" y="13480"/>
                  <a:pt x="21151" y="13480"/>
                  <a:pt x="21151" y="13578"/>
                </a:cubicBezTo>
                <a:lnTo>
                  <a:pt x="21151" y="15833"/>
                </a:lnTo>
                <a:cubicBezTo>
                  <a:pt x="21151" y="15319"/>
                  <a:pt x="21151" y="14804"/>
                  <a:pt x="21053" y="14289"/>
                </a:cubicBezTo>
                <a:cubicBezTo>
                  <a:pt x="21053" y="14191"/>
                  <a:pt x="21053" y="14191"/>
                  <a:pt x="20931" y="14191"/>
                </a:cubicBezTo>
                <a:cubicBezTo>
                  <a:pt x="20931" y="14191"/>
                  <a:pt x="20832" y="14191"/>
                  <a:pt x="20832" y="14289"/>
                </a:cubicBezTo>
                <a:lnTo>
                  <a:pt x="20832" y="22573"/>
                </a:lnTo>
                <a:cubicBezTo>
                  <a:pt x="20734" y="19804"/>
                  <a:pt x="20636" y="17157"/>
                  <a:pt x="20538" y="14485"/>
                </a:cubicBezTo>
                <a:cubicBezTo>
                  <a:pt x="20538" y="14485"/>
                  <a:pt x="20440" y="14485"/>
                  <a:pt x="20440" y="14387"/>
                </a:cubicBezTo>
                <a:cubicBezTo>
                  <a:pt x="20318" y="14387"/>
                  <a:pt x="20318" y="14485"/>
                  <a:pt x="20318" y="14485"/>
                </a:cubicBezTo>
                <a:lnTo>
                  <a:pt x="20318" y="20833"/>
                </a:lnTo>
                <a:lnTo>
                  <a:pt x="20024" y="14706"/>
                </a:lnTo>
                <a:lnTo>
                  <a:pt x="19926" y="14608"/>
                </a:lnTo>
                <a:cubicBezTo>
                  <a:pt x="19828" y="14608"/>
                  <a:pt x="19828" y="14608"/>
                  <a:pt x="19828" y="14706"/>
                </a:cubicBezTo>
                <a:lnTo>
                  <a:pt x="19828" y="21544"/>
                </a:lnTo>
                <a:cubicBezTo>
                  <a:pt x="19705" y="19289"/>
                  <a:pt x="19607" y="17157"/>
                  <a:pt x="19509" y="15000"/>
                </a:cubicBezTo>
                <a:cubicBezTo>
                  <a:pt x="19509" y="14902"/>
                  <a:pt x="19411" y="14902"/>
                  <a:pt x="19411" y="14902"/>
                </a:cubicBezTo>
                <a:cubicBezTo>
                  <a:pt x="19313" y="14902"/>
                  <a:pt x="19313" y="14902"/>
                  <a:pt x="19313" y="15000"/>
                </a:cubicBezTo>
                <a:lnTo>
                  <a:pt x="19313" y="21642"/>
                </a:lnTo>
                <a:cubicBezTo>
                  <a:pt x="19092" y="19608"/>
                  <a:pt x="18994" y="17549"/>
                  <a:pt x="18896" y="15515"/>
                </a:cubicBezTo>
                <a:lnTo>
                  <a:pt x="18896" y="15417"/>
                </a:lnTo>
                <a:lnTo>
                  <a:pt x="18896" y="14902"/>
                </a:lnTo>
                <a:cubicBezTo>
                  <a:pt x="18896" y="14804"/>
                  <a:pt x="18798" y="14804"/>
                  <a:pt x="18798" y="14804"/>
                </a:cubicBezTo>
                <a:cubicBezTo>
                  <a:pt x="18700" y="14804"/>
                  <a:pt x="18700" y="14804"/>
                  <a:pt x="18700" y="14902"/>
                </a:cubicBezTo>
                <a:lnTo>
                  <a:pt x="18700" y="16838"/>
                </a:lnTo>
                <a:cubicBezTo>
                  <a:pt x="18602" y="15711"/>
                  <a:pt x="18602" y="14706"/>
                  <a:pt x="18602" y="13676"/>
                </a:cubicBezTo>
                <a:cubicBezTo>
                  <a:pt x="18602" y="13578"/>
                  <a:pt x="18480" y="13578"/>
                  <a:pt x="18480" y="13578"/>
                </a:cubicBezTo>
                <a:cubicBezTo>
                  <a:pt x="18382" y="13578"/>
                  <a:pt x="18382" y="13578"/>
                  <a:pt x="18382" y="13676"/>
                </a:cubicBezTo>
                <a:lnTo>
                  <a:pt x="18382" y="19706"/>
                </a:lnTo>
                <a:cubicBezTo>
                  <a:pt x="18284" y="18064"/>
                  <a:pt x="18284" y="16446"/>
                  <a:pt x="18186" y="14902"/>
                </a:cubicBezTo>
                <a:cubicBezTo>
                  <a:pt x="18186" y="14804"/>
                  <a:pt x="18186" y="14804"/>
                  <a:pt x="18087" y="14804"/>
                </a:cubicBezTo>
                <a:cubicBezTo>
                  <a:pt x="17989" y="14804"/>
                  <a:pt x="17989" y="14804"/>
                  <a:pt x="17989" y="14902"/>
                </a:cubicBezTo>
                <a:lnTo>
                  <a:pt x="17989" y="21225"/>
                </a:lnTo>
                <a:cubicBezTo>
                  <a:pt x="17867" y="19289"/>
                  <a:pt x="17769" y="17451"/>
                  <a:pt x="17671" y="15613"/>
                </a:cubicBezTo>
                <a:lnTo>
                  <a:pt x="17573" y="15515"/>
                </a:lnTo>
                <a:cubicBezTo>
                  <a:pt x="17475" y="15515"/>
                  <a:pt x="17475" y="15613"/>
                  <a:pt x="17475" y="15613"/>
                </a:cubicBezTo>
                <a:lnTo>
                  <a:pt x="17475" y="20931"/>
                </a:lnTo>
                <a:cubicBezTo>
                  <a:pt x="17377" y="19191"/>
                  <a:pt x="17254" y="17549"/>
                  <a:pt x="17156" y="15833"/>
                </a:cubicBezTo>
                <a:lnTo>
                  <a:pt x="17058" y="15711"/>
                </a:lnTo>
                <a:cubicBezTo>
                  <a:pt x="16960" y="15711"/>
                  <a:pt x="16960" y="15833"/>
                  <a:pt x="16960" y="15833"/>
                </a:cubicBezTo>
                <a:lnTo>
                  <a:pt x="16960" y="20220"/>
                </a:lnTo>
                <a:cubicBezTo>
                  <a:pt x="16862" y="18480"/>
                  <a:pt x="16764" y="16740"/>
                  <a:pt x="16641" y="15000"/>
                </a:cubicBezTo>
                <a:cubicBezTo>
                  <a:pt x="16641" y="14902"/>
                  <a:pt x="16543" y="14902"/>
                  <a:pt x="16543" y="14902"/>
                </a:cubicBezTo>
                <a:cubicBezTo>
                  <a:pt x="16445" y="14902"/>
                  <a:pt x="16445" y="14902"/>
                  <a:pt x="16445" y="15000"/>
                </a:cubicBezTo>
                <a:lnTo>
                  <a:pt x="16445" y="15098"/>
                </a:lnTo>
                <a:lnTo>
                  <a:pt x="16445" y="15221"/>
                </a:lnTo>
                <a:lnTo>
                  <a:pt x="16445" y="20931"/>
                </a:lnTo>
                <a:cubicBezTo>
                  <a:pt x="16347" y="18897"/>
                  <a:pt x="16249" y="16936"/>
                  <a:pt x="16151" y="15000"/>
                </a:cubicBezTo>
                <a:lnTo>
                  <a:pt x="16029" y="14902"/>
                </a:lnTo>
                <a:cubicBezTo>
                  <a:pt x="15931" y="14902"/>
                  <a:pt x="15931" y="15000"/>
                  <a:pt x="15931" y="15000"/>
                </a:cubicBezTo>
                <a:lnTo>
                  <a:pt x="15931" y="20833"/>
                </a:lnTo>
                <a:cubicBezTo>
                  <a:pt x="15735" y="19093"/>
                  <a:pt x="15637" y="17451"/>
                  <a:pt x="15539" y="15833"/>
                </a:cubicBezTo>
                <a:cubicBezTo>
                  <a:pt x="15539" y="15711"/>
                  <a:pt x="15539" y="15711"/>
                  <a:pt x="15416" y="15711"/>
                </a:cubicBezTo>
                <a:cubicBezTo>
                  <a:pt x="15318" y="15711"/>
                  <a:pt x="15318" y="15711"/>
                  <a:pt x="15318" y="15833"/>
                </a:cubicBezTo>
                <a:lnTo>
                  <a:pt x="15318" y="20220"/>
                </a:lnTo>
                <a:lnTo>
                  <a:pt x="15024" y="15000"/>
                </a:lnTo>
                <a:cubicBezTo>
                  <a:pt x="15024" y="14902"/>
                  <a:pt x="15024" y="14902"/>
                  <a:pt x="14926" y="14902"/>
                </a:cubicBezTo>
                <a:cubicBezTo>
                  <a:pt x="14926" y="14902"/>
                  <a:pt x="14803" y="14902"/>
                  <a:pt x="14803" y="15000"/>
                </a:cubicBezTo>
                <a:lnTo>
                  <a:pt x="14803" y="20220"/>
                </a:lnTo>
                <a:cubicBezTo>
                  <a:pt x="14705" y="18578"/>
                  <a:pt x="14607" y="16936"/>
                  <a:pt x="14509" y="15417"/>
                </a:cubicBezTo>
                <a:cubicBezTo>
                  <a:pt x="14509" y="15319"/>
                  <a:pt x="14509" y="15319"/>
                  <a:pt x="14411" y="15319"/>
                </a:cubicBezTo>
                <a:cubicBezTo>
                  <a:pt x="14313" y="15319"/>
                  <a:pt x="14313" y="15319"/>
                  <a:pt x="14313" y="15417"/>
                </a:cubicBezTo>
                <a:lnTo>
                  <a:pt x="14313" y="15515"/>
                </a:lnTo>
                <a:cubicBezTo>
                  <a:pt x="14191" y="15515"/>
                  <a:pt x="14191" y="15613"/>
                  <a:pt x="14191" y="15613"/>
                </a:cubicBezTo>
                <a:lnTo>
                  <a:pt x="14191" y="20514"/>
                </a:lnTo>
                <a:lnTo>
                  <a:pt x="14191" y="21348"/>
                </a:lnTo>
                <a:cubicBezTo>
                  <a:pt x="13995" y="19804"/>
                  <a:pt x="13896" y="18284"/>
                  <a:pt x="13798" y="16936"/>
                </a:cubicBezTo>
                <a:lnTo>
                  <a:pt x="13798" y="16838"/>
                </a:lnTo>
                <a:lnTo>
                  <a:pt x="13798" y="15417"/>
                </a:lnTo>
                <a:lnTo>
                  <a:pt x="13700" y="15319"/>
                </a:lnTo>
                <a:cubicBezTo>
                  <a:pt x="13578" y="15319"/>
                  <a:pt x="13578" y="15417"/>
                  <a:pt x="13578" y="15417"/>
                </a:cubicBezTo>
                <a:lnTo>
                  <a:pt x="13578" y="20000"/>
                </a:lnTo>
                <a:lnTo>
                  <a:pt x="13578" y="20612"/>
                </a:lnTo>
                <a:lnTo>
                  <a:pt x="13284" y="16029"/>
                </a:lnTo>
                <a:cubicBezTo>
                  <a:pt x="13284" y="15931"/>
                  <a:pt x="13186" y="15931"/>
                  <a:pt x="13186" y="15931"/>
                </a:cubicBezTo>
                <a:cubicBezTo>
                  <a:pt x="13088" y="15931"/>
                  <a:pt x="13088" y="16029"/>
                  <a:pt x="13088" y="16029"/>
                </a:cubicBezTo>
                <a:lnTo>
                  <a:pt x="13088" y="16127"/>
                </a:lnTo>
                <a:lnTo>
                  <a:pt x="13088" y="18897"/>
                </a:lnTo>
                <a:cubicBezTo>
                  <a:pt x="12965" y="18162"/>
                  <a:pt x="12965" y="17353"/>
                  <a:pt x="12965" y="16544"/>
                </a:cubicBezTo>
                <a:lnTo>
                  <a:pt x="12867" y="16446"/>
                </a:lnTo>
                <a:cubicBezTo>
                  <a:pt x="12769" y="16446"/>
                  <a:pt x="12769" y="16544"/>
                  <a:pt x="12769" y="16544"/>
                </a:cubicBezTo>
                <a:lnTo>
                  <a:pt x="12769" y="20612"/>
                </a:lnTo>
                <a:cubicBezTo>
                  <a:pt x="12671" y="19387"/>
                  <a:pt x="12671" y="18284"/>
                  <a:pt x="12573" y="17157"/>
                </a:cubicBezTo>
                <a:lnTo>
                  <a:pt x="12475" y="17059"/>
                </a:lnTo>
                <a:cubicBezTo>
                  <a:pt x="12352" y="17059"/>
                  <a:pt x="12352" y="17157"/>
                  <a:pt x="12352" y="17157"/>
                </a:cubicBezTo>
                <a:lnTo>
                  <a:pt x="12352" y="21127"/>
                </a:lnTo>
                <a:lnTo>
                  <a:pt x="12352" y="21642"/>
                </a:lnTo>
                <a:cubicBezTo>
                  <a:pt x="12254" y="20000"/>
                  <a:pt x="12058" y="18578"/>
                  <a:pt x="11960" y="17059"/>
                </a:cubicBezTo>
                <a:cubicBezTo>
                  <a:pt x="11960" y="17059"/>
                  <a:pt x="11960" y="16936"/>
                  <a:pt x="11862" y="16936"/>
                </a:cubicBezTo>
                <a:lnTo>
                  <a:pt x="11740" y="17059"/>
                </a:lnTo>
                <a:lnTo>
                  <a:pt x="11740" y="16936"/>
                </a:lnTo>
                <a:cubicBezTo>
                  <a:pt x="11740" y="16838"/>
                  <a:pt x="11740" y="16838"/>
                  <a:pt x="11642" y="16838"/>
                </a:cubicBezTo>
                <a:cubicBezTo>
                  <a:pt x="11544" y="16838"/>
                  <a:pt x="11544" y="16838"/>
                  <a:pt x="11544" y="16936"/>
                </a:cubicBezTo>
                <a:lnTo>
                  <a:pt x="11544" y="17671"/>
                </a:lnTo>
                <a:lnTo>
                  <a:pt x="11544" y="17769"/>
                </a:lnTo>
                <a:lnTo>
                  <a:pt x="11544" y="18897"/>
                </a:lnTo>
                <a:cubicBezTo>
                  <a:pt x="11544" y="18578"/>
                  <a:pt x="11544" y="18284"/>
                  <a:pt x="11446" y="17965"/>
                </a:cubicBezTo>
                <a:lnTo>
                  <a:pt x="11348" y="17965"/>
                </a:lnTo>
                <a:cubicBezTo>
                  <a:pt x="11348" y="17965"/>
                  <a:pt x="11250" y="17965"/>
                  <a:pt x="11250" y="18064"/>
                </a:cubicBezTo>
                <a:lnTo>
                  <a:pt x="11250" y="20735"/>
                </a:lnTo>
                <a:cubicBezTo>
                  <a:pt x="11250" y="19608"/>
                  <a:pt x="11127" y="18480"/>
                  <a:pt x="11029" y="17353"/>
                </a:cubicBezTo>
                <a:cubicBezTo>
                  <a:pt x="11029" y="17353"/>
                  <a:pt x="11029" y="17255"/>
                  <a:pt x="10931" y="17255"/>
                </a:cubicBezTo>
                <a:lnTo>
                  <a:pt x="10833" y="17353"/>
                </a:lnTo>
                <a:lnTo>
                  <a:pt x="10833" y="20514"/>
                </a:lnTo>
                <a:cubicBezTo>
                  <a:pt x="10833" y="19706"/>
                  <a:pt x="10735" y="18774"/>
                  <a:pt x="10735" y="17965"/>
                </a:cubicBezTo>
                <a:cubicBezTo>
                  <a:pt x="10735" y="17867"/>
                  <a:pt x="10637" y="17867"/>
                  <a:pt x="10637" y="17867"/>
                </a:cubicBezTo>
                <a:cubicBezTo>
                  <a:pt x="10514" y="17867"/>
                  <a:pt x="10514" y="17867"/>
                  <a:pt x="10514" y="17965"/>
                </a:cubicBezTo>
                <a:lnTo>
                  <a:pt x="10514" y="18382"/>
                </a:lnTo>
                <a:lnTo>
                  <a:pt x="10416" y="18382"/>
                </a:lnTo>
                <a:lnTo>
                  <a:pt x="10318" y="18480"/>
                </a:lnTo>
                <a:lnTo>
                  <a:pt x="10318" y="18897"/>
                </a:lnTo>
                <a:lnTo>
                  <a:pt x="10220" y="18774"/>
                </a:lnTo>
                <a:cubicBezTo>
                  <a:pt x="10122" y="18774"/>
                  <a:pt x="10122" y="18897"/>
                  <a:pt x="10122" y="18897"/>
                </a:cubicBezTo>
                <a:lnTo>
                  <a:pt x="10122" y="21127"/>
                </a:lnTo>
                <a:cubicBezTo>
                  <a:pt x="10024" y="20220"/>
                  <a:pt x="10024" y="19387"/>
                  <a:pt x="9902" y="18578"/>
                </a:cubicBezTo>
                <a:cubicBezTo>
                  <a:pt x="9902" y="18480"/>
                  <a:pt x="9902" y="18480"/>
                  <a:pt x="9804" y="18480"/>
                </a:cubicBezTo>
                <a:cubicBezTo>
                  <a:pt x="9706" y="18480"/>
                  <a:pt x="9706" y="18480"/>
                  <a:pt x="9706" y="18578"/>
                </a:cubicBezTo>
                <a:lnTo>
                  <a:pt x="9706" y="18897"/>
                </a:lnTo>
                <a:cubicBezTo>
                  <a:pt x="9706" y="18897"/>
                  <a:pt x="9706" y="18774"/>
                  <a:pt x="9607" y="18774"/>
                </a:cubicBezTo>
                <a:cubicBezTo>
                  <a:pt x="9509" y="18774"/>
                  <a:pt x="9509" y="18897"/>
                  <a:pt x="9509" y="18897"/>
                </a:cubicBezTo>
                <a:lnTo>
                  <a:pt x="9509" y="19093"/>
                </a:lnTo>
                <a:lnTo>
                  <a:pt x="9411" y="19191"/>
                </a:lnTo>
                <a:lnTo>
                  <a:pt x="9411" y="21642"/>
                </a:lnTo>
                <a:lnTo>
                  <a:pt x="9411" y="22451"/>
                </a:lnTo>
                <a:cubicBezTo>
                  <a:pt x="9289" y="21446"/>
                  <a:pt x="9191" y="20514"/>
                  <a:pt x="9093" y="19608"/>
                </a:cubicBezTo>
                <a:cubicBezTo>
                  <a:pt x="9093" y="19608"/>
                  <a:pt x="9093" y="19510"/>
                  <a:pt x="8995" y="19510"/>
                </a:cubicBezTo>
                <a:lnTo>
                  <a:pt x="8897" y="19608"/>
                </a:lnTo>
                <a:lnTo>
                  <a:pt x="8897" y="19804"/>
                </a:lnTo>
                <a:lnTo>
                  <a:pt x="8897" y="19902"/>
                </a:lnTo>
                <a:cubicBezTo>
                  <a:pt x="8897" y="19804"/>
                  <a:pt x="8897" y="19804"/>
                  <a:pt x="8799" y="19804"/>
                </a:cubicBezTo>
                <a:lnTo>
                  <a:pt x="8676" y="19902"/>
                </a:lnTo>
                <a:lnTo>
                  <a:pt x="8676" y="21544"/>
                </a:lnTo>
                <a:cubicBezTo>
                  <a:pt x="8676" y="20833"/>
                  <a:pt x="8578" y="20122"/>
                  <a:pt x="8578" y="19387"/>
                </a:cubicBezTo>
                <a:lnTo>
                  <a:pt x="8480" y="19289"/>
                </a:lnTo>
                <a:cubicBezTo>
                  <a:pt x="8382" y="19387"/>
                  <a:pt x="8382" y="19387"/>
                  <a:pt x="8382" y="19510"/>
                </a:cubicBezTo>
                <a:lnTo>
                  <a:pt x="8382" y="21348"/>
                </a:lnTo>
                <a:cubicBezTo>
                  <a:pt x="8284" y="20931"/>
                  <a:pt x="8284" y="20514"/>
                  <a:pt x="8284" y="20122"/>
                </a:cubicBezTo>
                <a:cubicBezTo>
                  <a:pt x="8284" y="20000"/>
                  <a:pt x="8186" y="20000"/>
                  <a:pt x="8186" y="20000"/>
                </a:cubicBezTo>
                <a:cubicBezTo>
                  <a:pt x="8063" y="20000"/>
                  <a:pt x="8063" y="20000"/>
                  <a:pt x="8063" y="20122"/>
                </a:cubicBezTo>
                <a:lnTo>
                  <a:pt x="8063" y="21960"/>
                </a:lnTo>
                <a:lnTo>
                  <a:pt x="8063" y="23480"/>
                </a:lnTo>
                <a:cubicBezTo>
                  <a:pt x="7965" y="22671"/>
                  <a:pt x="7769" y="21838"/>
                  <a:pt x="7671" y="21127"/>
                </a:cubicBezTo>
                <a:cubicBezTo>
                  <a:pt x="7671" y="21029"/>
                  <a:pt x="7573" y="21029"/>
                  <a:pt x="7573" y="21029"/>
                </a:cubicBezTo>
                <a:cubicBezTo>
                  <a:pt x="7451" y="21029"/>
                  <a:pt x="7451" y="21127"/>
                  <a:pt x="7451" y="21127"/>
                </a:cubicBezTo>
                <a:lnTo>
                  <a:pt x="7451" y="22769"/>
                </a:lnTo>
                <a:lnTo>
                  <a:pt x="7451" y="23063"/>
                </a:lnTo>
                <a:cubicBezTo>
                  <a:pt x="7353" y="22573"/>
                  <a:pt x="7353" y="21960"/>
                  <a:pt x="7255" y="21348"/>
                </a:cubicBezTo>
                <a:cubicBezTo>
                  <a:pt x="7255" y="21225"/>
                  <a:pt x="7157" y="21225"/>
                  <a:pt x="7157" y="21225"/>
                </a:cubicBezTo>
                <a:cubicBezTo>
                  <a:pt x="7059" y="21225"/>
                  <a:pt x="7059" y="21225"/>
                  <a:pt x="7059" y="21348"/>
                </a:cubicBezTo>
                <a:lnTo>
                  <a:pt x="7059" y="22769"/>
                </a:lnTo>
                <a:lnTo>
                  <a:pt x="7059" y="23995"/>
                </a:lnTo>
                <a:cubicBezTo>
                  <a:pt x="6961" y="23284"/>
                  <a:pt x="6838" y="22451"/>
                  <a:pt x="6740" y="21838"/>
                </a:cubicBezTo>
                <a:cubicBezTo>
                  <a:pt x="6642" y="21740"/>
                  <a:pt x="6642" y="21740"/>
                  <a:pt x="6544" y="21740"/>
                </a:cubicBezTo>
                <a:lnTo>
                  <a:pt x="6544" y="21838"/>
                </a:lnTo>
                <a:lnTo>
                  <a:pt x="6544" y="22058"/>
                </a:lnTo>
                <a:lnTo>
                  <a:pt x="6446" y="22058"/>
                </a:lnTo>
                <a:cubicBezTo>
                  <a:pt x="6348" y="22058"/>
                  <a:pt x="6348" y="22058"/>
                  <a:pt x="6348" y="22156"/>
                </a:cubicBezTo>
                <a:lnTo>
                  <a:pt x="6348" y="23284"/>
                </a:lnTo>
                <a:lnTo>
                  <a:pt x="6348" y="23897"/>
                </a:lnTo>
                <a:cubicBezTo>
                  <a:pt x="6348" y="23578"/>
                  <a:pt x="6225" y="23186"/>
                  <a:pt x="6225" y="22867"/>
                </a:cubicBezTo>
                <a:cubicBezTo>
                  <a:pt x="6127" y="22769"/>
                  <a:pt x="6127" y="22769"/>
                  <a:pt x="6029" y="22769"/>
                </a:cubicBezTo>
                <a:lnTo>
                  <a:pt x="6029" y="22867"/>
                </a:lnTo>
                <a:lnTo>
                  <a:pt x="6029" y="23897"/>
                </a:lnTo>
                <a:lnTo>
                  <a:pt x="6029" y="24093"/>
                </a:lnTo>
                <a:cubicBezTo>
                  <a:pt x="5931" y="23676"/>
                  <a:pt x="5931" y="23382"/>
                  <a:pt x="5833" y="22965"/>
                </a:cubicBezTo>
                <a:cubicBezTo>
                  <a:pt x="5833" y="22965"/>
                  <a:pt x="5833" y="22867"/>
                  <a:pt x="5735" y="22867"/>
                </a:cubicBezTo>
                <a:lnTo>
                  <a:pt x="5613" y="22965"/>
                </a:lnTo>
                <a:lnTo>
                  <a:pt x="5613" y="23897"/>
                </a:lnTo>
                <a:lnTo>
                  <a:pt x="5613" y="24705"/>
                </a:lnTo>
                <a:cubicBezTo>
                  <a:pt x="5613" y="24289"/>
                  <a:pt x="5515" y="23897"/>
                  <a:pt x="5416" y="23480"/>
                </a:cubicBezTo>
                <a:cubicBezTo>
                  <a:pt x="5416" y="23382"/>
                  <a:pt x="5416" y="23382"/>
                  <a:pt x="5318" y="23382"/>
                </a:cubicBezTo>
                <a:lnTo>
                  <a:pt x="5220" y="23480"/>
                </a:lnTo>
                <a:lnTo>
                  <a:pt x="5220" y="24289"/>
                </a:lnTo>
                <a:lnTo>
                  <a:pt x="5220" y="25514"/>
                </a:lnTo>
                <a:cubicBezTo>
                  <a:pt x="5122" y="25122"/>
                  <a:pt x="5000" y="24803"/>
                  <a:pt x="4902" y="24411"/>
                </a:cubicBezTo>
                <a:lnTo>
                  <a:pt x="4706" y="24411"/>
                </a:lnTo>
                <a:lnTo>
                  <a:pt x="4706" y="24509"/>
                </a:lnTo>
                <a:lnTo>
                  <a:pt x="4706" y="25122"/>
                </a:lnTo>
                <a:lnTo>
                  <a:pt x="4706" y="25931"/>
                </a:lnTo>
                <a:cubicBezTo>
                  <a:pt x="4608" y="25514"/>
                  <a:pt x="4510" y="25220"/>
                  <a:pt x="4387" y="25024"/>
                </a:cubicBezTo>
                <a:cubicBezTo>
                  <a:pt x="4387" y="24901"/>
                  <a:pt x="4289" y="24901"/>
                  <a:pt x="4289" y="24901"/>
                </a:cubicBezTo>
                <a:cubicBezTo>
                  <a:pt x="4191" y="24901"/>
                  <a:pt x="4191" y="25024"/>
                  <a:pt x="4191" y="25024"/>
                </a:cubicBezTo>
                <a:lnTo>
                  <a:pt x="4191" y="25514"/>
                </a:lnTo>
                <a:lnTo>
                  <a:pt x="4191" y="26347"/>
                </a:lnTo>
                <a:cubicBezTo>
                  <a:pt x="4191" y="26029"/>
                  <a:pt x="4093" y="25833"/>
                  <a:pt x="3995" y="25514"/>
                </a:cubicBezTo>
                <a:cubicBezTo>
                  <a:pt x="3995" y="25514"/>
                  <a:pt x="3995" y="25416"/>
                  <a:pt x="3897" y="25416"/>
                </a:cubicBezTo>
                <a:lnTo>
                  <a:pt x="3774" y="25514"/>
                </a:lnTo>
                <a:lnTo>
                  <a:pt x="3774" y="26029"/>
                </a:lnTo>
                <a:lnTo>
                  <a:pt x="3774" y="26960"/>
                </a:lnTo>
                <a:cubicBezTo>
                  <a:pt x="3676" y="26642"/>
                  <a:pt x="3676" y="26446"/>
                  <a:pt x="3578" y="26249"/>
                </a:cubicBezTo>
                <a:cubicBezTo>
                  <a:pt x="3480" y="26127"/>
                  <a:pt x="3480" y="26127"/>
                  <a:pt x="3382" y="26127"/>
                </a:cubicBezTo>
                <a:lnTo>
                  <a:pt x="3382" y="26249"/>
                </a:lnTo>
                <a:lnTo>
                  <a:pt x="3382" y="26544"/>
                </a:lnTo>
                <a:cubicBezTo>
                  <a:pt x="3382" y="26544"/>
                  <a:pt x="3284" y="26446"/>
                  <a:pt x="3284" y="26347"/>
                </a:cubicBezTo>
                <a:cubicBezTo>
                  <a:pt x="3284" y="26347"/>
                  <a:pt x="3284" y="26249"/>
                  <a:pt x="3162" y="26249"/>
                </a:cubicBezTo>
                <a:lnTo>
                  <a:pt x="3064" y="26347"/>
                </a:lnTo>
                <a:lnTo>
                  <a:pt x="3064" y="26642"/>
                </a:lnTo>
                <a:lnTo>
                  <a:pt x="3064" y="27867"/>
                </a:lnTo>
                <a:cubicBezTo>
                  <a:pt x="2966" y="27573"/>
                  <a:pt x="2868" y="27352"/>
                  <a:pt x="2770" y="27254"/>
                </a:cubicBezTo>
                <a:cubicBezTo>
                  <a:pt x="2770" y="27254"/>
                  <a:pt x="2726" y="27211"/>
                  <a:pt x="2697" y="27211"/>
                </a:cubicBezTo>
                <a:cubicBezTo>
                  <a:pt x="2682" y="27211"/>
                  <a:pt x="2671" y="27222"/>
                  <a:pt x="2671" y="27254"/>
                </a:cubicBezTo>
                <a:cubicBezTo>
                  <a:pt x="2671" y="27254"/>
                  <a:pt x="2549" y="27254"/>
                  <a:pt x="2549" y="27352"/>
                </a:cubicBezTo>
                <a:lnTo>
                  <a:pt x="2549" y="27573"/>
                </a:lnTo>
                <a:lnTo>
                  <a:pt x="2549" y="28284"/>
                </a:lnTo>
                <a:cubicBezTo>
                  <a:pt x="2549" y="28088"/>
                  <a:pt x="2451" y="27965"/>
                  <a:pt x="2451" y="27867"/>
                </a:cubicBezTo>
                <a:cubicBezTo>
                  <a:pt x="2353" y="27769"/>
                  <a:pt x="2353" y="27769"/>
                  <a:pt x="2255" y="27769"/>
                </a:cubicBezTo>
                <a:lnTo>
                  <a:pt x="2255" y="27867"/>
                </a:lnTo>
                <a:lnTo>
                  <a:pt x="2255" y="28088"/>
                </a:lnTo>
                <a:lnTo>
                  <a:pt x="2255" y="28578"/>
                </a:lnTo>
                <a:cubicBezTo>
                  <a:pt x="2157" y="28480"/>
                  <a:pt x="2157" y="28382"/>
                  <a:pt x="2157" y="28284"/>
                </a:cubicBezTo>
                <a:lnTo>
                  <a:pt x="2059" y="28284"/>
                </a:lnTo>
                <a:cubicBezTo>
                  <a:pt x="1936" y="28284"/>
                  <a:pt x="1936" y="28284"/>
                  <a:pt x="1936" y="28382"/>
                </a:cubicBezTo>
                <a:lnTo>
                  <a:pt x="1936" y="28480"/>
                </a:lnTo>
                <a:lnTo>
                  <a:pt x="1936" y="28896"/>
                </a:lnTo>
                <a:cubicBezTo>
                  <a:pt x="1838" y="28798"/>
                  <a:pt x="1838" y="28798"/>
                  <a:pt x="1740" y="28798"/>
                </a:cubicBezTo>
                <a:cubicBezTo>
                  <a:pt x="1642" y="28798"/>
                  <a:pt x="1642" y="28896"/>
                  <a:pt x="1642" y="28896"/>
                </a:cubicBezTo>
                <a:lnTo>
                  <a:pt x="1642" y="28994"/>
                </a:lnTo>
                <a:lnTo>
                  <a:pt x="1642" y="29607"/>
                </a:lnTo>
                <a:cubicBezTo>
                  <a:pt x="1544" y="29509"/>
                  <a:pt x="1544" y="29509"/>
                  <a:pt x="1446" y="29509"/>
                </a:cubicBezTo>
                <a:cubicBezTo>
                  <a:pt x="1446" y="29460"/>
                  <a:pt x="1446" y="29436"/>
                  <a:pt x="1431" y="29436"/>
                </a:cubicBezTo>
                <a:cubicBezTo>
                  <a:pt x="1415" y="29436"/>
                  <a:pt x="1385" y="29460"/>
                  <a:pt x="1324" y="29509"/>
                </a:cubicBezTo>
                <a:lnTo>
                  <a:pt x="1324" y="29607"/>
                </a:lnTo>
                <a:lnTo>
                  <a:pt x="1324" y="30220"/>
                </a:lnTo>
                <a:cubicBezTo>
                  <a:pt x="1127" y="30220"/>
                  <a:pt x="931" y="30318"/>
                  <a:pt x="833" y="30416"/>
                </a:cubicBezTo>
                <a:cubicBezTo>
                  <a:pt x="711" y="30416"/>
                  <a:pt x="711" y="30538"/>
                  <a:pt x="711" y="30538"/>
                </a:cubicBezTo>
                <a:lnTo>
                  <a:pt x="711" y="30735"/>
                </a:lnTo>
                <a:lnTo>
                  <a:pt x="613" y="30735"/>
                </a:lnTo>
                <a:lnTo>
                  <a:pt x="613" y="30833"/>
                </a:lnTo>
                <a:lnTo>
                  <a:pt x="613" y="31151"/>
                </a:lnTo>
                <a:lnTo>
                  <a:pt x="417" y="31151"/>
                </a:lnTo>
                <a:lnTo>
                  <a:pt x="417" y="31249"/>
                </a:lnTo>
                <a:lnTo>
                  <a:pt x="417" y="31445"/>
                </a:lnTo>
                <a:cubicBezTo>
                  <a:pt x="319" y="31543"/>
                  <a:pt x="98" y="31641"/>
                  <a:pt x="0" y="31862"/>
                </a:cubicBezTo>
                <a:lnTo>
                  <a:pt x="0" y="31960"/>
                </a:lnTo>
                <a:cubicBezTo>
                  <a:pt x="0" y="32058"/>
                  <a:pt x="98" y="32058"/>
                  <a:pt x="98" y="32058"/>
                </a:cubicBezTo>
                <a:lnTo>
                  <a:pt x="221" y="32058"/>
                </a:lnTo>
                <a:lnTo>
                  <a:pt x="221" y="31960"/>
                </a:lnTo>
                <a:cubicBezTo>
                  <a:pt x="319" y="31764"/>
                  <a:pt x="417" y="31641"/>
                  <a:pt x="515" y="31641"/>
                </a:cubicBezTo>
                <a:lnTo>
                  <a:pt x="613" y="31543"/>
                </a:lnTo>
                <a:lnTo>
                  <a:pt x="613" y="31347"/>
                </a:lnTo>
                <a:lnTo>
                  <a:pt x="711" y="31347"/>
                </a:lnTo>
                <a:cubicBezTo>
                  <a:pt x="711" y="31347"/>
                  <a:pt x="833" y="31347"/>
                  <a:pt x="833" y="31249"/>
                </a:cubicBezTo>
                <a:lnTo>
                  <a:pt x="833" y="31151"/>
                </a:lnTo>
                <a:lnTo>
                  <a:pt x="931" y="31151"/>
                </a:lnTo>
                <a:lnTo>
                  <a:pt x="931" y="31029"/>
                </a:lnTo>
                <a:lnTo>
                  <a:pt x="931" y="30637"/>
                </a:lnTo>
                <a:cubicBezTo>
                  <a:pt x="1044" y="30510"/>
                  <a:pt x="1124" y="30456"/>
                  <a:pt x="1190" y="30456"/>
                </a:cubicBezTo>
                <a:cubicBezTo>
                  <a:pt x="1240" y="30456"/>
                  <a:pt x="1282" y="30486"/>
                  <a:pt x="1324" y="30538"/>
                </a:cubicBezTo>
                <a:lnTo>
                  <a:pt x="1446" y="30538"/>
                </a:lnTo>
                <a:cubicBezTo>
                  <a:pt x="1446" y="30416"/>
                  <a:pt x="1544" y="30416"/>
                  <a:pt x="1544" y="30416"/>
                </a:cubicBezTo>
                <a:lnTo>
                  <a:pt x="1544" y="30318"/>
                </a:lnTo>
                <a:lnTo>
                  <a:pt x="1544" y="29926"/>
                </a:lnTo>
                <a:cubicBezTo>
                  <a:pt x="1544" y="29926"/>
                  <a:pt x="1544" y="30024"/>
                  <a:pt x="1642" y="30122"/>
                </a:cubicBezTo>
                <a:lnTo>
                  <a:pt x="1838" y="30122"/>
                </a:lnTo>
                <a:lnTo>
                  <a:pt x="1936" y="30024"/>
                </a:lnTo>
                <a:lnTo>
                  <a:pt x="1936" y="29926"/>
                </a:lnTo>
                <a:lnTo>
                  <a:pt x="1936" y="29803"/>
                </a:lnTo>
                <a:cubicBezTo>
                  <a:pt x="1936" y="29803"/>
                  <a:pt x="1936" y="29926"/>
                  <a:pt x="2059" y="29926"/>
                </a:cubicBezTo>
                <a:lnTo>
                  <a:pt x="2157" y="29803"/>
                </a:lnTo>
                <a:lnTo>
                  <a:pt x="2157" y="29705"/>
                </a:lnTo>
                <a:lnTo>
                  <a:pt x="2157" y="29191"/>
                </a:lnTo>
                <a:cubicBezTo>
                  <a:pt x="2157" y="29313"/>
                  <a:pt x="2157" y="29411"/>
                  <a:pt x="2255" y="29509"/>
                </a:cubicBezTo>
                <a:cubicBezTo>
                  <a:pt x="2255" y="29607"/>
                  <a:pt x="2255" y="29607"/>
                  <a:pt x="2353" y="29607"/>
                </a:cubicBezTo>
                <a:lnTo>
                  <a:pt x="2451" y="29509"/>
                </a:lnTo>
                <a:lnTo>
                  <a:pt x="2451" y="29313"/>
                </a:lnTo>
                <a:lnTo>
                  <a:pt x="2451" y="28578"/>
                </a:lnTo>
                <a:cubicBezTo>
                  <a:pt x="2451" y="28798"/>
                  <a:pt x="2549" y="28896"/>
                  <a:pt x="2549" y="29092"/>
                </a:cubicBezTo>
                <a:cubicBezTo>
                  <a:pt x="2549" y="29191"/>
                  <a:pt x="2671" y="29191"/>
                  <a:pt x="2671" y="29191"/>
                </a:cubicBezTo>
                <a:cubicBezTo>
                  <a:pt x="2770" y="29191"/>
                  <a:pt x="2770" y="29191"/>
                  <a:pt x="2770" y="29092"/>
                </a:cubicBezTo>
                <a:lnTo>
                  <a:pt x="2770" y="28896"/>
                </a:lnTo>
                <a:lnTo>
                  <a:pt x="2770" y="27867"/>
                </a:lnTo>
                <a:cubicBezTo>
                  <a:pt x="2868" y="28186"/>
                  <a:pt x="2966" y="28382"/>
                  <a:pt x="3064" y="28700"/>
                </a:cubicBezTo>
                <a:cubicBezTo>
                  <a:pt x="3162" y="28700"/>
                  <a:pt x="3162" y="28798"/>
                  <a:pt x="3162" y="28798"/>
                </a:cubicBezTo>
                <a:cubicBezTo>
                  <a:pt x="3284" y="28798"/>
                  <a:pt x="3284" y="28700"/>
                  <a:pt x="3284" y="28700"/>
                </a:cubicBezTo>
                <a:lnTo>
                  <a:pt x="3284" y="28382"/>
                </a:lnTo>
                <a:lnTo>
                  <a:pt x="3284" y="28284"/>
                </a:lnTo>
                <a:cubicBezTo>
                  <a:pt x="3284" y="28284"/>
                  <a:pt x="3382" y="28382"/>
                  <a:pt x="3382" y="28480"/>
                </a:cubicBezTo>
                <a:cubicBezTo>
                  <a:pt x="3382" y="28480"/>
                  <a:pt x="3382" y="28578"/>
                  <a:pt x="3480" y="28578"/>
                </a:cubicBezTo>
                <a:lnTo>
                  <a:pt x="3578" y="28480"/>
                </a:lnTo>
                <a:lnTo>
                  <a:pt x="3578" y="28186"/>
                </a:lnTo>
                <a:lnTo>
                  <a:pt x="3578" y="27156"/>
                </a:lnTo>
                <a:cubicBezTo>
                  <a:pt x="3676" y="27475"/>
                  <a:pt x="3774" y="27769"/>
                  <a:pt x="3774" y="28186"/>
                </a:cubicBezTo>
                <a:cubicBezTo>
                  <a:pt x="3897" y="28186"/>
                  <a:pt x="3897" y="28284"/>
                  <a:pt x="3995" y="28284"/>
                </a:cubicBezTo>
                <a:lnTo>
                  <a:pt x="3995" y="28186"/>
                </a:lnTo>
                <a:lnTo>
                  <a:pt x="3995" y="27671"/>
                </a:lnTo>
                <a:lnTo>
                  <a:pt x="3995" y="27058"/>
                </a:lnTo>
                <a:cubicBezTo>
                  <a:pt x="4093" y="27352"/>
                  <a:pt x="4191" y="27671"/>
                  <a:pt x="4191" y="27965"/>
                </a:cubicBezTo>
                <a:cubicBezTo>
                  <a:pt x="4191" y="28088"/>
                  <a:pt x="4289" y="28088"/>
                  <a:pt x="4289" y="28088"/>
                </a:cubicBezTo>
                <a:cubicBezTo>
                  <a:pt x="4387" y="28088"/>
                  <a:pt x="4387" y="28088"/>
                  <a:pt x="4387" y="27965"/>
                </a:cubicBezTo>
                <a:lnTo>
                  <a:pt x="4387" y="27475"/>
                </a:lnTo>
                <a:lnTo>
                  <a:pt x="4387" y="26347"/>
                </a:lnTo>
                <a:cubicBezTo>
                  <a:pt x="4510" y="26642"/>
                  <a:pt x="4608" y="27058"/>
                  <a:pt x="4706" y="27352"/>
                </a:cubicBezTo>
                <a:cubicBezTo>
                  <a:pt x="4706" y="27475"/>
                  <a:pt x="4706" y="27475"/>
                  <a:pt x="4804" y="27475"/>
                </a:cubicBezTo>
                <a:cubicBezTo>
                  <a:pt x="4804" y="27475"/>
                  <a:pt x="4902" y="27475"/>
                  <a:pt x="4902" y="27352"/>
                </a:cubicBezTo>
                <a:lnTo>
                  <a:pt x="4902" y="26740"/>
                </a:lnTo>
                <a:lnTo>
                  <a:pt x="4902" y="25735"/>
                </a:lnTo>
                <a:cubicBezTo>
                  <a:pt x="5000" y="26127"/>
                  <a:pt x="5122" y="26544"/>
                  <a:pt x="5220" y="27058"/>
                </a:cubicBezTo>
                <a:cubicBezTo>
                  <a:pt x="5318" y="27156"/>
                  <a:pt x="5318" y="27156"/>
                  <a:pt x="5416" y="27156"/>
                </a:cubicBezTo>
                <a:lnTo>
                  <a:pt x="5416" y="27058"/>
                </a:lnTo>
                <a:lnTo>
                  <a:pt x="5416" y="26249"/>
                </a:lnTo>
                <a:lnTo>
                  <a:pt x="5416" y="25735"/>
                </a:lnTo>
                <a:cubicBezTo>
                  <a:pt x="5515" y="26249"/>
                  <a:pt x="5613" y="26642"/>
                  <a:pt x="5613" y="27156"/>
                </a:cubicBezTo>
                <a:lnTo>
                  <a:pt x="5735" y="27254"/>
                </a:lnTo>
                <a:cubicBezTo>
                  <a:pt x="5833" y="27254"/>
                  <a:pt x="5833" y="27156"/>
                  <a:pt x="5833" y="27156"/>
                </a:cubicBezTo>
                <a:lnTo>
                  <a:pt x="5833" y="26249"/>
                </a:lnTo>
                <a:lnTo>
                  <a:pt x="5833" y="25833"/>
                </a:lnTo>
                <a:cubicBezTo>
                  <a:pt x="5931" y="26249"/>
                  <a:pt x="5931" y="26642"/>
                  <a:pt x="6029" y="27058"/>
                </a:cubicBezTo>
                <a:cubicBezTo>
                  <a:pt x="6029" y="27156"/>
                  <a:pt x="6029" y="27156"/>
                  <a:pt x="6127" y="27156"/>
                </a:cubicBezTo>
                <a:cubicBezTo>
                  <a:pt x="6127" y="27156"/>
                  <a:pt x="6225" y="27156"/>
                  <a:pt x="6225" y="27058"/>
                </a:cubicBezTo>
                <a:lnTo>
                  <a:pt x="6225" y="26029"/>
                </a:lnTo>
                <a:lnTo>
                  <a:pt x="6225" y="25416"/>
                </a:lnTo>
                <a:cubicBezTo>
                  <a:pt x="6225" y="25833"/>
                  <a:pt x="6348" y="26249"/>
                  <a:pt x="6348" y="26642"/>
                </a:cubicBezTo>
                <a:cubicBezTo>
                  <a:pt x="6348" y="26740"/>
                  <a:pt x="6348" y="26740"/>
                  <a:pt x="6446" y="26740"/>
                </a:cubicBezTo>
                <a:cubicBezTo>
                  <a:pt x="6446" y="26862"/>
                  <a:pt x="6544" y="26862"/>
                  <a:pt x="6544" y="26960"/>
                </a:cubicBezTo>
                <a:cubicBezTo>
                  <a:pt x="6544" y="27058"/>
                  <a:pt x="6544" y="27058"/>
                  <a:pt x="6642" y="27058"/>
                </a:cubicBezTo>
                <a:cubicBezTo>
                  <a:pt x="6642" y="27058"/>
                  <a:pt x="6740" y="27058"/>
                  <a:pt x="6740" y="26960"/>
                </a:cubicBezTo>
                <a:lnTo>
                  <a:pt x="6740" y="25735"/>
                </a:lnTo>
                <a:lnTo>
                  <a:pt x="6740" y="24509"/>
                </a:lnTo>
                <a:cubicBezTo>
                  <a:pt x="6838" y="25220"/>
                  <a:pt x="6961" y="26127"/>
                  <a:pt x="7059" y="26960"/>
                </a:cubicBezTo>
                <a:cubicBezTo>
                  <a:pt x="7059" y="27058"/>
                  <a:pt x="7059" y="27058"/>
                  <a:pt x="7157" y="27058"/>
                </a:cubicBezTo>
                <a:cubicBezTo>
                  <a:pt x="7157" y="27058"/>
                  <a:pt x="7255" y="27058"/>
                  <a:pt x="7255" y="26960"/>
                </a:cubicBezTo>
                <a:lnTo>
                  <a:pt x="7255" y="25514"/>
                </a:lnTo>
                <a:lnTo>
                  <a:pt x="7255" y="24607"/>
                </a:lnTo>
                <a:cubicBezTo>
                  <a:pt x="7353" y="25220"/>
                  <a:pt x="7353" y="25931"/>
                  <a:pt x="7451" y="26544"/>
                </a:cubicBezTo>
                <a:cubicBezTo>
                  <a:pt x="7451" y="26642"/>
                  <a:pt x="7573" y="26642"/>
                  <a:pt x="7573" y="26642"/>
                </a:cubicBezTo>
                <a:cubicBezTo>
                  <a:pt x="7671" y="26642"/>
                  <a:pt x="7671" y="26642"/>
                  <a:pt x="7671" y="26544"/>
                </a:cubicBezTo>
                <a:lnTo>
                  <a:pt x="7671" y="25024"/>
                </a:lnTo>
                <a:lnTo>
                  <a:pt x="7671" y="23995"/>
                </a:lnTo>
                <a:cubicBezTo>
                  <a:pt x="7769" y="24901"/>
                  <a:pt x="7965" y="25735"/>
                  <a:pt x="8063" y="26740"/>
                </a:cubicBezTo>
                <a:cubicBezTo>
                  <a:pt x="8063" y="26740"/>
                  <a:pt x="8063" y="26862"/>
                  <a:pt x="8186" y="26862"/>
                </a:cubicBezTo>
                <a:lnTo>
                  <a:pt x="8284" y="26740"/>
                </a:lnTo>
                <a:lnTo>
                  <a:pt x="8284" y="25514"/>
                </a:lnTo>
                <a:cubicBezTo>
                  <a:pt x="8284" y="25931"/>
                  <a:pt x="8284" y="26446"/>
                  <a:pt x="8382" y="26862"/>
                </a:cubicBezTo>
                <a:cubicBezTo>
                  <a:pt x="8382" y="26960"/>
                  <a:pt x="8382" y="26960"/>
                  <a:pt x="8480" y="26960"/>
                </a:cubicBezTo>
                <a:cubicBezTo>
                  <a:pt x="8480" y="26960"/>
                  <a:pt x="8578" y="26960"/>
                  <a:pt x="8578" y="26862"/>
                </a:cubicBezTo>
                <a:lnTo>
                  <a:pt x="8578" y="24901"/>
                </a:lnTo>
                <a:lnTo>
                  <a:pt x="8578" y="24093"/>
                </a:lnTo>
                <a:cubicBezTo>
                  <a:pt x="8578" y="24803"/>
                  <a:pt x="8676" y="25637"/>
                  <a:pt x="8676" y="26347"/>
                </a:cubicBezTo>
                <a:lnTo>
                  <a:pt x="8799" y="26446"/>
                </a:lnTo>
                <a:cubicBezTo>
                  <a:pt x="8897" y="26446"/>
                  <a:pt x="8897" y="26347"/>
                  <a:pt x="8897" y="26347"/>
                </a:cubicBezTo>
                <a:lnTo>
                  <a:pt x="8897" y="26446"/>
                </a:lnTo>
                <a:cubicBezTo>
                  <a:pt x="8897" y="26544"/>
                  <a:pt x="8995" y="26544"/>
                  <a:pt x="8995" y="26544"/>
                </a:cubicBezTo>
                <a:cubicBezTo>
                  <a:pt x="9093" y="26544"/>
                  <a:pt x="9093" y="26544"/>
                  <a:pt x="9093" y="26446"/>
                </a:cubicBezTo>
                <a:lnTo>
                  <a:pt x="9093" y="24191"/>
                </a:lnTo>
                <a:lnTo>
                  <a:pt x="9093" y="24093"/>
                </a:lnTo>
                <a:lnTo>
                  <a:pt x="9411" y="27156"/>
                </a:lnTo>
                <a:cubicBezTo>
                  <a:pt x="9411" y="27254"/>
                  <a:pt x="9509" y="27254"/>
                  <a:pt x="9509" y="27254"/>
                </a:cubicBezTo>
                <a:lnTo>
                  <a:pt x="9607" y="27254"/>
                </a:lnTo>
                <a:cubicBezTo>
                  <a:pt x="9607" y="27254"/>
                  <a:pt x="9706" y="27254"/>
                  <a:pt x="9706" y="27156"/>
                </a:cubicBezTo>
                <a:lnTo>
                  <a:pt x="9706" y="27254"/>
                </a:lnTo>
                <a:lnTo>
                  <a:pt x="9804" y="27352"/>
                </a:lnTo>
                <a:cubicBezTo>
                  <a:pt x="9902" y="27352"/>
                  <a:pt x="9902" y="27254"/>
                  <a:pt x="9902" y="27254"/>
                </a:cubicBezTo>
                <a:lnTo>
                  <a:pt x="9902" y="24607"/>
                </a:lnTo>
                <a:lnTo>
                  <a:pt x="9902" y="24509"/>
                </a:lnTo>
                <a:cubicBezTo>
                  <a:pt x="10024" y="25416"/>
                  <a:pt x="10024" y="26347"/>
                  <a:pt x="10122" y="27254"/>
                </a:cubicBezTo>
                <a:cubicBezTo>
                  <a:pt x="10122" y="27352"/>
                  <a:pt x="10122" y="27352"/>
                  <a:pt x="10220" y="27352"/>
                </a:cubicBezTo>
                <a:cubicBezTo>
                  <a:pt x="10220" y="27352"/>
                  <a:pt x="10318" y="27352"/>
                  <a:pt x="10318" y="27254"/>
                </a:cubicBezTo>
                <a:lnTo>
                  <a:pt x="10318" y="26446"/>
                </a:lnTo>
                <a:lnTo>
                  <a:pt x="10416" y="26544"/>
                </a:lnTo>
                <a:lnTo>
                  <a:pt x="10416" y="26446"/>
                </a:lnTo>
                <a:lnTo>
                  <a:pt x="10514" y="26544"/>
                </a:lnTo>
                <a:cubicBezTo>
                  <a:pt x="10514" y="26642"/>
                  <a:pt x="10514" y="26642"/>
                  <a:pt x="10637" y="26642"/>
                </a:cubicBezTo>
                <a:cubicBezTo>
                  <a:pt x="10637" y="26642"/>
                  <a:pt x="10735" y="26642"/>
                  <a:pt x="10735" y="26544"/>
                </a:cubicBezTo>
                <a:lnTo>
                  <a:pt x="10735" y="24411"/>
                </a:lnTo>
                <a:cubicBezTo>
                  <a:pt x="10735" y="25318"/>
                  <a:pt x="10833" y="26249"/>
                  <a:pt x="10833" y="27254"/>
                </a:cubicBezTo>
                <a:lnTo>
                  <a:pt x="10931" y="27254"/>
                </a:lnTo>
                <a:cubicBezTo>
                  <a:pt x="11029" y="27254"/>
                  <a:pt x="11029" y="27254"/>
                  <a:pt x="11029" y="27156"/>
                </a:cubicBezTo>
                <a:lnTo>
                  <a:pt x="11029" y="23995"/>
                </a:lnTo>
                <a:lnTo>
                  <a:pt x="11029" y="23799"/>
                </a:lnTo>
                <a:cubicBezTo>
                  <a:pt x="11127" y="24901"/>
                  <a:pt x="11250" y="26127"/>
                  <a:pt x="11250" y="27352"/>
                </a:cubicBezTo>
                <a:lnTo>
                  <a:pt x="11348" y="27352"/>
                </a:lnTo>
                <a:cubicBezTo>
                  <a:pt x="11446" y="27352"/>
                  <a:pt x="11446" y="27352"/>
                  <a:pt x="11446" y="27254"/>
                </a:cubicBezTo>
                <a:lnTo>
                  <a:pt x="11446" y="26029"/>
                </a:lnTo>
                <a:cubicBezTo>
                  <a:pt x="11544" y="26347"/>
                  <a:pt x="11544" y="26642"/>
                  <a:pt x="11544" y="26960"/>
                </a:cubicBezTo>
                <a:lnTo>
                  <a:pt x="11544" y="27058"/>
                </a:lnTo>
                <a:lnTo>
                  <a:pt x="11642" y="27058"/>
                </a:lnTo>
                <a:lnTo>
                  <a:pt x="11642" y="27352"/>
                </a:lnTo>
                <a:cubicBezTo>
                  <a:pt x="11642" y="27352"/>
                  <a:pt x="11642" y="27475"/>
                  <a:pt x="11740" y="27475"/>
                </a:cubicBezTo>
                <a:lnTo>
                  <a:pt x="11862" y="27352"/>
                </a:lnTo>
                <a:lnTo>
                  <a:pt x="11862" y="27156"/>
                </a:lnTo>
                <a:cubicBezTo>
                  <a:pt x="11960" y="27156"/>
                  <a:pt x="11960" y="27156"/>
                  <a:pt x="11960" y="27058"/>
                </a:cubicBezTo>
                <a:lnTo>
                  <a:pt x="11960" y="23480"/>
                </a:lnTo>
                <a:lnTo>
                  <a:pt x="11960" y="23382"/>
                </a:lnTo>
                <a:cubicBezTo>
                  <a:pt x="12058" y="24901"/>
                  <a:pt x="12254" y="26642"/>
                  <a:pt x="12352" y="28284"/>
                </a:cubicBezTo>
                <a:cubicBezTo>
                  <a:pt x="12352" y="28284"/>
                  <a:pt x="12352" y="28382"/>
                  <a:pt x="12475" y="28382"/>
                </a:cubicBezTo>
                <a:lnTo>
                  <a:pt x="12573" y="28284"/>
                </a:lnTo>
                <a:lnTo>
                  <a:pt x="12573" y="24803"/>
                </a:lnTo>
                <a:cubicBezTo>
                  <a:pt x="12573" y="26029"/>
                  <a:pt x="12671" y="27254"/>
                  <a:pt x="12769" y="28480"/>
                </a:cubicBezTo>
                <a:cubicBezTo>
                  <a:pt x="12769" y="28480"/>
                  <a:pt x="12769" y="28578"/>
                  <a:pt x="12867" y="28578"/>
                </a:cubicBezTo>
                <a:lnTo>
                  <a:pt x="12965" y="28480"/>
                </a:lnTo>
                <a:lnTo>
                  <a:pt x="12965" y="25735"/>
                </a:lnTo>
                <a:cubicBezTo>
                  <a:pt x="12965" y="26544"/>
                  <a:pt x="12965" y="27352"/>
                  <a:pt x="13088" y="28186"/>
                </a:cubicBezTo>
                <a:cubicBezTo>
                  <a:pt x="13088" y="28284"/>
                  <a:pt x="13088" y="28284"/>
                  <a:pt x="13186" y="28284"/>
                </a:cubicBezTo>
                <a:cubicBezTo>
                  <a:pt x="13186" y="28284"/>
                  <a:pt x="13284" y="28284"/>
                  <a:pt x="13284" y="28186"/>
                </a:cubicBezTo>
                <a:lnTo>
                  <a:pt x="13284" y="27573"/>
                </a:lnTo>
                <a:lnTo>
                  <a:pt x="13284" y="27475"/>
                </a:lnTo>
                <a:lnTo>
                  <a:pt x="13284" y="23897"/>
                </a:lnTo>
                <a:lnTo>
                  <a:pt x="13578" y="28798"/>
                </a:lnTo>
                <a:cubicBezTo>
                  <a:pt x="13578" y="28896"/>
                  <a:pt x="13578" y="28896"/>
                  <a:pt x="13700" y="28896"/>
                </a:cubicBezTo>
                <a:cubicBezTo>
                  <a:pt x="13700" y="28896"/>
                  <a:pt x="13798" y="28896"/>
                  <a:pt x="13798" y="28798"/>
                </a:cubicBezTo>
                <a:lnTo>
                  <a:pt x="13798" y="28578"/>
                </a:lnTo>
                <a:lnTo>
                  <a:pt x="13798" y="28480"/>
                </a:lnTo>
                <a:lnTo>
                  <a:pt x="13798" y="23995"/>
                </a:lnTo>
                <a:cubicBezTo>
                  <a:pt x="13896" y="25514"/>
                  <a:pt x="13995" y="27156"/>
                  <a:pt x="14191" y="28700"/>
                </a:cubicBezTo>
                <a:cubicBezTo>
                  <a:pt x="14191" y="28798"/>
                  <a:pt x="14191" y="28798"/>
                  <a:pt x="14313" y="28798"/>
                </a:cubicBezTo>
                <a:cubicBezTo>
                  <a:pt x="14313" y="28798"/>
                  <a:pt x="14411" y="28798"/>
                  <a:pt x="14411" y="28700"/>
                </a:cubicBezTo>
                <a:lnTo>
                  <a:pt x="14411" y="28382"/>
                </a:lnTo>
                <a:cubicBezTo>
                  <a:pt x="14509" y="28382"/>
                  <a:pt x="14509" y="28284"/>
                  <a:pt x="14509" y="28284"/>
                </a:cubicBezTo>
                <a:lnTo>
                  <a:pt x="14509" y="23480"/>
                </a:lnTo>
                <a:lnTo>
                  <a:pt x="14803" y="28700"/>
                </a:lnTo>
                <a:lnTo>
                  <a:pt x="14926" y="28798"/>
                </a:lnTo>
                <a:cubicBezTo>
                  <a:pt x="15024" y="28798"/>
                  <a:pt x="15024" y="28700"/>
                  <a:pt x="15024" y="28700"/>
                </a:cubicBezTo>
                <a:lnTo>
                  <a:pt x="15024" y="24289"/>
                </a:lnTo>
                <a:lnTo>
                  <a:pt x="15318" y="29803"/>
                </a:lnTo>
                <a:cubicBezTo>
                  <a:pt x="15318" y="29926"/>
                  <a:pt x="15416" y="29926"/>
                  <a:pt x="15416" y="29926"/>
                </a:cubicBezTo>
                <a:cubicBezTo>
                  <a:pt x="15539" y="29926"/>
                  <a:pt x="15539" y="29926"/>
                  <a:pt x="15539" y="29803"/>
                </a:cubicBezTo>
                <a:lnTo>
                  <a:pt x="15539" y="24289"/>
                </a:lnTo>
                <a:cubicBezTo>
                  <a:pt x="15637" y="26029"/>
                  <a:pt x="15735" y="27867"/>
                  <a:pt x="15931" y="29705"/>
                </a:cubicBezTo>
                <a:cubicBezTo>
                  <a:pt x="15931" y="29705"/>
                  <a:pt x="15931" y="29803"/>
                  <a:pt x="16029" y="29803"/>
                </a:cubicBezTo>
                <a:lnTo>
                  <a:pt x="16151" y="29705"/>
                </a:lnTo>
                <a:lnTo>
                  <a:pt x="16151" y="25024"/>
                </a:lnTo>
                <a:cubicBezTo>
                  <a:pt x="16249" y="27058"/>
                  <a:pt x="16347" y="29191"/>
                  <a:pt x="16445" y="31249"/>
                </a:cubicBezTo>
                <a:cubicBezTo>
                  <a:pt x="16445" y="31347"/>
                  <a:pt x="16445" y="31347"/>
                  <a:pt x="16543" y="31347"/>
                </a:cubicBezTo>
                <a:cubicBezTo>
                  <a:pt x="16543" y="31347"/>
                  <a:pt x="16641" y="31347"/>
                  <a:pt x="16641" y="31249"/>
                </a:cubicBezTo>
                <a:lnTo>
                  <a:pt x="16641" y="31151"/>
                </a:lnTo>
                <a:lnTo>
                  <a:pt x="16641" y="24901"/>
                </a:lnTo>
                <a:cubicBezTo>
                  <a:pt x="16764" y="26642"/>
                  <a:pt x="16862" y="28578"/>
                  <a:pt x="16960" y="30416"/>
                </a:cubicBezTo>
                <a:cubicBezTo>
                  <a:pt x="16960" y="30538"/>
                  <a:pt x="16960" y="30538"/>
                  <a:pt x="17058" y="30538"/>
                </a:cubicBezTo>
                <a:cubicBezTo>
                  <a:pt x="17058" y="30538"/>
                  <a:pt x="17156" y="30538"/>
                  <a:pt x="17156" y="30416"/>
                </a:cubicBezTo>
                <a:lnTo>
                  <a:pt x="17156" y="26127"/>
                </a:lnTo>
                <a:cubicBezTo>
                  <a:pt x="17254" y="27867"/>
                  <a:pt x="17377" y="29705"/>
                  <a:pt x="17475" y="31543"/>
                </a:cubicBezTo>
                <a:cubicBezTo>
                  <a:pt x="17475" y="31641"/>
                  <a:pt x="17475" y="31641"/>
                  <a:pt x="17573" y="31641"/>
                </a:cubicBezTo>
                <a:cubicBezTo>
                  <a:pt x="17573" y="31641"/>
                  <a:pt x="17671" y="31641"/>
                  <a:pt x="17671" y="31543"/>
                </a:cubicBezTo>
                <a:lnTo>
                  <a:pt x="17671" y="25931"/>
                </a:lnTo>
                <a:cubicBezTo>
                  <a:pt x="17769" y="27867"/>
                  <a:pt x="17867" y="29803"/>
                  <a:pt x="17989" y="31862"/>
                </a:cubicBezTo>
                <a:cubicBezTo>
                  <a:pt x="17989" y="31862"/>
                  <a:pt x="17989" y="31960"/>
                  <a:pt x="18087" y="31960"/>
                </a:cubicBezTo>
                <a:cubicBezTo>
                  <a:pt x="18186" y="31960"/>
                  <a:pt x="18186" y="31862"/>
                  <a:pt x="18186" y="31862"/>
                </a:cubicBezTo>
                <a:lnTo>
                  <a:pt x="18186" y="27573"/>
                </a:lnTo>
                <a:cubicBezTo>
                  <a:pt x="18284" y="29313"/>
                  <a:pt x="18284" y="30931"/>
                  <a:pt x="18382" y="32671"/>
                </a:cubicBezTo>
                <a:cubicBezTo>
                  <a:pt x="18382" y="32671"/>
                  <a:pt x="18382" y="32769"/>
                  <a:pt x="18480" y="32769"/>
                </a:cubicBezTo>
                <a:lnTo>
                  <a:pt x="18602" y="32671"/>
                </a:lnTo>
                <a:lnTo>
                  <a:pt x="18602" y="30220"/>
                </a:lnTo>
                <a:cubicBezTo>
                  <a:pt x="18602" y="31347"/>
                  <a:pt x="18602" y="32475"/>
                  <a:pt x="18700" y="33480"/>
                </a:cubicBezTo>
                <a:lnTo>
                  <a:pt x="18700" y="33602"/>
                </a:lnTo>
                <a:lnTo>
                  <a:pt x="18700" y="33700"/>
                </a:lnTo>
                <a:cubicBezTo>
                  <a:pt x="18700" y="33798"/>
                  <a:pt x="18700" y="33798"/>
                  <a:pt x="18798" y="33798"/>
                </a:cubicBezTo>
                <a:cubicBezTo>
                  <a:pt x="18896" y="33798"/>
                  <a:pt x="18896" y="33798"/>
                  <a:pt x="18896" y="33700"/>
                </a:cubicBezTo>
                <a:lnTo>
                  <a:pt x="18896" y="26862"/>
                </a:lnTo>
                <a:cubicBezTo>
                  <a:pt x="18994" y="28994"/>
                  <a:pt x="19092" y="31151"/>
                  <a:pt x="19313" y="33382"/>
                </a:cubicBezTo>
                <a:cubicBezTo>
                  <a:pt x="19313" y="33382"/>
                  <a:pt x="19313" y="33480"/>
                  <a:pt x="19411" y="33480"/>
                </a:cubicBezTo>
                <a:lnTo>
                  <a:pt x="19509" y="33382"/>
                </a:lnTo>
                <a:lnTo>
                  <a:pt x="19509" y="27769"/>
                </a:lnTo>
                <a:cubicBezTo>
                  <a:pt x="19607" y="30024"/>
                  <a:pt x="19705" y="32254"/>
                  <a:pt x="19828" y="34607"/>
                </a:cubicBezTo>
                <a:cubicBezTo>
                  <a:pt x="19828" y="34705"/>
                  <a:pt x="19828" y="34705"/>
                  <a:pt x="19926" y="34705"/>
                </a:cubicBezTo>
                <a:cubicBezTo>
                  <a:pt x="19926" y="34705"/>
                  <a:pt x="20024" y="34705"/>
                  <a:pt x="20024" y="34607"/>
                </a:cubicBezTo>
                <a:lnTo>
                  <a:pt x="20024" y="33798"/>
                </a:lnTo>
                <a:lnTo>
                  <a:pt x="20024" y="33700"/>
                </a:lnTo>
                <a:lnTo>
                  <a:pt x="20024" y="27671"/>
                </a:lnTo>
                <a:cubicBezTo>
                  <a:pt x="20122" y="29705"/>
                  <a:pt x="20220" y="31862"/>
                  <a:pt x="20318" y="33994"/>
                </a:cubicBezTo>
                <a:cubicBezTo>
                  <a:pt x="20318" y="34092"/>
                  <a:pt x="20318" y="34092"/>
                  <a:pt x="20440" y="34092"/>
                </a:cubicBezTo>
                <a:cubicBezTo>
                  <a:pt x="20440" y="34092"/>
                  <a:pt x="20538" y="34092"/>
                  <a:pt x="20538" y="33994"/>
                </a:cubicBezTo>
                <a:lnTo>
                  <a:pt x="20538" y="27867"/>
                </a:lnTo>
                <a:cubicBezTo>
                  <a:pt x="20636" y="30637"/>
                  <a:pt x="20734" y="33480"/>
                  <a:pt x="20832" y="36347"/>
                </a:cubicBezTo>
                <a:lnTo>
                  <a:pt x="20931" y="36445"/>
                </a:lnTo>
                <a:cubicBezTo>
                  <a:pt x="21053" y="36445"/>
                  <a:pt x="21053" y="36347"/>
                  <a:pt x="21053" y="36347"/>
                </a:cubicBezTo>
                <a:lnTo>
                  <a:pt x="21053" y="33798"/>
                </a:lnTo>
                <a:cubicBezTo>
                  <a:pt x="21151" y="34313"/>
                  <a:pt x="21151" y="34828"/>
                  <a:pt x="21151" y="35318"/>
                </a:cubicBezTo>
                <a:lnTo>
                  <a:pt x="21151" y="35440"/>
                </a:lnTo>
                <a:lnTo>
                  <a:pt x="21151" y="35636"/>
                </a:lnTo>
                <a:lnTo>
                  <a:pt x="21249" y="35734"/>
                </a:lnTo>
                <a:cubicBezTo>
                  <a:pt x="21347" y="35734"/>
                  <a:pt x="21347" y="35636"/>
                  <a:pt x="21347" y="35636"/>
                </a:cubicBezTo>
                <a:lnTo>
                  <a:pt x="21347" y="32573"/>
                </a:lnTo>
                <a:cubicBezTo>
                  <a:pt x="21445" y="33994"/>
                  <a:pt x="21445" y="35538"/>
                  <a:pt x="21445" y="37058"/>
                </a:cubicBezTo>
                <a:cubicBezTo>
                  <a:pt x="21445" y="37156"/>
                  <a:pt x="21543" y="37156"/>
                  <a:pt x="21543" y="37156"/>
                </a:cubicBezTo>
                <a:lnTo>
                  <a:pt x="21666" y="37156"/>
                </a:lnTo>
                <a:lnTo>
                  <a:pt x="21666" y="37573"/>
                </a:lnTo>
                <a:lnTo>
                  <a:pt x="21764" y="37671"/>
                </a:lnTo>
                <a:cubicBezTo>
                  <a:pt x="21862" y="37671"/>
                  <a:pt x="21862" y="37573"/>
                  <a:pt x="21862" y="37573"/>
                </a:cubicBezTo>
                <a:lnTo>
                  <a:pt x="21862" y="29705"/>
                </a:lnTo>
                <a:cubicBezTo>
                  <a:pt x="22058" y="32475"/>
                  <a:pt x="22156" y="35318"/>
                  <a:pt x="22278" y="38185"/>
                </a:cubicBezTo>
                <a:cubicBezTo>
                  <a:pt x="22278" y="38185"/>
                  <a:pt x="22278" y="38283"/>
                  <a:pt x="22377" y="38283"/>
                </a:cubicBezTo>
                <a:lnTo>
                  <a:pt x="22475" y="38185"/>
                </a:lnTo>
                <a:lnTo>
                  <a:pt x="22475" y="32573"/>
                </a:lnTo>
                <a:cubicBezTo>
                  <a:pt x="22475" y="34313"/>
                  <a:pt x="22573" y="36151"/>
                  <a:pt x="22573" y="38087"/>
                </a:cubicBezTo>
                <a:lnTo>
                  <a:pt x="22671" y="38185"/>
                </a:lnTo>
                <a:cubicBezTo>
                  <a:pt x="22769" y="38185"/>
                  <a:pt x="22769" y="38087"/>
                  <a:pt x="22769" y="38087"/>
                </a:cubicBezTo>
                <a:lnTo>
                  <a:pt x="22769" y="37573"/>
                </a:lnTo>
                <a:cubicBezTo>
                  <a:pt x="22891" y="37573"/>
                  <a:pt x="22891" y="37474"/>
                  <a:pt x="22891" y="37474"/>
                </a:cubicBezTo>
                <a:lnTo>
                  <a:pt x="22891" y="37156"/>
                </a:lnTo>
                <a:lnTo>
                  <a:pt x="22891" y="37058"/>
                </a:lnTo>
                <a:lnTo>
                  <a:pt x="22891" y="30416"/>
                </a:lnTo>
                <a:lnTo>
                  <a:pt x="23185" y="37156"/>
                </a:lnTo>
                <a:cubicBezTo>
                  <a:pt x="23185" y="37278"/>
                  <a:pt x="23283" y="37278"/>
                  <a:pt x="23283" y="37278"/>
                </a:cubicBezTo>
                <a:cubicBezTo>
                  <a:pt x="23381" y="37278"/>
                  <a:pt x="23381" y="37278"/>
                  <a:pt x="23381" y="37156"/>
                </a:cubicBezTo>
                <a:lnTo>
                  <a:pt x="23381" y="35122"/>
                </a:lnTo>
                <a:cubicBezTo>
                  <a:pt x="23381" y="36445"/>
                  <a:pt x="23504" y="37891"/>
                  <a:pt x="23504" y="39215"/>
                </a:cubicBezTo>
                <a:cubicBezTo>
                  <a:pt x="23504" y="39313"/>
                  <a:pt x="23602" y="39313"/>
                  <a:pt x="23602" y="39313"/>
                </a:cubicBezTo>
                <a:cubicBezTo>
                  <a:pt x="23700" y="39313"/>
                  <a:pt x="23700" y="39313"/>
                  <a:pt x="23700" y="39215"/>
                </a:cubicBezTo>
                <a:lnTo>
                  <a:pt x="23700" y="33700"/>
                </a:lnTo>
                <a:cubicBezTo>
                  <a:pt x="23700" y="35122"/>
                  <a:pt x="23798" y="36543"/>
                  <a:pt x="23798" y="37989"/>
                </a:cubicBezTo>
                <a:lnTo>
                  <a:pt x="23896" y="38087"/>
                </a:lnTo>
                <a:cubicBezTo>
                  <a:pt x="23994" y="38087"/>
                  <a:pt x="23994" y="37989"/>
                  <a:pt x="23994" y="37989"/>
                </a:cubicBezTo>
                <a:lnTo>
                  <a:pt x="23994" y="30538"/>
                </a:lnTo>
                <a:cubicBezTo>
                  <a:pt x="24117" y="33382"/>
                  <a:pt x="24313" y="36445"/>
                  <a:pt x="24411" y="39411"/>
                </a:cubicBezTo>
                <a:cubicBezTo>
                  <a:pt x="24411" y="39509"/>
                  <a:pt x="24411" y="39509"/>
                  <a:pt x="24509" y="39509"/>
                </a:cubicBezTo>
                <a:cubicBezTo>
                  <a:pt x="24509" y="39509"/>
                  <a:pt x="24607" y="39509"/>
                  <a:pt x="24607" y="39411"/>
                </a:cubicBezTo>
                <a:lnTo>
                  <a:pt x="24607" y="35734"/>
                </a:lnTo>
                <a:cubicBezTo>
                  <a:pt x="24607" y="37573"/>
                  <a:pt x="24729" y="39509"/>
                  <a:pt x="24729" y="41347"/>
                </a:cubicBezTo>
                <a:cubicBezTo>
                  <a:pt x="24729" y="41445"/>
                  <a:pt x="24729" y="41445"/>
                  <a:pt x="24827" y="41445"/>
                </a:cubicBezTo>
                <a:cubicBezTo>
                  <a:pt x="24827" y="41445"/>
                  <a:pt x="24925" y="41445"/>
                  <a:pt x="24925" y="41347"/>
                </a:cubicBezTo>
                <a:lnTo>
                  <a:pt x="24925" y="41151"/>
                </a:lnTo>
                <a:lnTo>
                  <a:pt x="24925" y="31029"/>
                </a:lnTo>
                <a:cubicBezTo>
                  <a:pt x="25023" y="33994"/>
                  <a:pt x="25220" y="36960"/>
                  <a:pt x="25342" y="39925"/>
                </a:cubicBezTo>
                <a:cubicBezTo>
                  <a:pt x="25342" y="40023"/>
                  <a:pt x="25342" y="40023"/>
                  <a:pt x="25440" y="40023"/>
                </a:cubicBezTo>
                <a:cubicBezTo>
                  <a:pt x="25538" y="40023"/>
                  <a:pt x="25538" y="40023"/>
                  <a:pt x="25538" y="39925"/>
                </a:cubicBezTo>
                <a:lnTo>
                  <a:pt x="25538" y="36543"/>
                </a:lnTo>
                <a:cubicBezTo>
                  <a:pt x="25538" y="38283"/>
                  <a:pt x="25636" y="40023"/>
                  <a:pt x="25636" y="41862"/>
                </a:cubicBezTo>
                <a:lnTo>
                  <a:pt x="25734" y="41960"/>
                </a:lnTo>
                <a:cubicBezTo>
                  <a:pt x="25832" y="41960"/>
                  <a:pt x="25832" y="41862"/>
                  <a:pt x="25832" y="41862"/>
                </a:cubicBezTo>
                <a:lnTo>
                  <a:pt x="25832" y="33798"/>
                </a:lnTo>
                <a:cubicBezTo>
                  <a:pt x="25955" y="36347"/>
                  <a:pt x="26053" y="38994"/>
                  <a:pt x="26151" y="41665"/>
                </a:cubicBezTo>
                <a:cubicBezTo>
                  <a:pt x="26151" y="41764"/>
                  <a:pt x="26151" y="41764"/>
                  <a:pt x="26249" y="41764"/>
                </a:cubicBezTo>
                <a:cubicBezTo>
                  <a:pt x="26249" y="41764"/>
                  <a:pt x="26347" y="41764"/>
                  <a:pt x="26347" y="41665"/>
                </a:cubicBezTo>
                <a:lnTo>
                  <a:pt x="26347" y="33994"/>
                </a:lnTo>
                <a:cubicBezTo>
                  <a:pt x="26445" y="37278"/>
                  <a:pt x="26568" y="40440"/>
                  <a:pt x="26666" y="43700"/>
                </a:cubicBezTo>
                <a:cubicBezTo>
                  <a:pt x="26666" y="43700"/>
                  <a:pt x="26666" y="43798"/>
                  <a:pt x="26764" y="43798"/>
                </a:cubicBezTo>
                <a:lnTo>
                  <a:pt x="26862" y="43700"/>
                </a:lnTo>
                <a:lnTo>
                  <a:pt x="26862" y="35220"/>
                </a:lnTo>
                <a:cubicBezTo>
                  <a:pt x="26862" y="37573"/>
                  <a:pt x="26960" y="39925"/>
                  <a:pt x="26960" y="42278"/>
                </a:cubicBezTo>
                <a:lnTo>
                  <a:pt x="27058" y="42376"/>
                </a:lnTo>
                <a:cubicBezTo>
                  <a:pt x="27180" y="42376"/>
                  <a:pt x="27180" y="42278"/>
                  <a:pt x="27180" y="42278"/>
                </a:cubicBezTo>
                <a:lnTo>
                  <a:pt x="27180" y="37474"/>
                </a:lnTo>
                <a:cubicBezTo>
                  <a:pt x="27278" y="38994"/>
                  <a:pt x="27278" y="40538"/>
                  <a:pt x="27278" y="41960"/>
                </a:cubicBezTo>
                <a:cubicBezTo>
                  <a:pt x="27278" y="42058"/>
                  <a:pt x="27376" y="42058"/>
                  <a:pt x="27376" y="42058"/>
                </a:cubicBezTo>
                <a:cubicBezTo>
                  <a:pt x="27474" y="42058"/>
                  <a:pt x="27474" y="42058"/>
                  <a:pt x="27474" y="41960"/>
                </a:cubicBezTo>
                <a:lnTo>
                  <a:pt x="27474" y="37058"/>
                </a:lnTo>
                <a:cubicBezTo>
                  <a:pt x="27572" y="38896"/>
                  <a:pt x="27572" y="40832"/>
                  <a:pt x="27670" y="42670"/>
                </a:cubicBezTo>
                <a:cubicBezTo>
                  <a:pt x="27670" y="42793"/>
                  <a:pt x="27670" y="42793"/>
                  <a:pt x="27793" y="42793"/>
                </a:cubicBezTo>
                <a:cubicBezTo>
                  <a:pt x="27793" y="42793"/>
                  <a:pt x="27891" y="42793"/>
                  <a:pt x="27891" y="42670"/>
                </a:cubicBezTo>
                <a:lnTo>
                  <a:pt x="27891" y="43185"/>
                </a:lnTo>
                <a:lnTo>
                  <a:pt x="27989" y="43283"/>
                </a:lnTo>
                <a:cubicBezTo>
                  <a:pt x="28087" y="43283"/>
                  <a:pt x="28087" y="43185"/>
                  <a:pt x="28087" y="43185"/>
                </a:cubicBezTo>
                <a:lnTo>
                  <a:pt x="28087" y="44729"/>
                </a:lnTo>
                <a:cubicBezTo>
                  <a:pt x="28087" y="44827"/>
                  <a:pt x="28185" y="44827"/>
                  <a:pt x="28185" y="44827"/>
                </a:cubicBezTo>
                <a:cubicBezTo>
                  <a:pt x="28283" y="44827"/>
                  <a:pt x="28283" y="44827"/>
                  <a:pt x="28283" y="44729"/>
                </a:cubicBezTo>
                <a:lnTo>
                  <a:pt x="28283" y="43896"/>
                </a:lnTo>
                <a:cubicBezTo>
                  <a:pt x="28406" y="43896"/>
                  <a:pt x="28406" y="43798"/>
                  <a:pt x="28406" y="43798"/>
                </a:cubicBezTo>
                <a:cubicBezTo>
                  <a:pt x="28406" y="44410"/>
                  <a:pt x="28406" y="45121"/>
                  <a:pt x="28504" y="45734"/>
                </a:cubicBezTo>
                <a:cubicBezTo>
                  <a:pt x="28504" y="45734"/>
                  <a:pt x="28504" y="45856"/>
                  <a:pt x="28602" y="45856"/>
                </a:cubicBezTo>
                <a:lnTo>
                  <a:pt x="28602" y="45955"/>
                </a:lnTo>
                <a:cubicBezTo>
                  <a:pt x="28602" y="45955"/>
                  <a:pt x="28602" y="46053"/>
                  <a:pt x="28700" y="46053"/>
                </a:cubicBezTo>
                <a:lnTo>
                  <a:pt x="28700" y="46665"/>
                </a:lnTo>
                <a:cubicBezTo>
                  <a:pt x="28700" y="46763"/>
                  <a:pt x="28798" y="46763"/>
                  <a:pt x="28798" y="46763"/>
                </a:cubicBezTo>
                <a:cubicBezTo>
                  <a:pt x="28896" y="46763"/>
                  <a:pt x="28896" y="46763"/>
                  <a:pt x="28896" y="46665"/>
                </a:cubicBezTo>
                <a:lnTo>
                  <a:pt x="28896" y="36151"/>
                </a:lnTo>
                <a:cubicBezTo>
                  <a:pt x="29018" y="39827"/>
                  <a:pt x="29116" y="43602"/>
                  <a:pt x="29214" y="47376"/>
                </a:cubicBezTo>
                <a:lnTo>
                  <a:pt x="29313" y="47474"/>
                </a:lnTo>
                <a:cubicBezTo>
                  <a:pt x="29411" y="47474"/>
                  <a:pt x="29411" y="47376"/>
                  <a:pt x="29411" y="47376"/>
                </a:cubicBezTo>
                <a:lnTo>
                  <a:pt x="29411" y="37278"/>
                </a:lnTo>
                <a:cubicBezTo>
                  <a:pt x="29509" y="40636"/>
                  <a:pt x="29631" y="44116"/>
                  <a:pt x="29729" y="47572"/>
                </a:cubicBezTo>
                <a:cubicBezTo>
                  <a:pt x="29729" y="47695"/>
                  <a:pt x="29729" y="47695"/>
                  <a:pt x="29827" y="47695"/>
                </a:cubicBezTo>
                <a:cubicBezTo>
                  <a:pt x="29827" y="47695"/>
                  <a:pt x="29925" y="47695"/>
                  <a:pt x="29925" y="47572"/>
                </a:cubicBezTo>
                <a:lnTo>
                  <a:pt x="29925" y="39827"/>
                </a:lnTo>
                <a:cubicBezTo>
                  <a:pt x="29925" y="42670"/>
                  <a:pt x="30023" y="45538"/>
                  <a:pt x="30023" y="48405"/>
                </a:cubicBezTo>
                <a:cubicBezTo>
                  <a:pt x="30023" y="48503"/>
                  <a:pt x="30121" y="48503"/>
                  <a:pt x="30121" y="48503"/>
                </a:cubicBezTo>
                <a:cubicBezTo>
                  <a:pt x="30244" y="48503"/>
                  <a:pt x="30244" y="48503"/>
                  <a:pt x="30244" y="48405"/>
                </a:cubicBezTo>
                <a:lnTo>
                  <a:pt x="30244" y="36347"/>
                </a:lnTo>
                <a:cubicBezTo>
                  <a:pt x="30342" y="40023"/>
                  <a:pt x="30440" y="43700"/>
                  <a:pt x="30538" y="47474"/>
                </a:cubicBezTo>
                <a:cubicBezTo>
                  <a:pt x="30538" y="47474"/>
                  <a:pt x="30538" y="47572"/>
                  <a:pt x="30636" y="47572"/>
                </a:cubicBezTo>
                <a:cubicBezTo>
                  <a:pt x="30734" y="47572"/>
                  <a:pt x="30734" y="47474"/>
                  <a:pt x="30734" y="47474"/>
                </a:cubicBezTo>
                <a:lnTo>
                  <a:pt x="30734" y="46763"/>
                </a:lnTo>
                <a:cubicBezTo>
                  <a:pt x="30734" y="46861"/>
                  <a:pt x="30857" y="46861"/>
                  <a:pt x="30857" y="46861"/>
                </a:cubicBezTo>
                <a:cubicBezTo>
                  <a:pt x="30955" y="46861"/>
                  <a:pt x="30955" y="46861"/>
                  <a:pt x="30955" y="46763"/>
                </a:cubicBezTo>
                <a:lnTo>
                  <a:pt x="30955" y="40734"/>
                </a:lnTo>
                <a:cubicBezTo>
                  <a:pt x="31053" y="43504"/>
                  <a:pt x="31053" y="46347"/>
                  <a:pt x="31151" y="49116"/>
                </a:cubicBezTo>
                <a:cubicBezTo>
                  <a:pt x="31151" y="49214"/>
                  <a:pt x="31151" y="49214"/>
                  <a:pt x="31249" y="49214"/>
                </a:cubicBezTo>
                <a:cubicBezTo>
                  <a:pt x="31249" y="49214"/>
                  <a:pt x="31347" y="49214"/>
                  <a:pt x="31347" y="49116"/>
                </a:cubicBezTo>
                <a:lnTo>
                  <a:pt x="31347" y="37156"/>
                </a:lnTo>
                <a:cubicBezTo>
                  <a:pt x="31469" y="40636"/>
                  <a:pt x="31665" y="44116"/>
                  <a:pt x="31763" y="47572"/>
                </a:cubicBezTo>
                <a:cubicBezTo>
                  <a:pt x="31763" y="47695"/>
                  <a:pt x="31763" y="47695"/>
                  <a:pt x="31861" y="47695"/>
                </a:cubicBezTo>
                <a:lnTo>
                  <a:pt x="31861" y="49729"/>
                </a:lnTo>
                <a:cubicBezTo>
                  <a:pt x="31861" y="49827"/>
                  <a:pt x="31959" y="49827"/>
                  <a:pt x="31959" y="49827"/>
                </a:cubicBezTo>
                <a:cubicBezTo>
                  <a:pt x="32082" y="49827"/>
                  <a:pt x="32082" y="49827"/>
                  <a:pt x="32082" y="49729"/>
                </a:cubicBezTo>
                <a:lnTo>
                  <a:pt x="32082" y="38602"/>
                </a:lnTo>
                <a:cubicBezTo>
                  <a:pt x="32180" y="42180"/>
                  <a:pt x="32278" y="45734"/>
                  <a:pt x="32376" y="49410"/>
                </a:cubicBezTo>
                <a:cubicBezTo>
                  <a:pt x="32376" y="49410"/>
                  <a:pt x="32376" y="49533"/>
                  <a:pt x="32474" y="49533"/>
                </a:cubicBezTo>
                <a:cubicBezTo>
                  <a:pt x="32572" y="49533"/>
                  <a:pt x="32572" y="49410"/>
                  <a:pt x="32572" y="49410"/>
                </a:cubicBezTo>
                <a:lnTo>
                  <a:pt x="32572" y="40538"/>
                </a:lnTo>
                <a:cubicBezTo>
                  <a:pt x="32695" y="43185"/>
                  <a:pt x="32695" y="45955"/>
                  <a:pt x="32793" y="48601"/>
                </a:cubicBezTo>
                <a:cubicBezTo>
                  <a:pt x="32793" y="48601"/>
                  <a:pt x="32793" y="48699"/>
                  <a:pt x="32891" y="48699"/>
                </a:cubicBezTo>
                <a:lnTo>
                  <a:pt x="32989" y="48601"/>
                </a:lnTo>
                <a:lnTo>
                  <a:pt x="32989" y="39313"/>
                </a:lnTo>
                <a:cubicBezTo>
                  <a:pt x="33087" y="43700"/>
                  <a:pt x="33185" y="48087"/>
                  <a:pt x="33307" y="52596"/>
                </a:cubicBezTo>
                <a:cubicBezTo>
                  <a:pt x="33307" y="52596"/>
                  <a:pt x="33307" y="52694"/>
                  <a:pt x="33405" y="52694"/>
                </a:cubicBezTo>
                <a:lnTo>
                  <a:pt x="33504" y="52596"/>
                </a:lnTo>
                <a:lnTo>
                  <a:pt x="33504" y="52082"/>
                </a:lnTo>
                <a:cubicBezTo>
                  <a:pt x="33504" y="52180"/>
                  <a:pt x="33504" y="52180"/>
                  <a:pt x="33602" y="52180"/>
                </a:cubicBezTo>
                <a:lnTo>
                  <a:pt x="33700" y="52082"/>
                </a:lnTo>
                <a:lnTo>
                  <a:pt x="33700" y="45538"/>
                </a:lnTo>
                <a:cubicBezTo>
                  <a:pt x="33700" y="47278"/>
                  <a:pt x="33700" y="48920"/>
                  <a:pt x="33798" y="50636"/>
                </a:cubicBezTo>
                <a:cubicBezTo>
                  <a:pt x="33798" y="50758"/>
                  <a:pt x="33798" y="50758"/>
                  <a:pt x="33920" y="50758"/>
                </a:cubicBezTo>
                <a:cubicBezTo>
                  <a:pt x="33920" y="50758"/>
                  <a:pt x="34018" y="50758"/>
                  <a:pt x="34018" y="50636"/>
                </a:cubicBezTo>
                <a:lnTo>
                  <a:pt x="34018" y="40440"/>
                </a:lnTo>
                <a:cubicBezTo>
                  <a:pt x="34116" y="43798"/>
                  <a:pt x="34214" y="47278"/>
                  <a:pt x="34214" y="50758"/>
                </a:cubicBezTo>
                <a:lnTo>
                  <a:pt x="34312" y="50856"/>
                </a:lnTo>
                <a:lnTo>
                  <a:pt x="34312" y="52792"/>
                </a:lnTo>
                <a:lnTo>
                  <a:pt x="34410" y="52890"/>
                </a:lnTo>
                <a:lnTo>
                  <a:pt x="34410" y="54214"/>
                </a:lnTo>
                <a:cubicBezTo>
                  <a:pt x="34410" y="54214"/>
                  <a:pt x="34410" y="54312"/>
                  <a:pt x="34533" y="54312"/>
                </a:cubicBezTo>
                <a:lnTo>
                  <a:pt x="34631" y="54214"/>
                </a:lnTo>
                <a:lnTo>
                  <a:pt x="34631" y="53209"/>
                </a:lnTo>
                <a:lnTo>
                  <a:pt x="34729" y="53307"/>
                </a:lnTo>
                <a:cubicBezTo>
                  <a:pt x="34827" y="53307"/>
                  <a:pt x="34827" y="53209"/>
                  <a:pt x="34827" y="53209"/>
                </a:cubicBezTo>
                <a:lnTo>
                  <a:pt x="34827" y="46053"/>
                </a:lnTo>
                <a:cubicBezTo>
                  <a:pt x="34827" y="47793"/>
                  <a:pt x="34925" y="49533"/>
                  <a:pt x="34925" y="51371"/>
                </a:cubicBezTo>
                <a:cubicBezTo>
                  <a:pt x="34925" y="51371"/>
                  <a:pt x="34925" y="51469"/>
                  <a:pt x="35023" y="51469"/>
                </a:cubicBezTo>
                <a:cubicBezTo>
                  <a:pt x="35146" y="51469"/>
                  <a:pt x="35146" y="51371"/>
                  <a:pt x="35146" y="51371"/>
                </a:cubicBezTo>
                <a:lnTo>
                  <a:pt x="35146" y="41567"/>
                </a:lnTo>
                <a:cubicBezTo>
                  <a:pt x="35244" y="45023"/>
                  <a:pt x="35342" y="48405"/>
                  <a:pt x="35440" y="51861"/>
                </a:cubicBezTo>
                <a:cubicBezTo>
                  <a:pt x="35440" y="51984"/>
                  <a:pt x="35440" y="51984"/>
                  <a:pt x="35538" y="51984"/>
                </a:cubicBezTo>
                <a:cubicBezTo>
                  <a:pt x="35538" y="51984"/>
                  <a:pt x="35636" y="51984"/>
                  <a:pt x="35636" y="51861"/>
                </a:cubicBezTo>
                <a:lnTo>
                  <a:pt x="35636" y="45955"/>
                </a:lnTo>
                <a:cubicBezTo>
                  <a:pt x="35636" y="48307"/>
                  <a:pt x="35758" y="50636"/>
                  <a:pt x="35758" y="52989"/>
                </a:cubicBezTo>
                <a:cubicBezTo>
                  <a:pt x="35758" y="53087"/>
                  <a:pt x="35758" y="53087"/>
                  <a:pt x="35856" y="53087"/>
                </a:cubicBezTo>
                <a:cubicBezTo>
                  <a:pt x="35954" y="53087"/>
                  <a:pt x="35954" y="53087"/>
                  <a:pt x="35954" y="52989"/>
                </a:cubicBezTo>
                <a:lnTo>
                  <a:pt x="35954" y="40538"/>
                </a:lnTo>
                <a:cubicBezTo>
                  <a:pt x="36052" y="45538"/>
                  <a:pt x="36150" y="50538"/>
                  <a:pt x="36371" y="55537"/>
                </a:cubicBezTo>
                <a:cubicBezTo>
                  <a:pt x="36371" y="55660"/>
                  <a:pt x="36371" y="55660"/>
                  <a:pt x="36469" y="55660"/>
                </a:cubicBezTo>
                <a:cubicBezTo>
                  <a:pt x="36469" y="55660"/>
                  <a:pt x="36567" y="55660"/>
                  <a:pt x="36567" y="55537"/>
                </a:cubicBezTo>
                <a:lnTo>
                  <a:pt x="36567" y="44116"/>
                </a:lnTo>
                <a:cubicBezTo>
                  <a:pt x="36567" y="47278"/>
                  <a:pt x="36665" y="50440"/>
                  <a:pt x="36763" y="53699"/>
                </a:cubicBezTo>
                <a:cubicBezTo>
                  <a:pt x="36763" y="53822"/>
                  <a:pt x="36763" y="53822"/>
                  <a:pt x="36861" y="53822"/>
                </a:cubicBezTo>
                <a:lnTo>
                  <a:pt x="36984" y="57498"/>
                </a:lnTo>
                <a:cubicBezTo>
                  <a:pt x="36984" y="57596"/>
                  <a:pt x="36984" y="57596"/>
                  <a:pt x="37082" y="57596"/>
                </a:cubicBezTo>
                <a:cubicBezTo>
                  <a:pt x="37082" y="57596"/>
                  <a:pt x="37180" y="57596"/>
                  <a:pt x="37180" y="57498"/>
                </a:cubicBezTo>
                <a:lnTo>
                  <a:pt x="37180" y="42376"/>
                </a:lnTo>
                <a:cubicBezTo>
                  <a:pt x="37278" y="47474"/>
                  <a:pt x="37376" y="52694"/>
                  <a:pt x="37474" y="57890"/>
                </a:cubicBezTo>
                <a:cubicBezTo>
                  <a:pt x="37474" y="57988"/>
                  <a:pt x="37596" y="57988"/>
                  <a:pt x="37596" y="57988"/>
                </a:cubicBezTo>
                <a:cubicBezTo>
                  <a:pt x="37694" y="57988"/>
                  <a:pt x="37694" y="57988"/>
                  <a:pt x="37694" y="57890"/>
                </a:cubicBezTo>
                <a:lnTo>
                  <a:pt x="37694" y="42989"/>
                </a:lnTo>
                <a:cubicBezTo>
                  <a:pt x="37793" y="47695"/>
                  <a:pt x="37891" y="52376"/>
                  <a:pt x="37989" y="57180"/>
                </a:cubicBezTo>
                <a:lnTo>
                  <a:pt x="38087" y="57278"/>
                </a:lnTo>
                <a:cubicBezTo>
                  <a:pt x="38209" y="57278"/>
                  <a:pt x="38209" y="57180"/>
                  <a:pt x="38209" y="57180"/>
                </a:cubicBezTo>
                <a:lnTo>
                  <a:pt x="38209" y="56763"/>
                </a:lnTo>
                <a:lnTo>
                  <a:pt x="38307" y="56665"/>
                </a:lnTo>
                <a:lnTo>
                  <a:pt x="38307" y="43185"/>
                </a:lnTo>
                <a:cubicBezTo>
                  <a:pt x="38405" y="47793"/>
                  <a:pt x="38503" y="52376"/>
                  <a:pt x="38601" y="56983"/>
                </a:cubicBezTo>
                <a:cubicBezTo>
                  <a:pt x="38699" y="56983"/>
                  <a:pt x="38699" y="57081"/>
                  <a:pt x="38822" y="57081"/>
                </a:cubicBezTo>
                <a:lnTo>
                  <a:pt x="38920" y="56983"/>
                </a:lnTo>
                <a:lnTo>
                  <a:pt x="38920" y="56150"/>
                </a:lnTo>
                <a:lnTo>
                  <a:pt x="38920" y="56052"/>
                </a:lnTo>
                <a:lnTo>
                  <a:pt x="38920" y="46053"/>
                </a:lnTo>
                <a:cubicBezTo>
                  <a:pt x="39018" y="49533"/>
                  <a:pt x="39116" y="52890"/>
                  <a:pt x="39214" y="56371"/>
                </a:cubicBezTo>
                <a:lnTo>
                  <a:pt x="39214" y="56469"/>
                </a:lnTo>
                <a:lnTo>
                  <a:pt x="39214" y="57498"/>
                </a:lnTo>
                <a:cubicBezTo>
                  <a:pt x="39214" y="57596"/>
                  <a:pt x="39312" y="57596"/>
                  <a:pt x="39312" y="57596"/>
                </a:cubicBezTo>
                <a:cubicBezTo>
                  <a:pt x="39435" y="57596"/>
                  <a:pt x="39435" y="57596"/>
                  <a:pt x="39435" y="57498"/>
                </a:cubicBezTo>
                <a:lnTo>
                  <a:pt x="39435" y="52792"/>
                </a:lnTo>
                <a:cubicBezTo>
                  <a:pt x="39533" y="55145"/>
                  <a:pt x="39533" y="57498"/>
                  <a:pt x="39533" y="59728"/>
                </a:cubicBezTo>
                <a:cubicBezTo>
                  <a:pt x="39533" y="59826"/>
                  <a:pt x="39631" y="59826"/>
                  <a:pt x="39631" y="59826"/>
                </a:cubicBezTo>
                <a:cubicBezTo>
                  <a:pt x="39729" y="59826"/>
                  <a:pt x="39729" y="59826"/>
                  <a:pt x="39729" y="59728"/>
                </a:cubicBezTo>
                <a:lnTo>
                  <a:pt x="39729" y="47474"/>
                </a:lnTo>
                <a:cubicBezTo>
                  <a:pt x="39827" y="51665"/>
                  <a:pt x="39925" y="55856"/>
                  <a:pt x="39925" y="60145"/>
                </a:cubicBezTo>
                <a:cubicBezTo>
                  <a:pt x="39925" y="60243"/>
                  <a:pt x="40047" y="60243"/>
                  <a:pt x="40047" y="60243"/>
                </a:cubicBezTo>
                <a:lnTo>
                  <a:pt x="40145" y="60243"/>
                </a:lnTo>
                <a:cubicBezTo>
                  <a:pt x="40145" y="60243"/>
                  <a:pt x="40243" y="60243"/>
                  <a:pt x="40243" y="60145"/>
                </a:cubicBezTo>
                <a:lnTo>
                  <a:pt x="40243" y="47376"/>
                </a:lnTo>
                <a:cubicBezTo>
                  <a:pt x="40243" y="50636"/>
                  <a:pt x="40341" y="54018"/>
                  <a:pt x="40439" y="57278"/>
                </a:cubicBezTo>
                <a:cubicBezTo>
                  <a:pt x="40439" y="57376"/>
                  <a:pt x="40439" y="57376"/>
                  <a:pt x="40538" y="57376"/>
                </a:cubicBezTo>
                <a:cubicBezTo>
                  <a:pt x="40538" y="57376"/>
                  <a:pt x="40660" y="57376"/>
                  <a:pt x="40660" y="57278"/>
                </a:cubicBezTo>
                <a:lnTo>
                  <a:pt x="40660" y="61787"/>
                </a:lnTo>
                <a:cubicBezTo>
                  <a:pt x="40660" y="61885"/>
                  <a:pt x="40758" y="61885"/>
                  <a:pt x="40758" y="61885"/>
                </a:cubicBezTo>
                <a:cubicBezTo>
                  <a:pt x="40856" y="61885"/>
                  <a:pt x="40856" y="61885"/>
                  <a:pt x="40856" y="61787"/>
                </a:cubicBezTo>
                <a:lnTo>
                  <a:pt x="40856" y="60758"/>
                </a:lnTo>
                <a:cubicBezTo>
                  <a:pt x="40954" y="60758"/>
                  <a:pt x="40954" y="60660"/>
                  <a:pt x="40954" y="60660"/>
                </a:cubicBezTo>
                <a:lnTo>
                  <a:pt x="40954" y="54631"/>
                </a:lnTo>
                <a:cubicBezTo>
                  <a:pt x="40954" y="56371"/>
                  <a:pt x="40954" y="57988"/>
                  <a:pt x="41052" y="59728"/>
                </a:cubicBezTo>
                <a:cubicBezTo>
                  <a:pt x="41052" y="59826"/>
                  <a:pt x="41052" y="59826"/>
                  <a:pt x="41150" y="59826"/>
                </a:cubicBezTo>
                <a:lnTo>
                  <a:pt x="41150" y="61469"/>
                </a:lnTo>
                <a:lnTo>
                  <a:pt x="41273" y="61567"/>
                </a:lnTo>
                <a:cubicBezTo>
                  <a:pt x="41371" y="61567"/>
                  <a:pt x="41371" y="61469"/>
                  <a:pt x="41371" y="61371"/>
                </a:cubicBezTo>
                <a:lnTo>
                  <a:pt x="41371" y="48920"/>
                </a:lnTo>
                <a:cubicBezTo>
                  <a:pt x="41469" y="52596"/>
                  <a:pt x="41567" y="56273"/>
                  <a:pt x="41665" y="60047"/>
                </a:cubicBezTo>
                <a:cubicBezTo>
                  <a:pt x="41665" y="60145"/>
                  <a:pt x="41665" y="60145"/>
                  <a:pt x="41763" y="60145"/>
                </a:cubicBezTo>
                <a:cubicBezTo>
                  <a:pt x="41763" y="60145"/>
                  <a:pt x="41885" y="60145"/>
                  <a:pt x="41885" y="60047"/>
                </a:cubicBezTo>
                <a:lnTo>
                  <a:pt x="41885" y="58405"/>
                </a:lnTo>
                <a:cubicBezTo>
                  <a:pt x="41885" y="58405"/>
                  <a:pt x="41984" y="58405"/>
                  <a:pt x="41984" y="58307"/>
                </a:cubicBezTo>
                <a:lnTo>
                  <a:pt x="41984" y="45538"/>
                </a:lnTo>
                <a:cubicBezTo>
                  <a:pt x="42082" y="50342"/>
                  <a:pt x="42180" y="55243"/>
                  <a:pt x="42278" y="60145"/>
                </a:cubicBezTo>
                <a:cubicBezTo>
                  <a:pt x="42278" y="60243"/>
                  <a:pt x="42376" y="60243"/>
                  <a:pt x="42376" y="60243"/>
                </a:cubicBezTo>
                <a:cubicBezTo>
                  <a:pt x="42498" y="60243"/>
                  <a:pt x="42498" y="60243"/>
                  <a:pt x="42498" y="60145"/>
                </a:cubicBezTo>
                <a:lnTo>
                  <a:pt x="42498" y="55660"/>
                </a:lnTo>
                <a:cubicBezTo>
                  <a:pt x="42498" y="57081"/>
                  <a:pt x="42596" y="58405"/>
                  <a:pt x="42596" y="59826"/>
                </a:cubicBezTo>
                <a:cubicBezTo>
                  <a:pt x="42596" y="59826"/>
                  <a:pt x="42596" y="59949"/>
                  <a:pt x="42694" y="59949"/>
                </a:cubicBezTo>
                <a:lnTo>
                  <a:pt x="42792" y="59826"/>
                </a:lnTo>
                <a:lnTo>
                  <a:pt x="42792" y="46151"/>
                </a:lnTo>
                <a:cubicBezTo>
                  <a:pt x="42890" y="50954"/>
                  <a:pt x="42988" y="55758"/>
                  <a:pt x="43111" y="60562"/>
                </a:cubicBezTo>
                <a:cubicBezTo>
                  <a:pt x="43111" y="60660"/>
                  <a:pt x="43209" y="60660"/>
                  <a:pt x="43209" y="60660"/>
                </a:cubicBezTo>
                <a:lnTo>
                  <a:pt x="43307" y="60660"/>
                </a:lnTo>
                <a:lnTo>
                  <a:pt x="43307" y="62277"/>
                </a:lnTo>
                <a:cubicBezTo>
                  <a:pt x="43307" y="62277"/>
                  <a:pt x="43307" y="62400"/>
                  <a:pt x="43405" y="62400"/>
                </a:cubicBezTo>
                <a:lnTo>
                  <a:pt x="43503" y="62277"/>
                </a:lnTo>
                <a:lnTo>
                  <a:pt x="43503" y="46249"/>
                </a:lnTo>
                <a:cubicBezTo>
                  <a:pt x="43601" y="51665"/>
                  <a:pt x="43724" y="57180"/>
                  <a:pt x="43822" y="62694"/>
                </a:cubicBezTo>
                <a:cubicBezTo>
                  <a:pt x="43920" y="62694"/>
                  <a:pt x="43920" y="62792"/>
                  <a:pt x="44018" y="62792"/>
                </a:cubicBezTo>
                <a:lnTo>
                  <a:pt x="44116" y="62694"/>
                </a:lnTo>
                <a:lnTo>
                  <a:pt x="44116" y="49410"/>
                </a:lnTo>
                <a:cubicBezTo>
                  <a:pt x="44116" y="53920"/>
                  <a:pt x="44214" y="58405"/>
                  <a:pt x="44336" y="62890"/>
                </a:cubicBezTo>
                <a:cubicBezTo>
                  <a:pt x="44336" y="63013"/>
                  <a:pt x="44336" y="63013"/>
                  <a:pt x="44434" y="63013"/>
                </a:cubicBezTo>
                <a:cubicBezTo>
                  <a:pt x="44532" y="63013"/>
                  <a:pt x="44532" y="63013"/>
                  <a:pt x="44532" y="62890"/>
                </a:cubicBezTo>
                <a:lnTo>
                  <a:pt x="44532" y="62498"/>
                </a:lnTo>
                <a:cubicBezTo>
                  <a:pt x="44532" y="62596"/>
                  <a:pt x="44630" y="62596"/>
                  <a:pt x="44630" y="62596"/>
                </a:cubicBezTo>
                <a:cubicBezTo>
                  <a:pt x="44729" y="62596"/>
                  <a:pt x="44729" y="62596"/>
                  <a:pt x="44729" y="62498"/>
                </a:cubicBezTo>
                <a:lnTo>
                  <a:pt x="44729" y="57988"/>
                </a:lnTo>
                <a:cubicBezTo>
                  <a:pt x="44729" y="59949"/>
                  <a:pt x="44827" y="61787"/>
                  <a:pt x="44827" y="63625"/>
                </a:cubicBezTo>
                <a:cubicBezTo>
                  <a:pt x="44827" y="63723"/>
                  <a:pt x="44827" y="63723"/>
                  <a:pt x="44949" y="63723"/>
                </a:cubicBezTo>
                <a:cubicBezTo>
                  <a:pt x="44949" y="63723"/>
                  <a:pt x="45047" y="63723"/>
                  <a:pt x="45047" y="63625"/>
                </a:cubicBezTo>
                <a:lnTo>
                  <a:pt x="45047" y="61665"/>
                </a:lnTo>
                <a:lnTo>
                  <a:pt x="45145" y="61665"/>
                </a:lnTo>
                <a:cubicBezTo>
                  <a:pt x="45145" y="61665"/>
                  <a:pt x="45243" y="61665"/>
                  <a:pt x="45243" y="61567"/>
                </a:cubicBezTo>
                <a:lnTo>
                  <a:pt x="45243" y="49018"/>
                </a:lnTo>
                <a:cubicBezTo>
                  <a:pt x="45341" y="54116"/>
                  <a:pt x="45439" y="59214"/>
                  <a:pt x="45562" y="64336"/>
                </a:cubicBezTo>
                <a:cubicBezTo>
                  <a:pt x="45562" y="64434"/>
                  <a:pt x="45562" y="64434"/>
                  <a:pt x="45660" y="64434"/>
                </a:cubicBezTo>
                <a:cubicBezTo>
                  <a:pt x="45660" y="64434"/>
                  <a:pt x="45758" y="64434"/>
                  <a:pt x="45758" y="64336"/>
                </a:cubicBezTo>
                <a:lnTo>
                  <a:pt x="45758" y="64728"/>
                </a:lnTo>
                <a:cubicBezTo>
                  <a:pt x="45758" y="64851"/>
                  <a:pt x="45856" y="64851"/>
                  <a:pt x="45856" y="64851"/>
                </a:cubicBezTo>
                <a:cubicBezTo>
                  <a:pt x="45954" y="64851"/>
                  <a:pt x="45954" y="64851"/>
                  <a:pt x="45954" y="64728"/>
                </a:cubicBezTo>
                <a:lnTo>
                  <a:pt x="45954" y="64532"/>
                </a:lnTo>
                <a:cubicBezTo>
                  <a:pt x="45954" y="64434"/>
                  <a:pt x="46052" y="64434"/>
                  <a:pt x="46052" y="64434"/>
                </a:cubicBezTo>
                <a:lnTo>
                  <a:pt x="46052" y="62277"/>
                </a:lnTo>
                <a:cubicBezTo>
                  <a:pt x="46175" y="62277"/>
                  <a:pt x="46175" y="62277"/>
                  <a:pt x="46175" y="62179"/>
                </a:cubicBezTo>
                <a:lnTo>
                  <a:pt x="46175" y="60047"/>
                </a:lnTo>
                <a:lnTo>
                  <a:pt x="46273" y="60145"/>
                </a:lnTo>
                <a:cubicBezTo>
                  <a:pt x="46371" y="60145"/>
                  <a:pt x="46371" y="60047"/>
                  <a:pt x="46371" y="60047"/>
                </a:cubicBezTo>
                <a:lnTo>
                  <a:pt x="46371" y="51469"/>
                </a:lnTo>
                <a:cubicBezTo>
                  <a:pt x="46469" y="54533"/>
                  <a:pt x="46469" y="57694"/>
                  <a:pt x="46567" y="60856"/>
                </a:cubicBezTo>
                <a:lnTo>
                  <a:pt x="46567" y="61469"/>
                </a:lnTo>
                <a:cubicBezTo>
                  <a:pt x="46567" y="61567"/>
                  <a:pt x="46567" y="61567"/>
                  <a:pt x="46665" y="61567"/>
                </a:cubicBezTo>
                <a:cubicBezTo>
                  <a:pt x="46665" y="61567"/>
                  <a:pt x="46787" y="61567"/>
                  <a:pt x="46787" y="61469"/>
                </a:cubicBezTo>
                <a:lnTo>
                  <a:pt x="46787" y="45538"/>
                </a:lnTo>
                <a:lnTo>
                  <a:pt x="46787" y="44925"/>
                </a:lnTo>
                <a:cubicBezTo>
                  <a:pt x="46885" y="50244"/>
                  <a:pt x="46983" y="55758"/>
                  <a:pt x="47081" y="61174"/>
                </a:cubicBezTo>
                <a:cubicBezTo>
                  <a:pt x="47081" y="61272"/>
                  <a:pt x="47179" y="61272"/>
                  <a:pt x="47179" y="61272"/>
                </a:cubicBezTo>
                <a:lnTo>
                  <a:pt x="47179" y="62277"/>
                </a:lnTo>
                <a:lnTo>
                  <a:pt x="47277" y="62400"/>
                </a:lnTo>
                <a:cubicBezTo>
                  <a:pt x="47400" y="62400"/>
                  <a:pt x="47400" y="62277"/>
                  <a:pt x="47400" y="62277"/>
                </a:cubicBezTo>
                <a:lnTo>
                  <a:pt x="47400" y="52180"/>
                </a:lnTo>
                <a:cubicBezTo>
                  <a:pt x="47498" y="55145"/>
                  <a:pt x="47498" y="58111"/>
                  <a:pt x="47498" y="60954"/>
                </a:cubicBezTo>
                <a:cubicBezTo>
                  <a:pt x="47498" y="61052"/>
                  <a:pt x="47596" y="61052"/>
                  <a:pt x="47596" y="61052"/>
                </a:cubicBezTo>
                <a:cubicBezTo>
                  <a:pt x="47694" y="61052"/>
                  <a:pt x="47694" y="61052"/>
                  <a:pt x="47694" y="60954"/>
                </a:cubicBezTo>
                <a:lnTo>
                  <a:pt x="47792" y="63821"/>
                </a:lnTo>
                <a:cubicBezTo>
                  <a:pt x="47792" y="63821"/>
                  <a:pt x="47792" y="63919"/>
                  <a:pt x="47890" y="63919"/>
                </a:cubicBezTo>
                <a:lnTo>
                  <a:pt x="48013" y="63821"/>
                </a:lnTo>
                <a:lnTo>
                  <a:pt x="48013" y="64851"/>
                </a:lnTo>
                <a:cubicBezTo>
                  <a:pt x="48013" y="64949"/>
                  <a:pt x="48111" y="64949"/>
                  <a:pt x="48111" y="64949"/>
                </a:cubicBezTo>
                <a:cubicBezTo>
                  <a:pt x="48209" y="64949"/>
                  <a:pt x="48209" y="64949"/>
                  <a:pt x="48209" y="64851"/>
                </a:cubicBezTo>
                <a:lnTo>
                  <a:pt x="48209" y="62179"/>
                </a:lnTo>
                <a:lnTo>
                  <a:pt x="48307" y="62179"/>
                </a:lnTo>
                <a:cubicBezTo>
                  <a:pt x="48405" y="62179"/>
                  <a:pt x="48405" y="62179"/>
                  <a:pt x="48405" y="62081"/>
                </a:cubicBezTo>
                <a:lnTo>
                  <a:pt x="48405" y="46763"/>
                </a:lnTo>
                <a:lnTo>
                  <a:pt x="48405" y="46053"/>
                </a:lnTo>
                <a:cubicBezTo>
                  <a:pt x="48503" y="52278"/>
                  <a:pt x="48625" y="58601"/>
                  <a:pt x="48821" y="65047"/>
                </a:cubicBezTo>
                <a:cubicBezTo>
                  <a:pt x="48821" y="65047"/>
                  <a:pt x="48821" y="65145"/>
                  <a:pt x="48920" y="65145"/>
                </a:cubicBezTo>
                <a:lnTo>
                  <a:pt x="49018" y="65047"/>
                </a:lnTo>
                <a:lnTo>
                  <a:pt x="49018" y="49925"/>
                </a:lnTo>
                <a:lnTo>
                  <a:pt x="49018" y="46249"/>
                </a:lnTo>
                <a:cubicBezTo>
                  <a:pt x="49116" y="51984"/>
                  <a:pt x="49238" y="57694"/>
                  <a:pt x="49336" y="63405"/>
                </a:cubicBezTo>
                <a:lnTo>
                  <a:pt x="49434" y="63503"/>
                </a:lnTo>
                <a:cubicBezTo>
                  <a:pt x="49532" y="63503"/>
                  <a:pt x="49532" y="63405"/>
                  <a:pt x="49532" y="63405"/>
                </a:cubicBezTo>
                <a:lnTo>
                  <a:pt x="49532" y="50538"/>
                </a:lnTo>
                <a:cubicBezTo>
                  <a:pt x="49630" y="53822"/>
                  <a:pt x="49630" y="57180"/>
                  <a:pt x="49728" y="60439"/>
                </a:cubicBezTo>
                <a:cubicBezTo>
                  <a:pt x="49728" y="60562"/>
                  <a:pt x="49728" y="60562"/>
                  <a:pt x="49851" y="60562"/>
                </a:cubicBezTo>
                <a:lnTo>
                  <a:pt x="49851" y="64116"/>
                </a:lnTo>
                <a:cubicBezTo>
                  <a:pt x="49851" y="64238"/>
                  <a:pt x="49949" y="64238"/>
                  <a:pt x="49949" y="64238"/>
                </a:cubicBezTo>
                <a:cubicBezTo>
                  <a:pt x="50047" y="64238"/>
                  <a:pt x="50047" y="64238"/>
                  <a:pt x="50047" y="64116"/>
                </a:cubicBezTo>
                <a:lnTo>
                  <a:pt x="50047" y="60954"/>
                </a:lnTo>
                <a:lnTo>
                  <a:pt x="50145" y="60954"/>
                </a:lnTo>
                <a:lnTo>
                  <a:pt x="50145" y="63503"/>
                </a:lnTo>
                <a:cubicBezTo>
                  <a:pt x="50145" y="63503"/>
                  <a:pt x="50145" y="63625"/>
                  <a:pt x="50243" y="63625"/>
                </a:cubicBezTo>
                <a:cubicBezTo>
                  <a:pt x="50341" y="63625"/>
                  <a:pt x="50341" y="63503"/>
                  <a:pt x="50341" y="63503"/>
                </a:cubicBezTo>
                <a:lnTo>
                  <a:pt x="50341" y="51763"/>
                </a:lnTo>
                <a:cubicBezTo>
                  <a:pt x="50341" y="55047"/>
                  <a:pt x="50464" y="58405"/>
                  <a:pt x="50464" y="61787"/>
                </a:cubicBezTo>
                <a:lnTo>
                  <a:pt x="50562" y="61885"/>
                </a:lnTo>
                <a:cubicBezTo>
                  <a:pt x="50562" y="61885"/>
                  <a:pt x="50660" y="61885"/>
                  <a:pt x="50660" y="61787"/>
                </a:cubicBezTo>
                <a:lnTo>
                  <a:pt x="50660" y="63209"/>
                </a:lnTo>
                <a:cubicBezTo>
                  <a:pt x="50660" y="63307"/>
                  <a:pt x="50660" y="63307"/>
                  <a:pt x="50758" y="63307"/>
                </a:cubicBezTo>
                <a:cubicBezTo>
                  <a:pt x="50758" y="63307"/>
                  <a:pt x="50856" y="63307"/>
                  <a:pt x="50856" y="63209"/>
                </a:cubicBezTo>
                <a:lnTo>
                  <a:pt x="50856" y="49214"/>
                </a:lnTo>
                <a:lnTo>
                  <a:pt x="50856" y="44729"/>
                </a:lnTo>
                <a:cubicBezTo>
                  <a:pt x="50954" y="49729"/>
                  <a:pt x="51076" y="54729"/>
                  <a:pt x="51174" y="59728"/>
                </a:cubicBezTo>
                <a:cubicBezTo>
                  <a:pt x="51174" y="59826"/>
                  <a:pt x="51174" y="59826"/>
                  <a:pt x="51272" y="59826"/>
                </a:cubicBezTo>
                <a:lnTo>
                  <a:pt x="51272" y="61272"/>
                </a:lnTo>
                <a:cubicBezTo>
                  <a:pt x="51272" y="61371"/>
                  <a:pt x="51272" y="61371"/>
                  <a:pt x="51370" y="61371"/>
                </a:cubicBezTo>
                <a:cubicBezTo>
                  <a:pt x="51370" y="61371"/>
                  <a:pt x="51468" y="61371"/>
                  <a:pt x="51468" y="61272"/>
                </a:cubicBezTo>
                <a:lnTo>
                  <a:pt x="51468" y="47793"/>
                </a:lnTo>
                <a:lnTo>
                  <a:pt x="51468" y="47376"/>
                </a:lnTo>
                <a:cubicBezTo>
                  <a:pt x="51468" y="52180"/>
                  <a:pt x="51566" y="57081"/>
                  <a:pt x="51689" y="61885"/>
                </a:cubicBezTo>
                <a:cubicBezTo>
                  <a:pt x="51689" y="61983"/>
                  <a:pt x="51689" y="61983"/>
                  <a:pt x="51787" y="61983"/>
                </a:cubicBezTo>
                <a:cubicBezTo>
                  <a:pt x="51787" y="61983"/>
                  <a:pt x="51885" y="61983"/>
                  <a:pt x="51885" y="61885"/>
                </a:cubicBezTo>
                <a:lnTo>
                  <a:pt x="51885" y="61272"/>
                </a:lnTo>
                <a:cubicBezTo>
                  <a:pt x="51983" y="61272"/>
                  <a:pt x="51983" y="61272"/>
                  <a:pt x="51983" y="61174"/>
                </a:cubicBezTo>
                <a:lnTo>
                  <a:pt x="51983" y="48307"/>
                </a:lnTo>
                <a:lnTo>
                  <a:pt x="51983" y="47180"/>
                </a:lnTo>
                <a:cubicBezTo>
                  <a:pt x="52081" y="52180"/>
                  <a:pt x="52179" y="57081"/>
                  <a:pt x="52302" y="62179"/>
                </a:cubicBezTo>
                <a:cubicBezTo>
                  <a:pt x="52302" y="62179"/>
                  <a:pt x="52302" y="62277"/>
                  <a:pt x="52400" y="62277"/>
                </a:cubicBezTo>
                <a:lnTo>
                  <a:pt x="52498" y="62179"/>
                </a:lnTo>
                <a:lnTo>
                  <a:pt x="52498" y="52474"/>
                </a:lnTo>
                <a:cubicBezTo>
                  <a:pt x="52498" y="55537"/>
                  <a:pt x="52498" y="58601"/>
                  <a:pt x="52596" y="61665"/>
                </a:cubicBezTo>
                <a:cubicBezTo>
                  <a:pt x="52596" y="61787"/>
                  <a:pt x="52596" y="61787"/>
                  <a:pt x="52694" y="61787"/>
                </a:cubicBezTo>
                <a:cubicBezTo>
                  <a:pt x="52694" y="61885"/>
                  <a:pt x="52792" y="61885"/>
                  <a:pt x="52792" y="61885"/>
                </a:cubicBezTo>
                <a:cubicBezTo>
                  <a:pt x="52914" y="61885"/>
                  <a:pt x="52914" y="61885"/>
                  <a:pt x="52914" y="61787"/>
                </a:cubicBezTo>
                <a:lnTo>
                  <a:pt x="52914" y="51150"/>
                </a:lnTo>
                <a:cubicBezTo>
                  <a:pt x="53012" y="55243"/>
                  <a:pt x="53012" y="59336"/>
                  <a:pt x="53111" y="63405"/>
                </a:cubicBezTo>
                <a:cubicBezTo>
                  <a:pt x="53111" y="63503"/>
                  <a:pt x="53111" y="63503"/>
                  <a:pt x="53209" y="63503"/>
                </a:cubicBezTo>
                <a:cubicBezTo>
                  <a:pt x="53209" y="63503"/>
                  <a:pt x="53307" y="63503"/>
                  <a:pt x="53307" y="63405"/>
                </a:cubicBezTo>
                <a:lnTo>
                  <a:pt x="53307" y="51984"/>
                </a:lnTo>
                <a:lnTo>
                  <a:pt x="53307" y="40955"/>
                </a:lnTo>
                <a:cubicBezTo>
                  <a:pt x="53405" y="46861"/>
                  <a:pt x="53527" y="52792"/>
                  <a:pt x="53625" y="58724"/>
                </a:cubicBezTo>
                <a:cubicBezTo>
                  <a:pt x="53625" y="58724"/>
                  <a:pt x="53723" y="58822"/>
                  <a:pt x="53821" y="58822"/>
                </a:cubicBezTo>
                <a:lnTo>
                  <a:pt x="53919" y="58724"/>
                </a:lnTo>
                <a:lnTo>
                  <a:pt x="53919" y="59116"/>
                </a:lnTo>
                <a:lnTo>
                  <a:pt x="54017" y="59214"/>
                </a:lnTo>
                <a:cubicBezTo>
                  <a:pt x="54140" y="59214"/>
                  <a:pt x="54140" y="59116"/>
                  <a:pt x="54140" y="59116"/>
                </a:cubicBezTo>
                <a:lnTo>
                  <a:pt x="54140" y="53209"/>
                </a:lnTo>
                <a:cubicBezTo>
                  <a:pt x="54140" y="54729"/>
                  <a:pt x="54238" y="56150"/>
                  <a:pt x="54238" y="57596"/>
                </a:cubicBezTo>
                <a:cubicBezTo>
                  <a:pt x="54238" y="57596"/>
                  <a:pt x="54238" y="57694"/>
                  <a:pt x="54336" y="57694"/>
                </a:cubicBezTo>
                <a:lnTo>
                  <a:pt x="54434" y="57596"/>
                </a:lnTo>
                <a:lnTo>
                  <a:pt x="54434" y="51763"/>
                </a:lnTo>
                <a:lnTo>
                  <a:pt x="54532" y="62498"/>
                </a:lnTo>
                <a:cubicBezTo>
                  <a:pt x="54532" y="62596"/>
                  <a:pt x="54532" y="62596"/>
                  <a:pt x="54630" y="62596"/>
                </a:cubicBezTo>
                <a:cubicBezTo>
                  <a:pt x="54630" y="62596"/>
                  <a:pt x="54753" y="62596"/>
                  <a:pt x="54753" y="62498"/>
                </a:cubicBezTo>
                <a:lnTo>
                  <a:pt x="54753" y="62179"/>
                </a:lnTo>
                <a:lnTo>
                  <a:pt x="54753" y="52474"/>
                </a:lnTo>
                <a:lnTo>
                  <a:pt x="54753" y="45538"/>
                </a:lnTo>
                <a:cubicBezTo>
                  <a:pt x="54753" y="50146"/>
                  <a:pt x="54851" y="54729"/>
                  <a:pt x="54851" y="59214"/>
                </a:cubicBezTo>
                <a:cubicBezTo>
                  <a:pt x="54851" y="59336"/>
                  <a:pt x="54949" y="59336"/>
                  <a:pt x="54949" y="59336"/>
                </a:cubicBezTo>
                <a:cubicBezTo>
                  <a:pt x="55047" y="59336"/>
                  <a:pt x="55047" y="59336"/>
                  <a:pt x="55047" y="59214"/>
                </a:cubicBezTo>
                <a:lnTo>
                  <a:pt x="55047" y="50023"/>
                </a:lnTo>
                <a:lnTo>
                  <a:pt x="55047" y="38602"/>
                </a:lnTo>
                <a:cubicBezTo>
                  <a:pt x="55145" y="45023"/>
                  <a:pt x="55243" y="51469"/>
                  <a:pt x="55365" y="57890"/>
                </a:cubicBezTo>
                <a:cubicBezTo>
                  <a:pt x="55365" y="57988"/>
                  <a:pt x="55463" y="57988"/>
                  <a:pt x="55463" y="57988"/>
                </a:cubicBezTo>
                <a:cubicBezTo>
                  <a:pt x="55561" y="57988"/>
                  <a:pt x="55561" y="57988"/>
                  <a:pt x="55561" y="57890"/>
                </a:cubicBezTo>
                <a:lnTo>
                  <a:pt x="55561" y="51861"/>
                </a:lnTo>
                <a:cubicBezTo>
                  <a:pt x="55659" y="54435"/>
                  <a:pt x="55659" y="56983"/>
                  <a:pt x="55659" y="59532"/>
                </a:cubicBezTo>
                <a:cubicBezTo>
                  <a:pt x="55659" y="59630"/>
                  <a:pt x="55757" y="59630"/>
                  <a:pt x="55757" y="59630"/>
                </a:cubicBezTo>
                <a:cubicBezTo>
                  <a:pt x="55855" y="59630"/>
                  <a:pt x="55855" y="59630"/>
                  <a:pt x="55855" y="59532"/>
                </a:cubicBezTo>
                <a:lnTo>
                  <a:pt x="55855" y="59214"/>
                </a:lnTo>
                <a:cubicBezTo>
                  <a:pt x="55978" y="59214"/>
                  <a:pt x="55978" y="59116"/>
                  <a:pt x="55978" y="59116"/>
                </a:cubicBezTo>
                <a:lnTo>
                  <a:pt x="55978" y="55047"/>
                </a:lnTo>
                <a:cubicBezTo>
                  <a:pt x="55978" y="55145"/>
                  <a:pt x="55978" y="55145"/>
                  <a:pt x="56076" y="55145"/>
                </a:cubicBezTo>
                <a:cubicBezTo>
                  <a:pt x="56076" y="55145"/>
                  <a:pt x="56174" y="55145"/>
                  <a:pt x="56174" y="55047"/>
                </a:cubicBezTo>
                <a:lnTo>
                  <a:pt x="56174" y="56052"/>
                </a:lnTo>
                <a:cubicBezTo>
                  <a:pt x="56174" y="56150"/>
                  <a:pt x="56272" y="56150"/>
                  <a:pt x="56272" y="56150"/>
                </a:cubicBezTo>
                <a:cubicBezTo>
                  <a:pt x="56370" y="56150"/>
                  <a:pt x="56370" y="56150"/>
                  <a:pt x="56370" y="56052"/>
                </a:cubicBezTo>
                <a:lnTo>
                  <a:pt x="56370" y="48601"/>
                </a:lnTo>
                <a:lnTo>
                  <a:pt x="56370" y="37376"/>
                </a:lnTo>
                <a:cubicBezTo>
                  <a:pt x="56591" y="44312"/>
                  <a:pt x="56689" y="51248"/>
                  <a:pt x="56787" y="58307"/>
                </a:cubicBezTo>
                <a:cubicBezTo>
                  <a:pt x="56787" y="58405"/>
                  <a:pt x="56885" y="58405"/>
                  <a:pt x="56885" y="58405"/>
                </a:cubicBezTo>
                <a:cubicBezTo>
                  <a:pt x="56983" y="58405"/>
                  <a:pt x="56983" y="58405"/>
                  <a:pt x="56983" y="58307"/>
                </a:cubicBezTo>
                <a:lnTo>
                  <a:pt x="56983" y="58822"/>
                </a:lnTo>
                <a:lnTo>
                  <a:pt x="57081" y="58920"/>
                </a:lnTo>
                <a:cubicBezTo>
                  <a:pt x="57203" y="58920"/>
                  <a:pt x="57203" y="58822"/>
                  <a:pt x="57203" y="58822"/>
                </a:cubicBezTo>
                <a:lnTo>
                  <a:pt x="57203" y="55856"/>
                </a:lnTo>
                <a:lnTo>
                  <a:pt x="57302" y="55856"/>
                </a:lnTo>
                <a:cubicBezTo>
                  <a:pt x="57302" y="55856"/>
                  <a:pt x="57400" y="55856"/>
                  <a:pt x="57400" y="55758"/>
                </a:cubicBezTo>
                <a:lnTo>
                  <a:pt x="57400" y="49729"/>
                </a:lnTo>
                <a:lnTo>
                  <a:pt x="57400" y="33896"/>
                </a:lnTo>
                <a:cubicBezTo>
                  <a:pt x="57498" y="40734"/>
                  <a:pt x="57596" y="47695"/>
                  <a:pt x="57694" y="54729"/>
                </a:cubicBezTo>
                <a:cubicBezTo>
                  <a:pt x="57816" y="54729"/>
                  <a:pt x="57816" y="54827"/>
                  <a:pt x="57914" y="54827"/>
                </a:cubicBezTo>
                <a:lnTo>
                  <a:pt x="58012" y="54729"/>
                </a:lnTo>
                <a:lnTo>
                  <a:pt x="58012" y="49410"/>
                </a:lnTo>
                <a:lnTo>
                  <a:pt x="58012" y="42989"/>
                </a:lnTo>
                <a:lnTo>
                  <a:pt x="58110" y="54533"/>
                </a:lnTo>
                <a:cubicBezTo>
                  <a:pt x="58110" y="54631"/>
                  <a:pt x="58110" y="54631"/>
                  <a:pt x="58208" y="54631"/>
                </a:cubicBezTo>
                <a:cubicBezTo>
                  <a:pt x="58208" y="54631"/>
                  <a:pt x="58306" y="54631"/>
                  <a:pt x="58306" y="54533"/>
                </a:cubicBezTo>
                <a:lnTo>
                  <a:pt x="58306" y="54631"/>
                </a:lnTo>
                <a:cubicBezTo>
                  <a:pt x="58306" y="54729"/>
                  <a:pt x="58306" y="54729"/>
                  <a:pt x="58429" y="54729"/>
                </a:cubicBezTo>
                <a:lnTo>
                  <a:pt x="58429" y="56665"/>
                </a:lnTo>
                <a:cubicBezTo>
                  <a:pt x="58429" y="56763"/>
                  <a:pt x="58527" y="56763"/>
                  <a:pt x="58527" y="56763"/>
                </a:cubicBezTo>
                <a:cubicBezTo>
                  <a:pt x="58625" y="56763"/>
                  <a:pt x="58625" y="56763"/>
                  <a:pt x="58625" y="56665"/>
                </a:cubicBezTo>
                <a:lnTo>
                  <a:pt x="58625" y="52376"/>
                </a:lnTo>
                <a:lnTo>
                  <a:pt x="58625" y="34509"/>
                </a:lnTo>
                <a:cubicBezTo>
                  <a:pt x="58723" y="39827"/>
                  <a:pt x="58821" y="45121"/>
                  <a:pt x="58821" y="50538"/>
                </a:cubicBezTo>
                <a:lnTo>
                  <a:pt x="58919" y="50636"/>
                </a:lnTo>
                <a:cubicBezTo>
                  <a:pt x="59042" y="50636"/>
                  <a:pt x="59042" y="50538"/>
                  <a:pt x="59042" y="50538"/>
                </a:cubicBezTo>
                <a:lnTo>
                  <a:pt x="59042" y="46959"/>
                </a:lnTo>
                <a:lnTo>
                  <a:pt x="59042" y="36445"/>
                </a:lnTo>
                <a:cubicBezTo>
                  <a:pt x="59140" y="42670"/>
                  <a:pt x="59238" y="48920"/>
                  <a:pt x="59238" y="55145"/>
                </a:cubicBezTo>
                <a:lnTo>
                  <a:pt x="59336" y="55243"/>
                </a:lnTo>
                <a:cubicBezTo>
                  <a:pt x="59434" y="55243"/>
                  <a:pt x="59434" y="55145"/>
                  <a:pt x="59434" y="55145"/>
                </a:cubicBezTo>
                <a:lnTo>
                  <a:pt x="59434" y="52376"/>
                </a:lnTo>
                <a:lnTo>
                  <a:pt x="59532" y="52376"/>
                </a:lnTo>
                <a:lnTo>
                  <a:pt x="59532" y="51984"/>
                </a:lnTo>
                <a:cubicBezTo>
                  <a:pt x="59532" y="51984"/>
                  <a:pt x="59532" y="52082"/>
                  <a:pt x="59654" y="52082"/>
                </a:cubicBezTo>
                <a:cubicBezTo>
                  <a:pt x="59654" y="52082"/>
                  <a:pt x="59752" y="51984"/>
                  <a:pt x="59752" y="51861"/>
                </a:cubicBezTo>
                <a:lnTo>
                  <a:pt x="59752" y="49533"/>
                </a:lnTo>
                <a:lnTo>
                  <a:pt x="59752" y="29092"/>
                </a:lnTo>
                <a:cubicBezTo>
                  <a:pt x="59850" y="35832"/>
                  <a:pt x="59948" y="42670"/>
                  <a:pt x="60046" y="49533"/>
                </a:cubicBezTo>
                <a:cubicBezTo>
                  <a:pt x="60046" y="49631"/>
                  <a:pt x="60046" y="49631"/>
                  <a:pt x="60145" y="49631"/>
                </a:cubicBezTo>
                <a:cubicBezTo>
                  <a:pt x="60145" y="49631"/>
                  <a:pt x="60267" y="49631"/>
                  <a:pt x="60267" y="49533"/>
                </a:cubicBezTo>
                <a:lnTo>
                  <a:pt x="60267" y="52989"/>
                </a:lnTo>
                <a:cubicBezTo>
                  <a:pt x="60267" y="52989"/>
                  <a:pt x="60267" y="53087"/>
                  <a:pt x="60365" y="53087"/>
                </a:cubicBezTo>
                <a:cubicBezTo>
                  <a:pt x="60463" y="53087"/>
                  <a:pt x="60463" y="52989"/>
                  <a:pt x="60463" y="52989"/>
                </a:cubicBezTo>
                <a:lnTo>
                  <a:pt x="60463" y="52694"/>
                </a:lnTo>
                <a:lnTo>
                  <a:pt x="60463" y="52596"/>
                </a:lnTo>
                <a:lnTo>
                  <a:pt x="60463" y="51567"/>
                </a:lnTo>
                <a:lnTo>
                  <a:pt x="60561" y="51567"/>
                </a:lnTo>
                <a:lnTo>
                  <a:pt x="60561" y="48405"/>
                </a:lnTo>
                <a:cubicBezTo>
                  <a:pt x="60561" y="48503"/>
                  <a:pt x="60659" y="48503"/>
                  <a:pt x="60659" y="48503"/>
                </a:cubicBezTo>
                <a:cubicBezTo>
                  <a:pt x="60757" y="48503"/>
                  <a:pt x="60757" y="48503"/>
                  <a:pt x="60757" y="48405"/>
                </a:cubicBezTo>
                <a:lnTo>
                  <a:pt x="60757" y="47891"/>
                </a:lnTo>
                <a:lnTo>
                  <a:pt x="60757" y="41151"/>
                </a:lnTo>
                <a:lnTo>
                  <a:pt x="60880" y="45244"/>
                </a:lnTo>
                <a:lnTo>
                  <a:pt x="60880" y="50146"/>
                </a:lnTo>
                <a:lnTo>
                  <a:pt x="60880" y="50342"/>
                </a:lnTo>
                <a:lnTo>
                  <a:pt x="60880" y="51861"/>
                </a:lnTo>
                <a:lnTo>
                  <a:pt x="60880" y="52082"/>
                </a:lnTo>
                <a:cubicBezTo>
                  <a:pt x="60880" y="52180"/>
                  <a:pt x="60978" y="52180"/>
                  <a:pt x="60978" y="52180"/>
                </a:cubicBezTo>
                <a:cubicBezTo>
                  <a:pt x="61076" y="52180"/>
                  <a:pt x="61076" y="52180"/>
                  <a:pt x="61076" y="52082"/>
                </a:cubicBezTo>
                <a:lnTo>
                  <a:pt x="61076" y="43896"/>
                </a:lnTo>
                <a:lnTo>
                  <a:pt x="61174" y="52792"/>
                </a:lnTo>
                <a:cubicBezTo>
                  <a:pt x="61174" y="52890"/>
                  <a:pt x="61174" y="52890"/>
                  <a:pt x="61272" y="52890"/>
                </a:cubicBezTo>
                <a:cubicBezTo>
                  <a:pt x="61272" y="52890"/>
                  <a:pt x="61370" y="52890"/>
                  <a:pt x="61370" y="52792"/>
                </a:cubicBezTo>
                <a:lnTo>
                  <a:pt x="61370" y="52278"/>
                </a:lnTo>
                <a:lnTo>
                  <a:pt x="61370" y="40734"/>
                </a:lnTo>
                <a:cubicBezTo>
                  <a:pt x="61370" y="43602"/>
                  <a:pt x="61370" y="46567"/>
                  <a:pt x="61493" y="49410"/>
                </a:cubicBezTo>
                <a:cubicBezTo>
                  <a:pt x="61493" y="49533"/>
                  <a:pt x="61493" y="49533"/>
                  <a:pt x="61591" y="49533"/>
                </a:cubicBezTo>
                <a:cubicBezTo>
                  <a:pt x="61591" y="49533"/>
                  <a:pt x="61689" y="49533"/>
                  <a:pt x="61689" y="49410"/>
                </a:cubicBezTo>
                <a:lnTo>
                  <a:pt x="61689" y="49214"/>
                </a:lnTo>
                <a:cubicBezTo>
                  <a:pt x="61689" y="49312"/>
                  <a:pt x="61787" y="49312"/>
                  <a:pt x="61787" y="49312"/>
                </a:cubicBezTo>
                <a:cubicBezTo>
                  <a:pt x="61885" y="49312"/>
                  <a:pt x="61885" y="49312"/>
                  <a:pt x="61885" y="49214"/>
                </a:cubicBezTo>
                <a:lnTo>
                  <a:pt x="61885" y="47695"/>
                </a:lnTo>
                <a:lnTo>
                  <a:pt x="61885" y="31029"/>
                </a:lnTo>
                <a:cubicBezTo>
                  <a:pt x="61983" y="37989"/>
                  <a:pt x="62105" y="44925"/>
                  <a:pt x="62203" y="51861"/>
                </a:cubicBezTo>
                <a:cubicBezTo>
                  <a:pt x="62203" y="51984"/>
                  <a:pt x="62301" y="51984"/>
                  <a:pt x="62301" y="51984"/>
                </a:cubicBezTo>
                <a:cubicBezTo>
                  <a:pt x="62399" y="51984"/>
                  <a:pt x="62399" y="51984"/>
                  <a:pt x="62399" y="51861"/>
                </a:cubicBezTo>
                <a:lnTo>
                  <a:pt x="62399" y="49410"/>
                </a:lnTo>
                <a:lnTo>
                  <a:pt x="62399" y="47082"/>
                </a:lnTo>
                <a:lnTo>
                  <a:pt x="62497" y="47180"/>
                </a:lnTo>
                <a:lnTo>
                  <a:pt x="62497" y="50758"/>
                </a:lnTo>
                <a:cubicBezTo>
                  <a:pt x="62497" y="50758"/>
                  <a:pt x="62497" y="50856"/>
                  <a:pt x="62595" y="50856"/>
                </a:cubicBezTo>
                <a:lnTo>
                  <a:pt x="62718" y="50758"/>
                </a:lnTo>
                <a:lnTo>
                  <a:pt x="62718" y="47891"/>
                </a:lnTo>
                <a:lnTo>
                  <a:pt x="62718" y="31151"/>
                </a:lnTo>
                <a:cubicBezTo>
                  <a:pt x="62718" y="37474"/>
                  <a:pt x="62816" y="43700"/>
                  <a:pt x="62914" y="50023"/>
                </a:cubicBezTo>
                <a:cubicBezTo>
                  <a:pt x="62914" y="50023"/>
                  <a:pt x="62914" y="50146"/>
                  <a:pt x="63012" y="50146"/>
                </a:cubicBezTo>
                <a:lnTo>
                  <a:pt x="63110" y="50023"/>
                </a:lnTo>
                <a:lnTo>
                  <a:pt x="63110" y="46469"/>
                </a:lnTo>
                <a:lnTo>
                  <a:pt x="63110" y="33283"/>
                </a:lnTo>
                <a:cubicBezTo>
                  <a:pt x="63110" y="38798"/>
                  <a:pt x="63208" y="44214"/>
                  <a:pt x="63331" y="49533"/>
                </a:cubicBezTo>
                <a:cubicBezTo>
                  <a:pt x="63331" y="49631"/>
                  <a:pt x="63429" y="49631"/>
                  <a:pt x="63429" y="49631"/>
                </a:cubicBezTo>
                <a:cubicBezTo>
                  <a:pt x="63527" y="49631"/>
                  <a:pt x="63527" y="49631"/>
                  <a:pt x="63527" y="49533"/>
                </a:cubicBezTo>
                <a:lnTo>
                  <a:pt x="63527" y="45342"/>
                </a:lnTo>
                <a:lnTo>
                  <a:pt x="63527" y="45023"/>
                </a:lnTo>
                <a:cubicBezTo>
                  <a:pt x="63625" y="45023"/>
                  <a:pt x="63625" y="45023"/>
                  <a:pt x="63625" y="44925"/>
                </a:cubicBezTo>
                <a:lnTo>
                  <a:pt x="63625" y="47376"/>
                </a:lnTo>
                <a:cubicBezTo>
                  <a:pt x="63625" y="47474"/>
                  <a:pt x="63723" y="47474"/>
                  <a:pt x="63723" y="47474"/>
                </a:cubicBezTo>
                <a:cubicBezTo>
                  <a:pt x="63821" y="47474"/>
                  <a:pt x="63821" y="47474"/>
                  <a:pt x="63821" y="47376"/>
                </a:cubicBezTo>
                <a:lnTo>
                  <a:pt x="63821" y="42572"/>
                </a:lnTo>
                <a:lnTo>
                  <a:pt x="63821" y="37058"/>
                </a:lnTo>
                <a:cubicBezTo>
                  <a:pt x="63943" y="41053"/>
                  <a:pt x="63943" y="44925"/>
                  <a:pt x="64041" y="48699"/>
                </a:cubicBezTo>
                <a:cubicBezTo>
                  <a:pt x="64041" y="48798"/>
                  <a:pt x="64041" y="48798"/>
                  <a:pt x="64139" y="48798"/>
                </a:cubicBezTo>
                <a:cubicBezTo>
                  <a:pt x="64139" y="48798"/>
                  <a:pt x="64237" y="48798"/>
                  <a:pt x="64237" y="48699"/>
                </a:cubicBezTo>
                <a:lnTo>
                  <a:pt x="64237" y="43504"/>
                </a:lnTo>
                <a:lnTo>
                  <a:pt x="64237" y="27867"/>
                </a:lnTo>
                <a:cubicBezTo>
                  <a:pt x="64336" y="35024"/>
                  <a:pt x="64434" y="42058"/>
                  <a:pt x="64556" y="49116"/>
                </a:cubicBezTo>
                <a:cubicBezTo>
                  <a:pt x="64556" y="49214"/>
                  <a:pt x="64654" y="49214"/>
                  <a:pt x="64654" y="49214"/>
                </a:cubicBezTo>
                <a:cubicBezTo>
                  <a:pt x="64752" y="49214"/>
                  <a:pt x="64752" y="49214"/>
                  <a:pt x="64752" y="49116"/>
                </a:cubicBezTo>
                <a:lnTo>
                  <a:pt x="64752" y="45538"/>
                </a:lnTo>
                <a:lnTo>
                  <a:pt x="64850" y="45538"/>
                </a:lnTo>
                <a:cubicBezTo>
                  <a:pt x="64850" y="45538"/>
                  <a:pt x="64948" y="45538"/>
                  <a:pt x="64948" y="45440"/>
                </a:cubicBezTo>
                <a:lnTo>
                  <a:pt x="64948" y="44214"/>
                </a:lnTo>
                <a:cubicBezTo>
                  <a:pt x="64948" y="44312"/>
                  <a:pt x="64948" y="44312"/>
                  <a:pt x="65046" y="44312"/>
                </a:cubicBezTo>
                <a:cubicBezTo>
                  <a:pt x="65046" y="44312"/>
                  <a:pt x="65169" y="44312"/>
                  <a:pt x="65169" y="44214"/>
                </a:cubicBezTo>
                <a:lnTo>
                  <a:pt x="65169" y="37573"/>
                </a:lnTo>
                <a:lnTo>
                  <a:pt x="65169" y="24803"/>
                </a:lnTo>
                <a:cubicBezTo>
                  <a:pt x="65267" y="31960"/>
                  <a:pt x="65365" y="39117"/>
                  <a:pt x="65561" y="46151"/>
                </a:cubicBezTo>
                <a:cubicBezTo>
                  <a:pt x="65561" y="46151"/>
                  <a:pt x="65561" y="46249"/>
                  <a:pt x="65659" y="46249"/>
                </a:cubicBezTo>
                <a:lnTo>
                  <a:pt x="65782" y="46151"/>
                </a:lnTo>
                <a:lnTo>
                  <a:pt x="65782" y="48920"/>
                </a:lnTo>
                <a:lnTo>
                  <a:pt x="65880" y="49018"/>
                </a:lnTo>
                <a:cubicBezTo>
                  <a:pt x="65978" y="49018"/>
                  <a:pt x="65978" y="48920"/>
                  <a:pt x="65978" y="48920"/>
                </a:cubicBezTo>
                <a:lnTo>
                  <a:pt x="65978" y="47793"/>
                </a:lnTo>
                <a:lnTo>
                  <a:pt x="66076" y="47891"/>
                </a:lnTo>
                <a:cubicBezTo>
                  <a:pt x="66174" y="47891"/>
                  <a:pt x="66174" y="47793"/>
                  <a:pt x="66174" y="47793"/>
                </a:cubicBezTo>
                <a:lnTo>
                  <a:pt x="66174" y="46959"/>
                </a:lnTo>
                <a:cubicBezTo>
                  <a:pt x="66272" y="46959"/>
                  <a:pt x="66272" y="46861"/>
                  <a:pt x="66272" y="46861"/>
                </a:cubicBezTo>
                <a:lnTo>
                  <a:pt x="66272" y="38700"/>
                </a:lnTo>
                <a:lnTo>
                  <a:pt x="66272" y="37989"/>
                </a:lnTo>
                <a:cubicBezTo>
                  <a:pt x="66272" y="40440"/>
                  <a:pt x="66272" y="42989"/>
                  <a:pt x="66394" y="45538"/>
                </a:cubicBezTo>
                <a:cubicBezTo>
                  <a:pt x="66394" y="45636"/>
                  <a:pt x="66394" y="45636"/>
                  <a:pt x="66492" y="45636"/>
                </a:cubicBezTo>
                <a:cubicBezTo>
                  <a:pt x="66492" y="45636"/>
                  <a:pt x="66590" y="45636"/>
                  <a:pt x="66590" y="45538"/>
                </a:cubicBezTo>
                <a:lnTo>
                  <a:pt x="66590" y="37058"/>
                </a:lnTo>
                <a:lnTo>
                  <a:pt x="66590" y="28186"/>
                </a:lnTo>
                <a:cubicBezTo>
                  <a:pt x="66688" y="34828"/>
                  <a:pt x="66786" y="41347"/>
                  <a:pt x="66884" y="47793"/>
                </a:cubicBezTo>
                <a:cubicBezTo>
                  <a:pt x="66884" y="47891"/>
                  <a:pt x="66884" y="47891"/>
                  <a:pt x="67007" y="47891"/>
                </a:cubicBezTo>
                <a:cubicBezTo>
                  <a:pt x="67007" y="47891"/>
                  <a:pt x="67105" y="47891"/>
                  <a:pt x="67105" y="47793"/>
                </a:cubicBezTo>
                <a:lnTo>
                  <a:pt x="67105" y="38602"/>
                </a:lnTo>
                <a:lnTo>
                  <a:pt x="67105" y="34705"/>
                </a:lnTo>
                <a:cubicBezTo>
                  <a:pt x="67105" y="39313"/>
                  <a:pt x="67203" y="43896"/>
                  <a:pt x="67203" y="48405"/>
                </a:cubicBezTo>
                <a:cubicBezTo>
                  <a:pt x="67203" y="48503"/>
                  <a:pt x="67301" y="48503"/>
                  <a:pt x="67301" y="48503"/>
                </a:cubicBezTo>
                <a:cubicBezTo>
                  <a:pt x="67399" y="48503"/>
                  <a:pt x="67399" y="48503"/>
                  <a:pt x="67399" y="48405"/>
                </a:cubicBezTo>
                <a:lnTo>
                  <a:pt x="67399" y="46665"/>
                </a:lnTo>
                <a:lnTo>
                  <a:pt x="67399" y="36960"/>
                </a:lnTo>
                <a:lnTo>
                  <a:pt x="67399" y="35024"/>
                </a:lnTo>
                <a:cubicBezTo>
                  <a:pt x="67497" y="38504"/>
                  <a:pt x="67497" y="42058"/>
                  <a:pt x="67497" y="45636"/>
                </a:cubicBezTo>
                <a:cubicBezTo>
                  <a:pt x="67497" y="45734"/>
                  <a:pt x="67620" y="45734"/>
                  <a:pt x="67620" y="45734"/>
                </a:cubicBezTo>
                <a:cubicBezTo>
                  <a:pt x="67718" y="45734"/>
                  <a:pt x="67718" y="45734"/>
                  <a:pt x="67718" y="45636"/>
                </a:cubicBezTo>
                <a:lnTo>
                  <a:pt x="67718" y="38700"/>
                </a:lnTo>
                <a:lnTo>
                  <a:pt x="67816" y="43087"/>
                </a:lnTo>
                <a:cubicBezTo>
                  <a:pt x="67816" y="43087"/>
                  <a:pt x="67816" y="43185"/>
                  <a:pt x="67914" y="43185"/>
                </a:cubicBezTo>
                <a:lnTo>
                  <a:pt x="68012" y="43087"/>
                </a:lnTo>
                <a:lnTo>
                  <a:pt x="68012" y="42793"/>
                </a:lnTo>
                <a:lnTo>
                  <a:pt x="68110" y="46151"/>
                </a:lnTo>
                <a:cubicBezTo>
                  <a:pt x="68110" y="46151"/>
                  <a:pt x="68110" y="46249"/>
                  <a:pt x="68232" y="46249"/>
                </a:cubicBezTo>
                <a:lnTo>
                  <a:pt x="68330" y="46151"/>
                </a:lnTo>
                <a:lnTo>
                  <a:pt x="68330" y="35440"/>
                </a:lnTo>
                <a:lnTo>
                  <a:pt x="68330" y="27573"/>
                </a:lnTo>
                <a:cubicBezTo>
                  <a:pt x="68428" y="33602"/>
                  <a:pt x="68527" y="39607"/>
                  <a:pt x="68625" y="45538"/>
                </a:cubicBezTo>
                <a:cubicBezTo>
                  <a:pt x="68625" y="45636"/>
                  <a:pt x="68723" y="45636"/>
                  <a:pt x="68723" y="45636"/>
                </a:cubicBezTo>
                <a:cubicBezTo>
                  <a:pt x="68845" y="45636"/>
                  <a:pt x="68845" y="45636"/>
                  <a:pt x="68845" y="45538"/>
                </a:cubicBezTo>
                <a:lnTo>
                  <a:pt x="68845" y="34092"/>
                </a:lnTo>
                <a:lnTo>
                  <a:pt x="68845" y="30416"/>
                </a:lnTo>
                <a:cubicBezTo>
                  <a:pt x="68943" y="34509"/>
                  <a:pt x="68943" y="38602"/>
                  <a:pt x="69041" y="42670"/>
                </a:cubicBezTo>
                <a:cubicBezTo>
                  <a:pt x="69041" y="42670"/>
                  <a:pt x="69041" y="42793"/>
                  <a:pt x="69139" y="42793"/>
                </a:cubicBezTo>
                <a:lnTo>
                  <a:pt x="69139" y="46861"/>
                </a:lnTo>
                <a:cubicBezTo>
                  <a:pt x="69139" y="46959"/>
                  <a:pt x="69237" y="46959"/>
                  <a:pt x="69237" y="46959"/>
                </a:cubicBezTo>
                <a:cubicBezTo>
                  <a:pt x="69335" y="46959"/>
                  <a:pt x="69335" y="46959"/>
                  <a:pt x="69335" y="46861"/>
                </a:cubicBezTo>
                <a:lnTo>
                  <a:pt x="69335" y="34828"/>
                </a:lnTo>
                <a:lnTo>
                  <a:pt x="69335" y="34092"/>
                </a:lnTo>
                <a:cubicBezTo>
                  <a:pt x="69458" y="37156"/>
                  <a:pt x="69458" y="40219"/>
                  <a:pt x="69458" y="43185"/>
                </a:cubicBezTo>
                <a:cubicBezTo>
                  <a:pt x="69458" y="43283"/>
                  <a:pt x="69556" y="43283"/>
                  <a:pt x="69556" y="43283"/>
                </a:cubicBezTo>
                <a:cubicBezTo>
                  <a:pt x="69654" y="43283"/>
                  <a:pt x="69654" y="43283"/>
                  <a:pt x="69654" y="43185"/>
                </a:cubicBezTo>
                <a:lnTo>
                  <a:pt x="69654" y="30833"/>
                </a:lnTo>
                <a:lnTo>
                  <a:pt x="69654" y="28088"/>
                </a:lnTo>
                <a:cubicBezTo>
                  <a:pt x="69752" y="33087"/>
                  <a:pt x="69850" y="38185"/>
                  <a:pt x="69948" y="43185"/>
                </a:cubicBezTo>
                <a:cubicBezTo>
                  <a:pt x="69948" y="43283"/>
                  <a:pt x="69948" y="43283"/>
                  <a:pt x="70071" y="43283"/>
                </a:cubicBezTo>
                <a:cubicBezTo>
                  <a:pt x="70071" y="43283"/>
                  <a:pt x="70169" y="43283"/>
                  <a:pt x="70169" y="43185"/>
                </a:cubicBezTo>
                <a:lnTo>
                  <a:pt x="70169" y="42670"/>
                </a:lnTo>
                <a:cubicBezTo>
                  <a:pt x="70267" y="42670"/>
                  <a:pt x="70267" y="42670"/>
                  <a:pt x="70267" y="42572"/>
                </a:cubicBezTo>
                <a:lnTo>
                  <a:pt x="70267" y="32254"/>
                </a:lnTo>
                <a:cubicBezTo>
                  <a:pt x="70365" y="37156"/>
                  <a:pt x="70463" y="42058"/>
                  <a:pt x="70463" y="46959"/>
                </a:cubicBezTo>
                <a:lnTo>
                  <a:pt x="70561" y="47082"/>
                </a:lnTo>
                <a:cubicBezTo>
                  <a:pt x="70683" y="47082"/>
                  <a:pt x="70683" y="46959"/>
                  <a:pt x="70683" y="46959"/>
                </a:cubicBezTo>
                <a:cubicBezTo>
                  <a:pt x="70781" y="46959"/>
                  <a:pt x="70781" y="46861"/>
                  <a:pt x="70781" y="46861"/>
                </a:cubicBezTo>
                <a:lnTo>
                  <a:pt x="70781" y="33283"/>
                </a:lnTo>
                <a:lnTo>
                  <a:pt x="70781" y="30637"/>
                </a:lnTo>
                <a:cubicBezTo>
                  <a:pt x="70879" y="35636"/>
                  <a:pt x="70977" y="40734"/>
                  <a:pt x="71075" y="45734"/>
                </a:cubicBezTo>
                <a:cubicBezTo>
                  <a:pt x="71075" y="45856"/>
                  <a:pt x="71173" y="45856"/>
                  <a:pt x="71173" y="45856"/>
                </a:cubicBezTo>
                <a:cubicBezTo>
                  <a:pt x="71296" y="45856"/>
                  <a:pt x="71296" y="45856"/>
                  <a:pt x="71296" y="45734"/>
                </a:cubicBezTo>
                <a:lnTo>
                  <a:pt x="71296" y="44827"/>
                </a:lnTo>
                <a:lnTo>
                  <a:pt x="71394" y="44827"/>
                </a:lnTo>
                <a:cubicBezTo>
                  <a:pt x="71394" y="44827"/>
                  <a:pt x="71492" y="44827"/>
                  <a:pt x="71492" y="44729"/>
                </a:cubicBezTo>
                <a:lnTo>
                  <a:pt x="71492" y="44410"/>
                </a:lnTo>
                <a:lnTo>
                  <a:pt x="71492" y="37156"/>
                </a:lnTo>
                <a:cubicBezTo>
                  <a:pt x="71492" y="40538"/>
                  <a:pt x="71590" y="43798"/>
                  <a:pt x="71590" y="47180"/>
                </a:cubicBezTo>
                <a:cubicBezTo>
                  <a:pt x="71590" y="47180"/>
                  <a:pt x="71590" y="47278"/>
                  <a:pt x="71688" y="47278"/>
                </a:cubicBezTo>
                <a:cubicBezTo>
                  <a:pt x="71786" y="47278"/>
                  <a:pt x="71786" y="47180"/>
                  <a:pt x="71786" y="47180"/>
                </a:cubicBezTo>
                <a:lnTo>
                  <a:pt x="71786" y="45636"/>
                </a:lnTo>
                <a:cubicBezTo>
                  <a:pt x="71786" y="45636"/>
                  <a:pt x="71909" y="45636"/>
                  <a:pt x="71909" y="45538"/>
                </a:cubicBezTo>
                <a:lnTo>
                  <a:pt x="71909" y="46861"/>
                </a:lnTo>
                <a:cubicBezTo>
                  <a:pt x="71909" y="46861"/>
                  <a:pt x="71909" y="46959"/>
                  <a:pt x="72007" y="46959"/>
                </a:cubicBezTo>
                <a:lnTo>
                  <a:pt x="72105" y="46861"/>
                </a:lnTo>
                <a:lnTo>
                  <a:pt x="72105" y="44729"/>
                </a:lnTo>
                <a:lnTo>
                  <a:pt x="72203" y="44729"/>
                </a:lnTo>
                <a:cubicBezTo>
                  <a:pt x="72203" y="44729"/>
                  <a:pt x="72301" y="44729"/>
                  <a:pt x="72301" y="44631"/>
                </a:cubicBezTo>
                <a:lnTo>
                  <a:pt x="72301" y="33602"/>
                </a:lnTo>
                <a:cubicBezTo>
                  <a:pt x="72301" y="36862"/>
                  <a:pt x="72301" y="40121"/>
                  <a:pt x="72399" y="43504"/>
                </a:cubicBezTo>
                <a:cubicBezTo>
                  <a:pt x="72399" y="43504"/>
                  <a:pt x="72399" y="43602"/>
                  <a:pt x="72521" y="43602"/>
                </a:cubicBezTo>
                <a:cubicBezTo>
                  <a:pt x="72619" y="43602"/>
                  <a:pt x="72619" y="43504"/>
                  <a:pt x="72619" y="43504"/>
                </a:cubicBezTo>
                <a:lnTo>
                  <a:pt x="72619" y="28578"/>
                </a:lnTo>
                <a:lnTo>
                  <a:pt x="72619" y="26446"/>
                </a:lnTo>
                <a:cubicBezTo>
                  <a:pt x="72718" y="32254"/>
                  <a:pt x="72816" y="37989"/>
                  <a:pt x="73012" y="43602"/>
                </a:cubicBezTo>
                <a:cubicBezTo>
                  <a:pt x="73012" y="43700"/>
                  <a:pt x="73012" y="43700"/>
                  <a:pt x="73134" y="43700"/>
                </a:cubicBezTo>
                <a:cubicBezTo>
                  <a:pt x="73134" y="43700"/>
                  <a:pt x="73232" y="43700"/>
                  <a:pt x="73232" y="43602"/>
                </a:cubicBezTo>
                <a:lnTo>
                  <a:pt x="73232" y="28480"/>
                </a:lnTo>
                <a:lnTo>
                  <a:pt x="73232" y="26544"/>
                </a:lnTo>
                <a:cubicBezTo>
                  <a:pt x="73330" y="32867"/>
                  <a:pt x="73428" y="39215"/>
                  <a:pt x="73526" y="45538"/>
                </a:cubicBezTo>
                <a:cubicBezTo>
                  <a:pt x="73526" y="45538"/>
                  <a:pt x="73526" y="45636"/>
                  <a:pt x="73624" y="45636"/>
                </a:cubicBezTo>
                <a:lnTo>
                  <a:pt x="73747" y="45538"/>
                </a:lnTo>
                <a:lnTo>
                  <a:pt x="73747" y="46347"/>
                </a:lnTo>
                <a:cubicBezTo>
                  <a:pt x="73747" y="46469"/>
                  <a:pt x="73747" y="46469"/>
                  <a:pt x="73845" y="46469"/>
                </a:cubicBezTo>
                <a:cubicBezTo>
                  <a:pt x="73845" y="46469"/>
                  <a:pt x="73943" y="46469"/>
                  <a:pt x="73943" y="46347"/>
                </a:cubicBezTo>
                <a:lnTo>
                  <a:pt x="73943" y="43602"/>
                </a:lnTo>
                <a:cubicBezTo>
                  <a:pt x="73943" y="43700"/>
                  <a:pt x="74041" y="43700"/>
                  <a:pt x="74041" y="43700"/>
                </a:cubicBezTo>
                <a:cubicBezTo>
                  <a:pt x="74139" y="43700"/>
                  <a:pt x="74139" y="43700"/>
                  <a:pt x="74139" y="43602"/>
                </a:cubicBezTo>
                <a:lnTo>
                  <a:pt x="74139" y="41567"/>
                </a:lnTo>
                <a:lnTo>
                  <a:pt x="74237" y="44116"/>
                </a:lnTo>
                <a:cubicBezTo>
                  <a:pt x="74237" y="44214"/>
                  <a:pt x="74237" y="44214"/>
                  <a:pt x="74360" y="44214"/>
                </a:cubicBezTo>
                <a:cubicBezTo>
                  <a:pt x="74360" y="44214"/>
                  <a:pt x="74458" y="44214"/>
                  <a:pt x="74458" y="44116"/>
                </a:cubicBezTo>
                <a:lnTo>
                  <a:pt x="74458" y="34607"/>
                </a:lnTo>
                <a:cubicBezTo>
                  <a:pt x="74458" y="37573"/>
                  <a:pt x="74458" y="40538"/>
                  <a:pt x="74556" y="43406"/>
                </a:cubicBezTo>
                <a:cubicBezTo>
                  <a:pt x="74556" y="43504"/>
                  <a:pt x="74556" y="43504"/>
                  <a:pt x="74654" y="43504"/>
                </a:cubicBezTo>
                <a:lnTo>
                  <a:pt x="74654" y="44018"/>
                </a:lnTo>
                <a:cubicBezTo>
                  <a:pt x="74654" y="44116"/>
                  <a:pt x="74654" y="44116"/>
                  <a:pt x="74752" y="44116"/>
                </a:cubicBezTo>
                <a:cubicBezTo>
                  <a:pt x="74752" y="44116"/>
                  <a:pt x="74850" y="44116"/>
                  <a:pt x="74850" y="44018"/>
                </a:cubicBezTo>
                <a:lnTo>
                  <a:pt x="74850" y="28896"/>
                </a:lnTo>
                <a:cubicBezTo>
                  <a:pt x="74972" y="34411"/>
                  <a:pt x="75070" y="39925"/>
                  <a:pt x="75168" y="45342"/>
                </a:cubicBezTo>
                <a:lnTo>
                  <a:pt x="75168" y="46151"/>
                </a:lnTo>
                <a:lnTo>
                  <a:pt x="75266" y="46249"/>
                </a:lnTo>
                <a:cubicBezTo>
                  <a:pt x="75364" y="46249"/>
                  <a:pt x="75364" y="46151"/>
                  <a:pt x="75364" y="46151"/>
                </a:cubicBezTo>
                <a:lnTo>
                  <a:pt x="75364" y="35636"/>
                </a:lnTo>
                <a:cubicBezTo>
                  <a:pt x="75462" y="38798"/>
                  <a:pt x="75462" y="41862"/>
                  <a:pt x="75585" y="45023"/>
                </a:cubicBezTo>
                <a:cubicBezTo>
                  <a:pt x="75585" y="45023"/>
                  <a:pt x="75585" y="45121"/>
                  <a:pt x="75683" y="45121"/>
                </a:cubicBezTo>
                <a:cubicBezTo>
                  <a:pt x="75683" y="45121"/>
                  <a:pt x="75781" y="45023"/>
                  <a:pt x="75781" y="44925"/>
                </a:cubicBezTo>
                <a:lnTo>
                  <a:pt x="75781" y="43602"/>
                </a:lnTo>
                <a:cubicBezTo>
                  <a:pt x="75781" y="43700"/>
                  <a:pt x="75781" y="43700"/>
                  <a:pt x="75879" y="43700"/>
                </a:cubicBezTo>
                <a:lnTo>
                  <a:pt x="75977" y="44729"/>
                </a:lnTo>
                <a:cubicBezTo>
                  <a:pt x="75977" y="44827"/>
                  <a:pt x="75977" y="44827"/>
                  <a:pt x="76075" y="44827"/>
                </a:cubicBezTo>
                <a:cubicBezTo>
                  <a:pt x="76075" y="44827"/>
                  <a:pt x="76198" y="44827"/>
                  <a:pt x="76198" y="44729"/>
                </a:cubicBezTo>
                <a:lnTo>
                  <a:pt x="76198" y="44827"/>
                </a:lnTo>
                <a:lnTo>
                  <a:pt x="76198" y="44925"/>
                </a:lnTo>
                <a:cubicBezTo>
                  <a:pt x="76198" y="45023"/>
                  <a:pt x="76296" y="45023"/>
                  <a:pt x="76296" y="45023"/>
                </a:cubicBezTo>
                <a:cubicBezTo>
                  <a:pt x="76394" y="45023"/>
                  <a:pt x="76394" y="45023"/>
                  <a:pt x="76394" y="44925"/>
                </a:cubicBezTo>
                <a:lnTo>
                  <a:pt x="76394" y="28578"/>
                </a:lnTo>
                <a:lnTo>
                  <a:pt x="76394" y="27475"/>
                </a:lnTo>
                <a:cubicBezTo>
                  <a:pt x="76492" y="32573"/>
                  <a:pt x="76590" y="37573"/>
                  <a:pt x="76688" y="42572"/>
                </a:cubicBezTo>
                <a:cubicBezTo>
                  <a:pt x="76688" y="42670"/>
                  <a:pt x="76810" y="42670"/>
                  <a:pt x="76810" y="42670"/>
                </a:cubicBezTo>
                <a:lnTo>
                  <a:pt x="76909" y="42670"/>
                </a:lnTo>
                <a:lnTo>
                  <a:pt x="76909" y="46567"/>
                </a:lnTo>
                <a:lnTo>
                  <a:pt x="77007" y="46665"/>
                </a:lnTo>
                <a:cubicBezTo>
                  <a:pt x="77105" y="46665"/>
                  <a:pt x="77105" y="46567"/>
                  <a:pt x="77105" y="46567"/>
                </a:cubicBezTo>
                <a:lnTo>
                  <a:pt x="77105" y="39117"/>
                </a:lnTo>
                <a:cubicBezTo>
                  <a:pt x="77105" y="41053"/>
                  <a:pt x="77203" y="42891"/>
                  <a:pt x="77203" y="44729"/>
                </a:cubicBezTo>
                <a:cubicBezTo>
                  <a:pt x="77203" y="44729"/>
                  <a:pt x="77203" y="44827"/>
                  <a:pt x="77301" y="44827"/>
                </a:cubicBezTo>
                <a:lnTo>
                  <a:pt x="77423" y="44729"/>
                </a:lnTo>
                <a:lnTo>
                  <a:pt x="77423" y="45440"/>
                </a:lnTo>
                <a:cubicBezTo>
                  <a:pt x="77423" y="45440"/>
                  <a:pt x="77423" y="45538"/>
                  <a:pt x="77521" y="45538"/>
                </a:cubicBezTo>
                <a:cubicBezTo>
                  <a:pt x="77619" y="45538"/>
                  <a:pt x="77619" y="45440"/>
                  <a:pt x="77619" y="45440"/>
                </a:cubicBezTo>
                <a:lnTo>
                  <a:pt x="77619" y="29509"/>
                </a:lnTo>
                <a:cubicBezTo>
                  <a:pt x="77717" y="33994"/>
                  <a:pt x="77815" y="38504"/>
                  <a:pt x="77913" y="42891"/>
                </a:cubicBezTo>
                <a:cubicBezTo>
                  <a:pt x="77913" y="42989"/>
                  <a:pt x="77913" y="42989"/>
                  <a:pt x="78036" y="42989"/>
                </a:cubicBezTo>
                <a:cubicBezTo>
                  <a:pt x="78036" y="42989"/>
                  <a:pt x="78134" y="42989"/>
                  <a:pt x="78134" y="42891"/>
                </a:cubicBezTo>
                <a:lnTo>
                  <a:pt x="78134" y="28088"/>
                </a:lnTo>
                <a:cubicBezTo>
                  <a:pt x="78232" y="33602"/>
                  <a:pt x="78330" y="39117"/>
                  <a:pt x="78428" y="44508"/>
                </a:cubicBezTo>
                <a:lnTo>
                  <a:pt x="78526" y="44631"/>
                </a:lnTo>
                <a:lnTo>
                  <a:pt x="78649" y="44631"/>
                </a:lnTo>
                <a:lnTo>
                  <a:pt x="78649" y="46861"/>
                </a:lnTo>
                <a:cubicBezTo>
                  <a:pt x="78649" y="46861"/>
                  <a:pt x="78649" y="46959"/>
                  <a:pt x="78747" y="46959"/>
                </a:cubicBezTo>
                <a:lnTo>
                  <a:pt x="78845" y="46861"/>
                </a:lnTo>
                <a:lnTo>
                  <a:pt x="78845" y="30122"/>
                </a:lnTo>
                <a:cubicBezTo>
                  <a:pt x="78943" y="34926"/>
                  <a:pt x="79041" y="39607"/>
                  <a:pt x="79139" y="44410"/>
                </a:cubicBezTo>
                <a:lnTo>
                  <a:pt x="79261" y="44508"/>
                </a:lnTo>
                <a:cubicBezTo>
                  <a:pt x="79359" y="44508"/>
                  <a:pt x="79359" y="44410"/>
                  <a:pt x="79359" y="44410"/>
                </a:cubicBezTo>
                <a:lnTo>
                  <a:pt x="79359" y="39827"/>
                </a:lnTo>
                <a:cubicBezTo>
                  <a:pt x="79359" y="41151"/>
                  <a:pt x="79457" y="42474"/>
                  <a:pt x="79457" y="43896"/>
                </a:cubicBezTo>
                <a:cubicBezTo>
                  <a:pt x="79457" y="43896"/>
                  <a:pt x="79457" y="44018"/>
                  <a:pt x="79555" y="44018"/>
                </a:cubicBezTo>
                <a:lnTo>
                  <a:pt x="79653" y="43896"/>
                </a:lnTo>
                <a:lnTo>
                  <a:pt x="79653" y="30318"/>
                </a:lnTo>
                <a:cubicBezTo>
                  <a:pt x="79752" y="35220"/>
                  <a:pt x="79874" y="40121"/>
                  <a:pt x="79972" y="44925"/>
                </a:cubicBezTo>
                <a:lnTo>
                  <a:pt x="80070" y="45023"/>
                </a:lnTo>
                <a:lnTo>
                  <a:pt x="80070" y="46959"/>
                </a:lnTo>
                <a:lnTo>
                  <a:pt x="80168" y="47082"/>
                </a:lnTo>
                <a:cubicBezTo>
                  <a:pt x="80266" y="47082"/>
                  <a:pt x="80266" y="46959"/>
                  <a:pt x="80266" y="46959"/>
                </a:cubicBezTo>
                <a:lnTo>
                  <a:pt x="80266" y="32377"/>
                </a:lnTo>
                <a:cubicBezTo>
                  <a:pt x="80364" y="36053"/>
                  <a:pt x="80487" y="39729"/>
                  <a:pt x="80585" y="43406"/>
                </a:cubicBezTo>
                <a:cubicBezTo>
                  <a:pt x="80585" y="43406"/>
                  <a:pt x="80585" y="43504"/>
                  <a:pt x="80683" y="43504"/>
                </a:cubicBezTo>
                <a:lnTo>
                  <a:pt x="80683" y="46249"/>
                </a:lnTo>
                <a:lnTo>
                  <a:pt x="80781" y="46347"/>
                </a:lnTo>
                <a:cubicBezTo>
                  <a:pt x="80879" y="46347"/>
                  <a:pt x="80879" y="46249"/>
                  <a:pt x="80879" y="46249"/>
                </a:cubicBezTo>
                <a:lnTo>
                  <a:pt x="80879" y="42180"/>
                </a:lnTo>
                <a:cubicBezTo>
                  <a:pt x="80977" y="43896"/>
                  <a:pt x="80977" y="45538"/>
                  <a:pt x="80977" y="47278"/>
                </a:cubicBezTo>
                <a:cubicBezTo>
                  <a:pt x="80977" y="47278"/>
                  <a:pt x="80977" y="47376"/>
                  <a:pt x="81100" y="47376"/>
                </a:cubicBezTo>
                <a:lnTo>
                  <a:pt x="81198" y="47278"/>
                </a:lnTo>
                <a:lnTo>
                  <a:pt x="81198" y="45636"/>
                </a:lnTo>
                <a:cubicBezTo>
                  <a:pt x="81198" y="45636"/>
                  <a:pt x="81296" y="45636"/>
                  <a:pt x="81296" y="45538"/>
                </a:cubicBezTo>
                <a:lnTo>
                  <a:pt x="81296" y="47793"/>
                </a:lnTo>
                <a:cubicBezTo>
                  <a:pt x="81296" y="47891"/>
                  <a:pt x="81394" y="47891"/>
                  <a:pt x="81394" y="47891"/>
                </a:cubicBezTo>
                <a:cubicBezTo>
                  <a:pt x="81492" y="47891"/>
                  <a:pt x="81492" y="47891"/>
                  <a:pt x="81492" y="47793"/>
                </a:cubicBezTo>
                <a:lnTo>
                  <a:pt x="81492" y="34313"/>
                </a:lnTo>
                <a:cubicBezTo>
                  <a:pt x="81590" y="37573"/>
                  <a:pt x="81712" y="40832"/>
                  <a:pt x="81810" y="44116"/>
                </a:cubicBezTo>
                <a:cubicBezTo>
                  <a:pt x="81810" y="44214"/>
                  <a:pt x="81810" y="44214"/>
                  <a:pt x="81908" y="44214"/>
                </a:cubicBezTo>
                <a:cubicBezTo>
                  <a:pt x="81908" y="44214"/>
                  <a:pt x="82006" y="44214"/>
                  <a:pt x="82006" y="44116"/>
                </a:cubicBezTo>
                <a:lnTo>
                  <a:pt x="82006" y="33896"/>
                </a:lnTo>
                <a:cubicBezTo>
                  <a:pt x="82006" y="38087"/>
                  <a:pt x="82104" y="42278"/>
                  <a:pt x="82202" y="46347"/>
                </a:cubicBezTo>
                <a:cubicBezTo>
                  <a:pt x="82202" y="46469"/>
                  <a:pt x="82202" y="46469"/>
                  <a:pt x="82325" y="46469"/>
                </a:cubicBezTo>
                <a:cubicBezTo>
                  <a:pt x="82325" y="46469"/>
                  <a:pt x="82423" y="46469"/>
                  <a:pt x="82423" y="46347"/>
                </a:cubicBezTo>
                <a:lnTo>
                  <a:pt x="82423" y="39827"/>
                </a:lnTo>
                <a:cubicBezTo>
                  <a:pt x="82423" y="42058"/>
                  <a:pt x="82423" y="44410"/>
                  <a:pt x="82521" y="46665"/>
                </a:cubicBezTo>
                <a:cubicBezTo>
                  <a:pt x="82521" y="46763"/>
                  <a:pt x="82521" y="46763"/>
                  <a:pt x="82619" y="46763"/>
                </a:cubicBezTo>
                <a:cubicBezTo>
                  <a:pt x="82619" y="46763"/>
                  <a:pt x="82717" y="46763"/>
                  <a:pt x="82717" y="46665"/>
                </a:cubicBezTo>
                <a:lnTo>
                  <a:pt x="82717" y="44214"/>
                </a:lnTo>
                <a:lnTo>
                  <a:pt x="82717" y="44116"/>
                </a:lnTo>
                <a:lnTo>
                  <a:pt x="82717" y="33994"/>
                </a:lnTo>
                <a:cubicBezTo>
                  <a:pt x="82815" y="37376"/>
                  <a:pt x="82938" y="40734"/>
                  <a:pt x="83036" y="44214"/>
                </a:cubicBezTo>
                <a:lnTo>
                  <a:pt x="83036" y="44312"/>
                </a:lnTo>
                <a:lnTo>
                  <a:pt x="83134" y="45342"/>
                </a:lnTo>
                <a:cubicBezTo>
                  <a:pt x="83134" y="45440"/>
                  <a:pt x="83134" y="45440"/>
                  <a:pt x="83232" y="45440"/>
                </a:cubicBezTo>
                <a:cubicBezTo>
                  <a:pt x="83232" y="45440"/>
                  <a:pt x="83330" y="45440"/>
                  <a:pt x="83330" y="45342"/>
                </a:cubicBezTo>
                <a:lnTo>
                  <a:pt x="83330" y="32475"/>
                </a:lnTo>
                <a:cubicBezTo>
                  <a:pt x="83428" y="36960"/>
                  <a:pt x="83550" y="41445"/>
                  <a:pt x="83648" y="45856"/>
                </a:cubicBezTo>
                <a:cubicBezTo>
                  <a:pt x="83648" y="45955"/>
                  <a:pt x="83648" y="45955"/>
                  <a:pt x="83746" y="45955"/>
                </a:cubicBezTo>
                <a:lnTo>
                  <a:pt x="83746" y="48185"/>
                </a:lnTo>
                <a:cubicBezTo>
                  <a:pt x="83746" y="48185"/>
                  <a:pt x="83746" y="48307"/>
                  <a:pt x="83844" y="48307"/>
                </a:cubicBezTo>
                <a:lnTo>
                  <a:pt x="83943" y="48185"/>
                </a:lnTo>
                <a:lnTo>
                  <a:pt x="83943" y="33480"/>
                </a:lnTo>
                <a:cubicBezTo>
                  <a:pt x="84041" y="38185"/>
                  <a:pt x="84163" y="42793"/>
                  <a:pt x="84261" y="47376"/>
                </a:cubicBezTo>
                <a:cubicBezTo>
                  <a:pt x="84261" y="47376"/>
                  <a:pt x="84261" y="47474"/>
                  <a:pt x="84359" y="47474"/>
                </a:cubicBezTo>
                <a:lnTo>
                  <a:pt x="84457" y="47376"/>
                </a:lnTo>
                <a:lnTo>
                  <a:pt x="84457" y="32671"/>
                </a:lnTo>
                <a:cubicBezTo>
                  <a:pt x="84555" y="37769"/>
                  <a:pt x="84653" y="42891"/>
                  <a:pt x="84776" y="47989"/>
                </a:cubicBezTo>
                <a:lnTo>
                  <a:pt x="84874" y="48087"/>
                </a:lnTo>
                <a:cubicBezTo>
                  <a:pt x="84972" y="48087"/>
                  <a:pt x="84972" y="47989"/>
                  <a:pt x="84972" y="47989"/>
                </a:cubicBezTo>
                <a:lnTo>
                  <a:pt x="84972" y="46249"/>
                </a:lnTo>
                <a:lnTo>
                  <a:pt x="85070" y="46249"/>
                </a:lnTo>
                <a:cubicBezTo>
                  <a:pt x="85168" y="46249"/>
                  <a:pt x="85168" y="46151"/>
                  <a:pt x="85168" y="46151"/>
                </a:cubicBezTo>
                <a:lnTo>
                  <a:pt x="85168" y="37058"/>
                </a:lnTo>
                <a:cubicBezTo>
                  <a:pt x="85266" y="40121"/>
                  <a:pt x="85389" y="43283"/>
                  <a:pt x="85389" y="46469"/>
                </a:cubicBezTo>
                <a:lnTo>
                  <a:pt x="85487" y="46567"/>
                </a:lnTo>
                <a:cubicBezTo>
                  <a:pt x="85585" y="46567"/>
                  <a:pt x="85585" y="46469"/>
                  <a:pt x="85585" y="46469"/>
                </a:cubicBezTo>
                <a:lnTo>
                  <a:pt x="85585" y="33896"/>
                </a:lnTo>
                <a:cubicBezTo>
                  <a:pt x="85781" y="38798"/>
                  <a:pt x="85879" y="43700"/>
                  <a:pt x="86001" y="48601"/>
                </a:cubicBezTo>
                <a:cubicBezTo>
                  <a:pt x="86001" y="48601"/>
                  <a:pt x="86001" y="48699"/>
                  <a:pt x="86099" y="48699"/>
                </a:cubicBezTo>
                <a:cubicBezTo>
                  <a:pt x="86197" y="48699"/>
                  <a:pt x="86197" y="48601"/>
                  <a:pt x="86197" y="48601"/>
                </a:cubicBezTo>
                <a:lnTo>
                  <a:pt x="86197" y="38185"/>
                </a:lnTo>
                <a:cubicBezTo>
                  <a:pt x="86295" y="40538"/>
                  <a:pt x="86295" y="42891"/>
                  <a:pt x="86295" y="45121"/>
                </a:cubicBezTo>
                <a:cubicBezTo>
                  <a:pt x="86295" y="45244"/>
                  <a:pt x="86393" y="45244"/>
                  <a:pt x="86393" y="45244"/>
                </a:cubicBezTo>
                <a:cubicBezTo>
                  <a:pt x="86491" y="45244"/>
                  <a:pt x="86491" y="45244"/>
                  <a:pt x="86491" y="45121"/>
                </a:cubicBezTo>
                <a:lnTo>
                  <a:pt x="86491" y="36666"/>
                </a:lnTo>
                <a:cubicBezTo>
                  <a:pt x="86614" y="40023"/>
                  <a:pt x="86712" y="43406"/>
                  <a:pt x="86810" y="46665"/>
                </a:cubicBezTo>
                <a:cubicBezTo>
                  <a:pt x="86810" y="46763"/>
                  <a:pt x="86908" y="46763"/>
                  <a:pt x="86908" y="46763"/>
                </a:cubicBezTo>
                <a:cubicBezTo>
                  <a:pt x="87006" y="46763"/>
                  <a:pt x="87006" y="46763"/>
                  <a:pt x="87006" y="46665"/>
                </a:cubicBezTo>
                <a:lnTo>
                  <a:pt x="87006" y="42058"/>
                </a:lnTo>
                <a:cubicBezTo>
                  <a:pt x="87006" y="43798"/>
                  <a:pt x="87104" y="45440"/>
                  <a:pt x="87104" y="47180"/>
                </a:cubicBezTo>
                <a:cubicBezTo>
                  <a:pt x="87104" y="47278"/>
                  <a:pt x="87104" y="47278"/>
                  <a:pt x="87227" y="47278"/>
                </a:cubicBezTo>
                <a:cubicBezTo>
                  <a:pt x="87325" y="47278"/>
                  <a:pt x="87325" y="47278"/>
                  <a:pt x="87325" y="47180"/>
                </a:cubicBezTo>
                <a:lnTo>
                  <a:pt x="87325" y="49018"/>
                </a:lnTo>
                <a:lnTo>
                  <a:pt x="87423" y="49116"/>
                </a:lnTo>
                <a:cubicBezTo>
                  <a:pt x="87521" y="49116"/>
                  <a:pt x="87521" y="49018"/>
                  <a:pt x="87521" y="49018"/>
                </a:cubicBezTo>
                <a:lnTo>
                  <a:pt x="87521" y="48601"/>
                </a:lnTo>
                <a:lnTo>
                  <a:pt x="87619" y="48601"/>
                </a:lnTo>
                <a:cubicBezTo>
                  <a:pt x="87619" y="48601"/>
                  <a:pt x="87717" y="48601"/>
                  <a:pt x="87717" y="48503"/>
                </a:cubicBezTo>
                <a:lnTo>
                  <a:pt x="87717" y="37058"/>
                </a:lnTo>
                <a:cubicBezTo>
                  <a:pt x="87839" y="40440"/>
                  <a:pt x="87839" y="43798"/>
                  <a:pt x="87937" y="47180"/>
                </a:cubicBezTo>
                <a:cubicBezTo>
                  <a:pt x="87937" y="47278"/>
                  <a:pt x="88035" y="47278"/>
                  <a:pt x="88035" y="47278"/>
                </a:cubicBezTo>
                <a:cubicBezTo>
                  <a:pt x="88134" y="47278"/>
                  <a:pt x="88134" y="47278"/>
                  <a:pt x="88134" y="47180"/>
                </a:cubicBezTo>
                <a:lnTo>
                  <a:pt x="88134" y="43406"/>
                </a:lnTo>
                <a:cubicBezTo>
                  <a:pt x="88232" y="45023"/>
                  <a:pt x="88232" y="46763"/>
                  <a:pt x="88232" y="48405"/>
                </a:cubicBezTo>
                <a:lnTo>
                  <a:pt x="88330" y="48503"/>
                </a:lnTo>
                <a:cubicBezTo>
                  <a:pt x="88452" y="48503"/>
                  <a:pt x="88452" y="48405"/>
                  <a:pt x="88452" y="48405"/>
                </a:cubicBezTo>
                <a:lnTo>
                  <a:pt x="88452" y="45734"/>
                </a:lnTo>
                <a:lnTo>
                  <a:pt x="88550" y="45856"/>
                </a:lnTo>
                <a:cubicBezTo>
                  <a:pt x="88648" y="45856"/>
                  <a:pt x="88648" y="45734"/>
                  <a:pt x="88648" y="45734"/>
                </a:cubicBezTo>
                <a:lnTo>
                  <a:pt x="88648" y="35734"/>
                </a:lnTo>
                <a:cubicBezTo>
                  <a:pt x="88746" y="40023"/>
                  <a:pt x="88844" y="44312"/>
                  <a:pt x="88942" y="48601"/>
                </a:cubicBezTo>
                <a:lnTo>
                  <a:pt x="89065" y="48699"/>
                </a:lnTo>
                <a:cubicBezTo>
                  <a:pt x="89163" y="48699"/>
                  <a:pt x="89163" y="48601"/>
                  <a:pt x="89163" y="48601"/>
                </a:cubicBezTo>
                <a:lnTo>
                  <a:pt x="89163" y="40538"/>
                </a:lnTo>
                <a:cubicBezTo>
                  <a:pt x="89261" y="43185"/>
                  <a:pt x="89261" y="45734"/>
                  <a:pt x="89359" y="48405"/>
                </a:cubicBezTo>
                <a:cubicBezTo>
                  <a:pt x="89359" y="48405"/>
                  <a:pt x="89359" y="48503"/>
                  <a:pt x="89457" y="48503"/>
                </a:cubicBezTo>
                <a:cubicBezTo>
                  <a:pt x="89555" y="48503"/>
                  <a:pt x="89555" y="48405"/>
                  <a:pt x="89555" y="48405"/>
                </a:cubicBezTo>
                <a:lnTo>
                  <a:pt x="89555" y="38087"/>
                </a:lnTo>
                <a:cubicBezTo>
                  <a:pt x="89678" y="41567"/>
                  <a:pt x="89776" y="45121"/>
                  <a:pt x="89874" y="48601"/>
                </a:cubicBezTo>
                <a:cubicBezTo>
                  <a:pt x="89874" y="48699"/>
                  <a:pt x="89874" y="48699"/>
                  <a:pt x="89972" y="48699"/>
                </a:cubicBezTo>
                <a:cubicBezTo>
                  <a:pt x="89972" y="48699"/>
                  <a:pt x="90070" y="48699"/>
                  <a:pt x="90070" y="48601"/>
                </a:cubicBezTo>
                <a:lnTo>
                  <a:pt x="90070" y="47572"/>
                </a:lnTo>
                <a:cubicBezTo>
                  <a:pt x="90168" y="47572"/>
                  <a:pt x="90168" y="47474"/>
                  <a:pt x="90168" y="47474"/>
                </a:cubicBezTo>
                <a:lnTo>
                  <a:pt x="90168" y="37278"/>
                </a:lnTo>
                <a:cubicBezTo>
                  <a:pt x="90388" y="40636"/>
                  <a:pt x="90486" y="44116"/>
                  <a:pt x="90584" y="47474"/>
                </a:cubicBezTo>
                <a:cubicBezTo>
                  <a:pt x="90584" y="47474"/>
                  <a:pt x="90584" y="47572"/>
                  <a:pt x="90682" y="47572"/>
                </a:cubicBezTo>
                <a:cubicBezTo>
                  <a:pt x="90780" y="47572"/>
                  <a:pt x="90780" y="47474"/>
                  <a:pt x="90780" y="47474"/>
                </a:cubicBezTo>
                <a:lnTo>
                  <a:pt x="90780" y="46567"/>
                </a:lnTo>
                <a:lnTo>
                  <a:pt x="90780" y="46469"/>
                </a:lnTo>
                <a:lnTo>
                  <a:pt x="90780" y="39215"/>
                </a:lnTo>
                <a:cubicBezTo>
                  <a:pt x="90903" y="41862"/>
                  <a:pt x="90903" y="44631"/>
                  <a:pt x="91001" y="47376"/>
                </a:cubicBezTo>
                <a:cubicBezTo>
                  <a:pt x="91001" y="47376"/>
                  <a:pt x="91001" y="47474"/>
                  <a:pt x="91099" y="47474"/>
                </a:cubicBezTo>
                <a:lnTo>
                  <a:pt x="91197" y="47376"/>
                </a:lnTo>
                <a:lnTo>
                  <a:pt x="91197" y="49018"/>
                </a:lnTo>
                <a:cubicBezTo>
                  <a:pt x="91197" y="49018"/>
                  <a:pt x="91197" y="49116"/>
                  <a:pt x="91295" y="49116"/>
                </a:cubicBezTo>
                <a:cubicBezTo>
                  <a:pt x="91393" y="49116"/>
                  <a:pt x="91393" y="49018"/>
                  <a:pt x="91393" y="49018"/>
                </a:cubicBezTo>
                <a:lnTo>
                  <a:pt x="91393" y="39117"/>
                </a:lnTo>
                <a:cubicBezTo>
                  <a:pt x="91516" y="42793"/>
                  <a:pt x="91614" y="46347"/>
                  <a:pt x="91712" y="49925"/>
                </a:cubicBezTo>
                <a:cubicBezTo>
                  <a:pt x="91712" y="50023"/>
                  <a:pt x="91712" y="50023"/>
                  <a:pt x="91810" y="50023"/>
                </a:cubicBezTo>
                <a:cubicBezTo>
                  <a:pt x="91810" y="50023"/>
                  <a:pt x="91908" y="50023"/>
                  <a:pt x="91908" y="49925"/>
                </a:cubicBezTo>
                <a:lnTo>
                  <a:pt x="91908" y="40636"/>
                </a:lnTo>
                <a:cubicBezTo>
                  <a:pt x="91908" y="43406"/>
                  <a:pt x="92006" y="46249"/>
                  <a:pt x="92128" y="49018"/>
                </a:cubicBezTo>
                <a:cubicBezTo>
                  <a:pt x="92128" y="49018"/>
                  <a:pt x="92128" y="49116"/>
                  <a:pt x="92226" y="49116"/>
                </a:cubicBezTo>
                <a:lnTo>
                  <a:pt x="92325" y="49018"/>
                </a:lnTo>
                <a:lnTo>
                  <a:pt x="92325" y="39509"/>
                </a:lnTo>
                <a:cubicBezTo>
                  <a:pt x="92325" y="42891"/>
                  <a:pt x="92423" y="46249"/>
                  <a:pt x="92521" y="49631"/>
                </a:cubicBezTo>
                <a:cubicBezTo>
                  <a:pt x="92521" y="49631"/>
                  <a:pt x="92521" y="49729"/>
                  <a:pt x="92619" y="49729"/>
                </a:cubicBezTo>
                <a:lnTo>
                  <a:pt x="92741" y="49631"/>
                </a:lnTo>
                <a:lnTo>
                  <a:pt x="92741" y="38798"/>
                </a:lnTo>
                <a:cubicBezTo>
                  <a:pt x="92839" y="42474"/>
                  <a:pt x="92937" y="46151"/>
                  <a:pt x="93035" y="49729"/>
                </a:cubicBezTo>
                <a:cubicBezTo>
                  <a:pt x="93035" y="49827"/>
                  <a:pt x="93035" y="49827"/>
                  <a:pt x="93133" y="49827"/>
                </a:cubicBezTo>
                <a:cubicBezTo>
                  <a:pt x="93133" y="49827"/>
                  <a:pt x="93231" y="49827"/>
                  <a:pt x="93231" y="49729"/>
                </a:cubicBezTo>
                <a:lnTo>
                  <a:pt x="93231" y="48601"/>
                </a:lnTo>
                <a:cubicBezTo>
                  <a:pt x="93354" y="48601"/>
                  <a:pt x="93354" y="48601"/>
                  <a:pt x="93354" y="48503"/>
                </a:cubicBezTo>
                <a:lnTo>
                  <a:pt x="93354" y="47891"/>
                </a:lnTo>
                <a:cubicBezTo>
                  <a:pt x="93452" y="47891"/>
                  <a:pt x="93550" y="47891"/>
                  <a:pt x="93550" y="47793"/>
                </a:cubicBezTo>
                <a:lnTo>
                  <a:pt x="93550" y="48405"/>
                </a:lnTo>
                <a:lnTo>
                  <a:pt x="93550" y="48503"/>
                </a:lnTo>
                <a:lnTo>
                  <a:pt x="93648" y="50244"/>
                </a:lnTo>
                <a:cubicBezTo>
                  <a:pt x="93648" y="50244"/>
                  <a:pt x="93648" y="50342"/>
                  <a:pt x="93746" y="50342"/>
                </a:cubicBezTo>
                <a:lnTo>
                  <a:pt x="93844" y="50244"/>
                </a:lnTo>
                <a:lnTo>
                  <a:pt x="93844" y="49214"/>
                </a:lnTo>
                <a:cubicBezTo>
                  <a:pt x="93844" y="49312"/>
                  <a:pt x="93844" y="49312"/>
                  <a:pt x="93967" y="49312"/>
                </a:cubicBezTo>
                <a:cubicBezTo>
                  <a:pt x="93967" y="49312"/>
                  <a:pt x="94065" y="49312"/>
                  <a:pt x="94065" y="49214"/>
                </a:cubicBezTo>
                <a:lnTo>
                  <a:pt x="94065" y="50342"/>
                </a:lnTo>
                <a:cubicBezTo>
                  <a:pt x="94065" y="50440"/>
                  <a:pt x="94163" y="50440"/>
                  <a:pt x="94163" y="50440"/>
                </a:cubicBezTo>
                <a:cubicBezTo>
                  <a:pt x="94261" y="50440"/>
                  <a:pt x="94261" y="50440"/>
                  <a:pt x="94261" y="50342"/>
                </a:cubicBezTo>
                <a:lnTo>
                  <a:pt x="94261" y="42793"/>
                </a:lnTo>
                <a:cubicBezTo>
                  <a:pt x="94359" y="44631"/>
                  <a:pt x="94359" y="46469"/>
                  <a:pt x="94457" y="48307"/>
                </a:cubicBezTo>
                <a:cubicBezTo>
                  <a:pt x="94457" y="48405"/>
                  <a:pt x="94457" y="48405"/>
                  <a:pt x="94579" y="48405"/>
                </a:cubicBezTo>
                <a:cubicBezTo>
                  <a:pt x="94579" y="48405"/>
                  <a:pt x="94677" y="48405"/>
                  <a:pt x="94677" y="48307"/>
                </a:cubicBezTo>
                <a:lnTo>
                  <a:pt x="94677" y="45244"/>
                </a:lnTo>
                <a:cubicBezTo>
                  <a:pt x="94677" y="46665"/>
                  <a:pt x="94677" y="48087"/>
                  <a:pt x="94775" y="49631"/>
                </a:cubicBezTo>
                <a:cubicBezTo>
                  <a:pt x="94775" y="49631"/>
                  <a:pt x="94775" y="49729"/>
                  <a:pt x="94873" y="49729"/>
                </a:cubicBezTo>
                <a:lnTo>
                  <a:pt x="94971" y="49631"/>
                </a:lnTo>
                <a:lnTo>
                  <a:pt x="94971" y="42989"/>
                </a:lnTo>
                <a:cubicBezTo>
                  <a:pt x="94971" y="45244"/>
                  <a:pt x="95069" y="47474"/>
                  <a:pt x="95069" y="49827"/>
                </a:cubicBezTo>
                <a:lnTo>
                  <a:pt x="95192" y="49925"/>
                </a:lnTo>
                <a:cubicBezTo>
                  <a:pt x="95290" y="49925"/>
                  <a:pt x="95290" y="49827"/>
                  <a:pt x="95290" y="49827"/>
                </a:cubicBezTo>
                <a:lnTo>
                  <a:pt x="95290" y="39729"/>
                </a:lnTo>
                <a:cubicBezTo>
                  <a:pt x="95388" y="42891"/>
                  <a:pt x="95486" y="45955"/>
                  <a:pt x="95584" y="49116"/>
                </a:cubicBezTo>
                <a:lnTo>
                  <a:pt x="95682" y="49214"/>
                </a:lnTo>
                <a:cubicBezTo>
                  <a:pt x="95805" y="49214"/>
                  <a:pt x="95805" y="49116"/>
                  <a:pt x="95805" y="49116"/>
                </a:cubicBezTo>
                <a:lnTo>
                  <a:pt x="95805" y="41665"/>
                </a:lnTo>
                <a:cubicBezTo>
                  <a:pt x="95903" y="44214"/>
                  <a:pt x="96001" y="46763"/>
                  <a:pt x="96099" y="49312"/>
                </a:cubicBezTo>
                <a:cubicBezTo>
                  <a:pt x="96099" y="49410"/>
                  <a:pt x="96099" y="49410"/>
                  <a:pt x="96197" y="49410"/>
                </a:cubicBezTo>
                <a:cubicBezTo>
                  <a:pt x="96197" y="49410"/>
                  <a:pt x="96295" y="49410"/>
                  <a:pt x="96295" y="49312"/>
                </a:cubicBezTo>
                <a:lnTo>
                  <a:pt x="96295" y="44018"/>
                </a:lnTo>
                <a:cubicBezTo>
                  <a:pt x="96295" y="45734"/>
                  <a:pt x="96417" y="47376"/>
                  <a:pt x="96417" y="49116"/>
                </a:cubicBezTo>
                <a:lnTo>
                  <a:pt x="96417" y="49214"/>
                </a:lnTo>
                <a:lnTo>
                  <a:pt x="96417" y="49729"/>
                </a:lnTo>
                <a:cubicBezTo>
                  <a:pt x="96417" y="49827"/>
                  <a:pt x="96516" y="49827"/>
                  <a:pt x="96516" y="49827"/>
                </a:cubicBezTo>
                <a:cubicBezTo>
                  <a:pt x="96614" y="49827"/>
                  <a:pt x="96614" y="49827"/>
                  <a:pt x="96614" y="49729"/>
                </a:cubicBezTo>
                <a:lnTo>
                  <a:pt x="96614" y="40955"/>
                </a:lnTo>
                <a:cubicBezTo>
                  <a:pt x="96712" y="43798"/>
                  <a:pt x="96908" y="46763"/>
                  <a:pt x="97030" y="49533"/>
                </a:cubicBezTo>
                <a:lnTo>
                  <a:pt x="97030" y="50342"/>
                </a:lnTo>
                <a:cubicBezTo>
                  <a:pt x="97030" y="50440"/>
                  <a:pt x="97128" y="50440"/>
                  <a:pt x="97128" y="50440"/>
                </a:cubicBezTo>
                <a:cubicBezTo>
                  <a:pt x="97226" y="50440"/>
                  <a:pt x="97226" y="50440"/>
                  <a:pt x="97226" y="50342"/>
                </a:cubicBezTo>
                <a:lnTo>
                  <a:pt x="97226" y="44729"/>
                </a:lnTo>
                <a:cubicBezTo>
                  <a:pt x="97324" y="46567"/>
                  <a:pt x="97324" y="48405"/>
                  <a:pt x="97324" y="50342"/>
                </a:cubicBezTo>
                <a:lnTo>
                  <a:pt x="97422" y="50342"/>
                </a:lnTo>
                <a:cubicBezTo>
                  <a:pt x="97520" y="50342"/>
                  <a:pt x="97520" y="50342"/>
                  <a:pt x="97520" y="50244"/>
                </a:cubicBezTo>
                <a:lnTo>
                  <a:pt x="97520" y="41567"/>
                </a:lnTo>
                <a:cubicBezTo>
                  <a:pt x="97643" y="44508"/>
                  <a:pt x="97839" y="47376"/>
                  <a:pt x="97937" y="50244"/>
                </a:cubicBezTo>
                <a:cubicBezTo>
                  <a:pt x="97937" y="50342"/>
                  <a:pt x="97937" y="50342"/>
                  <a:pt x="98035" y="50342"/>
                </a:cubicBezTo>
                <a:cubicBezTo>
                  <a:pt x="98035" y="50342"/>
                  <a:pt x="98133" y="50342"/>
                  <a:pt x="98133" y="50244"/>
                </a:cubicBezTo>
                <a:lnTo>
                  <a:pt x="98133" y="45440"/>
                </a:lnTo>
                <a:cubicBezTo>
                  <a:pt x="98133" y="46861"/>
                  <a:pt x="98256" y="48185"/>
                  <a:pt x="98256" y="49631"/>
                </a:cubicBezTo>
                <a:cubicBezTo>
                  <a:pt x="98256" y="49631"/>
                  <a:pt x="98256" y="49729"/>
                  <a:pt x="98354" y="49729"/>
                </a:cubicBezTo>
                <a:cubicBezTo>
                  <a:pt x="98452" y="49729"/>
                  <a:pt x="98452" y="49631"/>
                  <a:pt x="98452" y="49631"/>
                </a:cubicBezTo>
                <a:lnTo>
                  <a:pt x="98452" y="45440"/>
                </a:lnTo>
                <a:cubicBezTo>
                  <a:pt x="98452" y="46763"/>
                  <a:pt x="98550" y="48185"/>
                  <a:pt x="98550" y="49533"/>
                </a:cubicBezTo>
                <a:cubicBezTo>
                  <a:pt x="98550" y="49533"/>
                  <a:pt x="98550" y="49631"/>
                  <a:pt x="98648" y="49631"/>
                </a:cubicBezTo>
                <a:lnTo>
                  <a:pt x="98746" y="49533"/>
                </a:lnTo>
                <a:lnTo>
                  <a:pt x="98746" y="43185"/>
                </a:lnTo>
                <a:cubicBezTo>
                  <a:pt x="98868" y="45440"/>
                  <a:pt x="98966" y="47572"/>
                  <a:pt x="99064" y="49729"/>
                </a:cubicBezTo>
                <a:cubicBezTo>
                  <a:pt x="99064" y="49827"/>
                  <a:pt x="99064" y="49827"/>
                  <a:pt x="99162" y="49827"/>
                </a:cubicBezTo>
                <a:lnTo>
                  <a:pt x="99162" y="50244"/>
                </a:lnTo>
                <a:cubicBezTo>
                  <a:pt x="99162" y="50244"/>
                  <a:pt x="99162" y="50342"/>
                  <a:pt x="99260" y="50342"/>
                </a:cubicBezTo>
                <a:cubicBezTo>
                  <a:pt x="99359" y="50342"/>
                  <a:pt x="99359" y="50244"/>
                  <a:pt x="99359" y="50244"/>
                </a:cubicBezTo>
                <a:lnTo>
                  <a:pt x="99359" y="45955"/>
                </a:lnTo>
                <a:cubicBezTo>
                  <a:pt x="99359" y="47793"/>
                  <a:pt x="99481" y="49533"/>
                  <a:pt x="99481" y="51371"/>
                </a:cubicBezTo>
                <a:lnTo>
                  <a:pt x="99579" y="51469"/>
                </a:lnTo>
                <a:cubicBezTo>
                  <a:pt x="99677" y="51469"/>
                  <a:pt x="99677" y="51371"/>
                  <a:pt x="99677" y="51371"/>
                </a:cubicBezTo>
                <a:lnTo>
                  <a:pt x="99677" y="41764"/>
                </a:lnTo>
                <a:cubicBezTo>
                  <a:pt x="99775" y="44508"/>
                  <a:pt x="99971" y="47180"/>
                  <a:pt x="100094" y="49827"/>
                </a:cubicBezTo>
                <a:cubicBezTo>
                  <a:pt x="100094" y="49925"/>
                  <a:pt x="100094" y="49925"/>
                  <a:pt x="100192" y="49925"/>
                </a:cubicBezTo>
                <a:lnTo>
                  <a:pt x="100192" y="50636"/>
                </a:lnTo>
                <a:cubicBezTo>
                  <a:pt x="100192" y="50636"/>
                  <a:pt x="100192" y="50758"/>
                  <a:pt x="100290" y="50758"/>
                </a:cubicBezTo>
                <a:lnTo>
                  <a:pt x="100290" y="50954"/>
                </a:lnTo>
                <a:cubicBezTo>
                  <a:pt x="100290" y="50954"/>
                  <a:pt x="100290" y="51052"/>
                  <a:pt x="100388" y="51052"/>
                </a:cubicBezTo>
                <a:lnTo>
                  <a:pt x="100486" y="50954"/>
                </a:lnTo>
                <a:lnTo>
                  <a:pt x="100486" y="46347"/>
                </a:lnTo>
                <a:cubicBezTo>
                  <a:pt x="100486" y="47793"/>
                  <a:pt x="100486" y="49214"/>
                  <a:pt x="100584" y="50758"/>
                </a:cubicBezTo>
                <a:lnTo>
                  <a:pt x="100584" y="50856"/>
                </a:lnTo>
                <a:lnTo>
                  <a:pt x="100584" y="51567"/>
                </a:lnTo>
                <a:lnTo>
                  <a:pt x="100707" y="51665"/>
                </a:lnTo>
                <a:cubicBezTo>
                  <a:pt x="100805" y="51665"/>
                  <a:pt x="100805" y="51567"/>
                  <a:pt x="100805" y="51567"/>
                </a:cubicBezTo>
                <a:lnTo>
                  <a:pt x="100805" y="49312"/>
                </a:lnTo>
                <a:cubicBezTo>
                  <a:pt x="100805" y="49827"/>
                  <a:pt x="100903" y="50342"/>
                  <a:pt x="100903" y="50856"/>
                </a:cubicBezTo>
                <a:lnTo>
                  <a:pt x="101001" y="50954"/>
                </a:lnTo>
                <a:lnTo>
                  <a:pt x="101099" y="50856"/>
                </a:lnTo>
                <a:lnTo>
                  <a:pt x="101099" y="42474"/>
                </a:lnTo>
                <a:cubicBezTo>
                  <a:pt x="101197" y="45244"/>
                  <a:pt x="101319" y="47891"/>
                  <a:pt x="101417" y="50538"/>
                </a:cubicBezTo>
                <a:lnTo>
                  <a:pt x="101515" y="50636"/>
                </a:lnTo>
                <a:cubicBezTo>
                  <a:pt x="101613" y="50636"/>
                  <a:pt x="101613" y="50538"/>
                  <a:pt x="101613" y="50538"/>
                </a:cubicBezTo>
                <a:lnTo>
                  <a:pt x="101613" y="44214"/>
                </a:lnTo>
                <a:cubicBezTo>
                  <a:pt x="101711" y="46249"/>
                  <a:pt x="101809" y="48307"/>
                  <a:pt x="101932" y="50342"/>
                </a:cubicBezTo>
                <a:cubicBezTo>
                  <a:pt x="101932" y="50342"/>
                  <a:pt x="101932" y="50440"/>
                  <a:pt x="102030" y="50440"/>
                </a:cubicBezTo>
                <a:cubicBezTo>
                  <a:pt x="102030" y="50440"/>
                  <a:pt x="102030" y="50538"/>
                  <a:pt x="102128" y="50538"/>
                </a:cubicBezTo>
                <a:lnTo>
                  <a:pt x="102226" y="50440"/>
                </a:lnTo>
                <a:lnTo>
                  <a:pt x="102226" y="43602"/>
                </a:lnTo>
                <a:cubicBezTo>
                  <a:pt x="102324" y="45734"/>
                  <a:pt x="102324" y="47989"/>
                  <a:pt x="102422" y="50146"/>
                </a:cubicBezTo>
                <a:lnTo>
                  <a:pt x="102545" y="50244"/>
                </a:lnTo>
                <a:cubicBezTo>
                  <a:pt x="102643" y="50244"/>
                  <a:pt x="102643" y="50146"/>
                  <a:pt x="102643" y="50146"/>
                </a:cubicBezTo>
                <a:lnTo>
                  <a:pt x="102643" y="43406"/>
                </a:lnTo>
                <a:cubicBezTo>
                  <a:pt x="102839" y="45440"/>
                  <a:pt x="102937" y="47474"/>
                  <a:pt x="103035" y="49533"/>
                </a:cubicBezTo>
                <a:lnTo>
                  <a:pt x="103035" y="49631"/>
                </a:lnTo>
                <a:lnTo>
                  <a:pt x="103035" y="50244"/>
                </a:lnTo>
                <a:lnTo>
                  <a:pt x="103157" y="50342"/>
                </a:lnTo>
                <a:cubicBezTo>
                  <a:pt x="103255" y="50342"/>
                  <a:pt x="103255" y="50244"/>
                  <a:pt x="103255" y="50244"/>
                </a:cubicBezTo>
                <a:lnTo>
                  <a:pt x="103255" y="48307"/>
                </a:lnTo>
                <a:cubicBezTo>
                  <a:pt x="103353" y="49312"/>
                  <a:pt x="103353" y="50342"/>
                  <a:pt x="103353" y="51469"/>
                </a:cubicBezTo>
                <a:lnTo>
                  <a:pt x="103451" y="51567"/>
                </a:lnTo>
                <a:cubicBezTo>
                  <a:pt x="103550" y="51567"/>
                  <a:pt x="103550" y="51469"/>
                  <a:pt x="103550" y="51469"/>
                </a:cubicBezTo>
                <a:lnTo>
                  <a:pt x="103550" y="45342"/>
                </a:lnTo>
                <a:cubicBezTo>
                  <a:pt x="103648" y="46959"/>
                  <a:pt x="103648" y="48601"/>
                  <a:pt x="103770" y="50244"/>
                </a:cubicBezTo>
                <a:cubicBezTo>
                  <a:pt x="103770" y="50244"/>
                  <a:pt x="103770" y="50342"/>
                  <a:pt x="103868" y="50342"/>
                </a:cubicBezTo>
                <a:cubicBezTo>
                  <a:pt x="103966" y="50342"/>
                  <a:pt x="103966" y="50244"/>
                  <a:pt x="103966" y="50244"/>
                </a:cubicBezTo>
                <a:lnTo>
                  <a:pt x="103966" y="43896"/>
                </a:lnTo>
                <a:cubicBezTo>
                  <a:pt x="104064" y="45734"/>
                  <a:pt x="104162" y="47695"/>
                  <a:pt x="104260" y="49410"/>
                </a:cubicBezTo>
                <a:cubicBezTo>
                  <a:pt x="104260" y="49533"/>
                  <a:pt x="104383" y="49533"/>
                  <a:pt x="104383" y="49533"/>
                </a:cubicBezTo>
                <a:lnTo>
                  <a:pt x="104481" y="49533"/>
                </a:lnTo>
                <a:lnTo>
                  <a:pt x="104481" y="49410"/>
                </a:lnTo>
                <a:lnTo>
                  <a:pt x="104481" y="44116"/>
                </a:lnTo>
                <a:cubicBezTo>
                  <a:pt x="104579" y="45856"/>
                  <a:pt x="104677" y="47572"/>
                  <a:pt x="104775" y="49214"/>
                </a:cubicBezTo>
                <a:cubicBezTo>
                  <a:pt x="104775" y="49312"/>
                  <a:pt x="104873" y="49312"/>
                  <a:pt x="104873" y="49312"/>
                </a:cubicBezTo>
                <a:cubicBezTo>
                  <a:pt x="104996" y="49312"/>
                  <a:pt x="104996" y="49214"/>
                  <a:pt x="104996" y="49214"/>
                </a:cubicBezTo>
                <a:lnTo>
                  <a:pt x="104996" y="44827"/>
                </a:lnTo>
                <a:cubicBezTo>
                  <a:pt x="105094" y="46665"/>
                  <a:pt x="105192" y="48405"/>
                  <a:pt x="105290" y="50146"/>
                </a:cubicBezTo>
                <a:lnTo>
                  <a:pt x="105388" y="50244"/>
                </a:lnTo>
                <a:cubicBezTo>
                  <a:pt x="105486" y="50244"/>
                  <a:pt x="105486" y="50146"/>
                  <a:pt x="105486" y="50146"/>
                </a:cubicBezTo>
                <a:lnTo>
                  <a:pt x="105486" y="49925"/>
                </a:lnTo>
                <a:lnTo>
                  <a:pt x="105608" y="49925"/>
                </a:lnTo>
                <a:lnTo>
                  <a:pt x="105608" y="44214"/>
                </a:lnTo>
                <a:cubicBezTo>
                  <a:pt x="105608" y="46151"/>
                  <a:pt x="105706" y="48087"/>
                  <a:pt x="105804" y="50023"/>
                </a:cubicBezTo>
                <a:lnTo>
                  <a:pt x="105902" y="50146"/>
                </a:lnTo>
                <a:lnTo>
                  <a:pt x="106000" y="50146"/>
                </a:lnTo>
                <a:lnTo>
                  <a:pt x="106000" y="50023"/>
                </a:lnTo>
                <a:lnTo>
                  <a:pt x="106000" y="44312"/>
                </a:lnTo>
                <a:cubicBezTo>
                  <a:pt x="106221" y="46053"/>
                  <a:pt x="106319" y="47695"/>
                  <a:pt x="106417" y="49312"/>
                </a:cubicBezTo>
                <a:cubicBezTo>
                  <a:pt x="106417" y="49312"/>
                  <a:pt x="106417" y="49410"/>
                  <a:pt x="106515" y="49410"/>
                </a:cubicBezTo>
                <a:cubicBezTo>
                  <a:pt x="106613" y="49410"/>
                  <a:pt x="106613" y="49312"/>
                  <a:pt x="106613" y="49312"/>
                </a:cubicBezTo>
                <a:lnTo>
                  <a:pt x="106613" y="44925"/>
                </a:lnTo>
                <a:cubicBezTo>
                  <a:pt x="106711" y="46665"/>
                  <a:pt x="106834" y="48405"/>
                  <a:pt x="106932" y="50023"/>
                </a:cubicBezTo>
                <a:cubicBezTo>
                  <a:pt x="106932" y="50146"/>
                  <a:pt x="106932" y="50146"/>
                  <a:pt x="107030" y="50146"/>
                </a:cubicBezTo>
                <a:cubicBezTo>
                  <a:pt x="107030" y="50146"/>
                  <a:pt x="107128" y="50146"/>
                  <a:pt x="107128" y="50023"/>
                </a:cubicBezTo>
                <a:lnTo>
                  <a:pt x="107128" y="44827"/>
                </a:lnTo>
                <a:cubicBezTo>
                  <a:pt x="107226" y="46567"/>
                  <a:pt x="107324" y="48185"/>
                  <a:pt x="107446" y="49729"/>
                </a:cubicBezTo>
                <a:lnTo>
                  <a:pt x="107544" y="49827"/>
                </a:lnTo>
                <a:cubicBezTo>
                  <a:pt x="107642" y="49827"/>
                  <a:pt x="107642" y="49729"/>
                  <a:pt x="107642" y="49729"/>
                </a:cubicBezTo>
                <a:lnTo>
                  <a:pt x="107642" y="49533"/>
                </a:lnTo>
                <a:lnTo>
                  <a:pt x="107741" y="49533"/>
                </a:lnTo>
                <a:cubicBezTo>
                  <a:pt x="107741" y="49533"/>
                  <a:pt x="107839" y="49533"/>
                  <a:pt x="107839" y="49410"/>
                </a:cubicBezTo>
                <a:lnTo>
                  <a:pt x="107839" y="44508"/>
                </a:lnTo>
                <a:lnTo>
                  <a:pt x="107839" y="43798"/>
                </a:lnTo>
                <a:cubicBezTo>
                  <a:pt x="107937" y="45244"/>
                  <a:pt x="108059" y="46763"/>
                  <a:pt x="108157" y="48185"/>
                </a:cubicBezTo>
                <a:lnTo>
                  <a:pt x="108157" y="49631"/>
                </a:lnTo>
                <a:cubicBezTo>
                  <a:pt x="108157" y="49729"/>
                  <a:pt x="108255" y="49729"/>
                  <a:pt x="108255" y="49729"/>
                </a:cubicBezTo>
                <a:cubicBezTo>
                  <a:pt x="108353" y="49729"/>
                  <a:pt x="108353" y="49729"/>
                  <a:pt x="108353" y="49631"/>
                </a:cubicBezTo>
                <a:lnTo>
                  <a:pt x="108353" y="45023"/>
                </a:lnTo>
                <a:lnTo>
                  <a:pt x="108353" y="44410"/>
                </a:lnTo>
                <a:cubicBezTo>
                  <a:pt x="108451" y="46053"/>
                  <a:pt x="108549" y="47572"/>
                  <a:pt x="108672" y="49018"/>
                </a:cubicBezTo>
                <a:cubicBezTo>
                  <a:pt x="108672" y="49116"/>
                  <a:pt x="108770" y="49116"/>
                  <a:pt x="108770" y="49116"/>
                </a:cubicBezTo>
                <a:cubicBezTo>
                  <a:pt x="108868" y="49116"/>
                  <a:pt x="108868" y="49116"/>
                  <a:pt x="108868" y="49018"/>
                </a:cubicBezTo>
                <a:lnTo>
                  <a:pt x="108868" y="46151"/>
                </a:lnTo>
                <a:cubicBezTo>
                  <a:pt x="108966" y="46959"/>
                  <a:pt x="108966" y="47793"/>
                  <a:pt x="108966" y="48503"/>
                </a:cubicBezTo>
                <a:cubicBezTo>
                  <a:pt x="108966" y="48601"/>
                  <a:pt x="109064" y="48601"/>
                  <a:pt x="109064" y="48601"/>
                </a:cubicBezTo>
                <a:cubicBezTo>
                  <a:pt x="109162" y="48601"/>
                  <a:pt x="109162" y="48601"/>
                  <a:pt x="109162" y="48503"/>
                </a:cubicBezTo>
                <a:lnTo>
                  <a:pt x="109162" y="44410"/>
                </a:lnTo>
                <a:cubicBezTo>
                  <a:pt x="109285" y="45636"/>
                  <a:pt x="109383" y="46763"/>
                  <a:pt x="109383" y="47891"/>
                </a:cubicBezTo>
                <a:cubicBezTo>
                  <a:pt x="109383" y="47989"/>
                  <a:pt x="109481" y="47989"/>
                  <a:pt x="109481" y="47989"/>
                </a:cubicBezTo>
                <a:cubicBezTo>
                  <a:pt x="109579" y="47989"/>
                  <a:pt x="109579" y="47989"/>
                  <a:pt x="109579" y="47891"/>
                </a:cubicBezTo>
                <a:lnTo>
                  <a:pt x="109579" y="44018"/>
                </a:lnTo>
                <a:lnTo>
                  <a:pt x="109579" y="43406"/>
                </a:lnTo>
                <a:cubicBezTo>
                  <a:pt x="109677" y="45023"/>
                  <a:pt x="109897" y="46567"/>
                  <a:pt x="109995" y="47989"/>
                </a:cubicBezTo>
                <a:cubicBezTo>
                  <a:pt x="109995" y="48087"/>
                  <a:pt x="109995" y="48087"/>
                  <a:pt x="110093" y="48087"/>
                </a:cubicBezTo>
                <a:cubicBezTo>
                  <a:pt x="110093" y="48087"/>
                  <a:pt x="110191" y="48087"/>
                  <a:pt x="110191" y="47989"/>
                </a:cubicBezTo>
                <a:lnTo>
                  <a:pt x="110191" y="48185"/>
                </a:lnTo>
                <a:lnTo>
                  <a:pt x="110289" y="48307"/>
                </a:lnTo>
                <a:cubicBezTo>
                  <a:pt x="110387" y="48307"/>
                  <a:pt x="110387" y="48185"/>
                  <a:pt x="110387" y="48185"/>
                </a:cubicBezTo>
                <a:lnTo>
                  <a:pt x="110387" y="47376"/>
                </a:lnTo>
                <a:lnTo>
                  <a:pt x="110387" y="47278"/>
                </a:lnTo>
                <a:lnTo>
                  <a:pt x="110387" y="46151"/>
                </a:lnTo>
                <a:cubicBezTo>
                  <a:pt x="110387" y="46469"/>
                  <a:pt x="110510" y="46763"/>
                  <a:pt x="110510" y="47082"/>
                </a:cubicBezTo>
                <a:cubicBezTo>
                  <a:pt x="110510" y="47082"/>
                  <a:pt x="110510" y="47180"/>
                  <a:pt x="110608" y="47180"/>
                </a:cubicBezTo>
                <a:lnTo>
                  <a:pt x="110706" y="47082"/>
                </a:lnTo>
                <a:lnTo>
                  <a:pt x="110706" y="44312"/>
                </a:lnTo>
                <a:cubicBezTo>
                  <a:pt x="110706" y="45440"/>
                  <a:pt x="110804" y="46567"/>
                  <a:pt x="110902" y="47695"/>
                </a:cubicBezTo>
                <a:cubicBezTo>
                  <a:pt x="110902" y="47793"/>
                  <a:pt x="110902" y="47793"/>
                  <a:pt x="111000" y="47793"/>
                </a:cubicBezTo>
                <a:cubicBezTo>
                  <a:pt x="111123" y="47793"/>
                  <a:pt x="111123" y="47695"/>
                  <a:pt x="111123" y="47695"/>
                </a:cubicBezTo>
                <a:lnTo>
                  <a:pt x="111123" y="44508"/>
                </a:lnTo>
                <a:cubicBezTo>
                  <a:pt x="111123" y="45440"/>
                  <a:pt x="111221" y="46249"/>
                  <a:pt x="111319" y="47180"/>
                </a:cubicBezTo>
                <a:lnTo>
                  <a:pt x="111417" y="47278"/>
                </a:lnTo>
                <a:cubicBezTo>
                  <a:pt x="111417" y="47180"/>
                  <a:pt x="111515" y="47180"/>
                  <a:pt x="111515" y="47082"/>
                </a:cubicBezTo>
                <a:lnTo>
                  <a:pt x="111515" y="46665"/>
                </a:lnTo>
                <a:cubicBezTo>
                  <a:pt x="111613" y="46665"/>
                  <a:pt x="111613" y="46665"/>
                  <a:pt x="111613" y="46567"/>
                </a:cubicBezTo>
                <a:lnTo>
                  <a:pt x="111613" y="46151"/>
                </a:lnTo>
                <a:cubicBezTo>
                  <a:pt x="111613" y="46249"/>
                  <a:pt x="111735" y="46249"/>
                  <a:pt x="111735" y="46249"/>
                </a:cubicBezTo>
                <a:cubicBezTo>
                  <a:pt x="111833" y="46249"/>
                  <a:pt x="111833" y="46249"/>
                  <a:pt x="111833" y="46151"/>
                </a:cubicBezTo>
                <a:lnTo>
                  <a:pt x="111833" y="43896"/>
                </a:lnTo>
                <a:cubicBezTo>
                  <a:pt x="111932" y="44827"/>
                  <a:pt x="112030" y="45636"/>
                  <a:pt x="112030" y="46567"/>
                </a:cubicBezTo>
                <a:lnTo>
                  <a:pt x="112128" y="46665"/>
                </a:lnTo>
                <a:cubicBezTo>
                  <a:pt x="112226" y="46567"/>
                  <a:pt x="112226" y="46567"/>
                  <a:pt x="112226" y="46469"/>
                </a:cubicBezTo>
                <a:lnTo>
                  <a:pt x="112226" y="46151"/>
                </a:lnTo>
                <a:cubicBezTo>
                  <a:pt x="112226" y="46249"/>
                  <a:pt x="112348" y="46249"/>
                  <a:pt x="112348" y="46249"/>
                </a:cubicBezTo>
                <a:cubicBezTo>
                  <a:pt x="112446" y="46249"/>
                  <a:pt x="112446" y="46249"/>
                  <a:pt x="112446" y="46151"/>
                </a:cubicBezTo>
                <a:lnTo>
                  <a:pt x="112446" y="45955"/>
                </a:lnTo>
                <a:cubicBezTo>
                  <a:pt x="112544" y="45955"/>
                  <a:pt x="112544" y="45955"/>
                  <a:pt x="112544" y="45856"/>
                </a:cubicBezTo>
                <a:lnTo>
                  <a:pt x="112544" y="43406"/>
                </a:lnTo>
                <a:lnTo>
                  <a:pt x="112544" y="42670"/>
                </a:lnTo>
                <a:cubicBezTo>
                  <a:pt x="112642" y="43602"/>
                  <a:pt x="112740" y="44631"/>
                  <a:pt x="112838" y="45440"/>
                </a:cubicBezTo>
                <a:cubicBezTo>
                  <a:pt x="112838" y="45538"/>
                  <a:pt x="112838" y="45538"/>
                  <a:pt x="112961" y="45538"/>
                </a:cubicBezTo>
                <a:cubicBezTo>
                  <a:pt x="112961" y="45538"/>
                  <a:pt x="113059" y="45538"/>
                  <a:pt x="113059" y="45440"/>
                </a:cubicBezTo>
                <a:lnTo>
                  <a:pt x="113059" y="45342"/>
                </a:lnTo>
                <a:lnTo>
                  <a:pt x="113059" y="45244"/>
                </a:lnTo>
                <a:lnTo>
                  <a:pt x="113157" y="45244"/>
                </a:lnTo>
                <a:cubicBezTo>
                  <a:pt x="113157" y="45244"/>
                  <a:pt x="113255" y="45244"/>
                  <a:pt x="113255" y="45121"/>
                </a:cubicBezTo>
                <a:lnTo>
                  <a:pt x="113255" y="43602"/>
                </a:lnTo>
                <a:cubicBezTo>
                  <a:pt x="113255" y="44312"/>
                  <a:pt x="113353" y="44925"/>
                  <a:pt x="113353" y="45636"/>
                </a:cubicBezTo>
                <a:lnTo>
                  <a:pt x="113451" y="45734"/>
                </a:lnTo>
                <a:cubicBezTo>
                  <a:pt x="113574" y="45734"/>
                  <a:pt x="113574" y="45636"/>
                  <a:pt x="113574" y="45636"/>
                </a:cubicBezTo>
                <a:lnTo>
                  <a:pt x="113574" y="43700"/>
                </a:lnTo>
                <a:cubicBezTo>
                  <a:pt x="113672" y="44116"/>
                  <a:pt x="113672" y="44631"/>
                  <a:pt x="113672" y="45023"/>
                </a:cubicBezTo>
                <a:lnTo>
                  <a:pt x="113770" y="45121"/>
                </a:lnTo>
                <a:cubicBezTo>
                  <a:pt x="113868" y="45121"/>
                  <a:pt x="113868" y="45023"/>
                  <a:pt x="113868" y="45023"/>
                </a:cubicBezTo>
                <a:lnTo>
                  <a:pt x="113868" y="43185"/>
                </a:lnTo>
                <a:lnTo>
                  <a:pt x="113868" y="41567"/>
                </a:lnTo>
                <a:cubicBezTo>
                  <a:pt x="113966" y="42376"/>
                  <a:pt x="114186" y="43185"/>
                  <a:pt x="114284" y="43896"/>
                </a:cubicBezTo>
                <a:cubicBezTo>
                  <a:pt x="114284" y="44018"/>
                  <a:pt x="114382" y="44018"/>
                  <a:pt x="114382" y="44018"/>
                </a:cubicBezTo>
                <a:cubicBezTo>
                  <a:pt x="114480" y="44018"/>
                  <a:pt x="114480" y="44018"/>
                  <a:pt x="114480" y="43896"/>
                </a:cubicBezTo>
                <a:lnTo>
                  <a:pt x="114480" y="42376"/>
                </a:lnTo>
                <a:lnTo>
                  <a:pt x="114480" y="41960"/>
                </a:lnTo>
                <a:cubicBezTo>
                  <a:pt x="114578" y="42572"/>
                  <a:pt x="114578" y="43185"/>
                  <a:pt x="114676" y="43700"/>
                </a:cubicBezTo>
                <a:cubicBezTo>
                  <a:pt x="114676" y="43798"/>
                  <a:pt x="114799" y="43896"/>
                  <a:pt x="114799" y="43896"/>
                </a:cubicBezTo>
                <a:cubicBezTo>
                  <a:pt x="114897" y="43896"/>
                  <a:pt x="114897" y="43798"/>
                  <a:pt x="114897" y="43700"/>
                </a:cubicBezTo>
                <a:lnTo>
                  <a:pt x="114897" y="42376"/>
                </a:lnTo>
                <a:lnTo>
                  <a:pt x="114897" y="41053"/>
                </a:lnTo>
                <a:cubicBezTo>
                  <a:pt x="114995" y="41862"/>
                  <a:pt x="115093" y="42572"/>
                  <a:pt x="115289" y="43283"/>
                </a:cubicBezTo>
                <a:cubicBezTo>
                  <a:pt x="115289" y="43283"/>
                  <a:pt x="115289" y="43406"/>
                  <a:pt x="115412" y="43406"/>
                </a:cubicBezTo>
                <a:lnTo>
                  <a:pt x="115510" y="43283"/>
                </a:lnTo>
                <a:lnTo>
                  <a:pt x="115510" y="42989"/>
                </a:lnTo>
                <a:cubicBezTo>
                  <a:pt x="115608" y="42989"/>
                  <a:pt x="115608" y="42989"/>
                  <a:pt x="115608" y="42891"/>
                </a:cubicBezTo>
                <a:lnTo>
                  <a:pt x="115608" y="41764"/>
                </a:lnTo>
                <a:lnTo>
                  <a:pt x="115608" y="41151"/>
                </a:lnTo>
                <a:cubicBezTo>
                  <a:pt x="115706" y="41567"/>
                  <a:pt x="115706" y="41862"/>
                  <a:pt x="115804" y="42278"/>
                </a:cubicBezTo>
                <a:cubicBezTo>
                  <a:pt x="115804" y="42278"/>
                  <a:pt x="115804" y="42376"/>
                  <a:pt x="115902" y="42376"/>
                </a:cubicBezTo>
                <a:lnTo>
                  <a:pt x="116024" y="42278"/>
                </a:lnTo>
                <a:lnTo>
                  <a:pt x="116024" y="41249"/>
                </a:lnTo>
                <a:lnTo>
                  <a:pt x="116024" y="40955"/>
                </a:lnTo>
                <a:cubicBezTo>
                  <a:pt x="116024" y="41347"/>
                  <a:pt x="116024" y="41764"/>
                  <a:pt x="116123" y="42058"/>
                </a:cubicBezTo>
                <a:cubicBezTo>
                  <a:pt x="116123" y="42180"/>
                  <a:pt x="116123" y="42180"/>
                  <a:pt x="116221" y="42180"/>
                </a:cubicBezTo>
                <a:cubicBezTo>
                  <a:pt x="116221" y="42180"/>
                  <a:pt x="116319" y="42180"/>
                  <a:pt x="116319" y="42058"/>
                </a:cubicBezTo>
                <a:lnTo>
                  <a:pt x="116319" y="41151"/>
                </a:lnTo>
                <a:lnTo>
                  <a:pt x="116319" y="40342"/>
                </a:lnTo>
                <a:cubicBezTo>
                  <a:pt x="116319" y="40832"/>
                  <a:pt x="116417" y="41249"/>
                  <a:pt x="116515" y="41567"/>
                </a:cubicBezTo>
                <a:cubicBezTo>
                  <a:pt x="116515" y="41665"/>
                  <a:pt x="116515" y="41665"/>
                  <a:pt x="116637" y="41665"/>
                </a:cubicBezTo>
                <a:cubicBezTo>
                  <a:pt x="116637" y="41665"/>
                  <a:pt x="116735" y="41665"/>
                  <a:pt x="116735" y="41567"/>
                </a:cubicBezTo>
                <a:lnTo>
                  <a:pt x="116735" y="40734"/>
                </a:lnTo>
                <a:lnTo>
                  <a:pt x="116735" y="39509"/>
                </a:lnTo>
                <a:cubicBezTo>
                  <a:pt x="116833" y="39925"/>
                  <a:pt x="116931" y="40342"/>
                  <a:pt x="117127" y="40636"/>
                </a:cubicBezTo>
                <a:cubicBezTo>
                  <a:pt x="117127" y="40734"/>
                  <a:pt x="117127" y="40734"/>
                  <a:pt x="117250" y="40734"/>
                </a:cubicBezTo>
                <a:lnTo>
                  <a:pt x="117250" y="40636"/>
                </a:lnTo>
                <a:lnTo>
                  <a:pt x="117250" y="40023"/>
                </a:lnTo>
                <a:cubicBezTo>
                  <a:pt x="117250" y="39925"/>
                  <a:pt x="117348" y="39925"/>
                  <a:pt x="117348" y="39925"/>
                </a:cubicBezTo>
                <a:lnTo>
                  <a:pt x="117348" y="39215"/>
                </a:lnTo>
                <a:cubicBezTo>
                  <a:pt x="117348" y="39509"/>
                  <a:pt x="117446" y="39827"/>
                  <a:pt x="117544" y="40121"/>
                </a:cubicBezTo>
                <a:lnTo>
                  <a:pt x="117642" y="40121"/>
                </a:lnTo>
                <a:cubicBezTo>
                  <a:pt x="117740" y="40121"/>
                  <a:pt x="117740" y="40121"/>
                  <a:pt x="117740" y="40023"/>
                </a:cubicBezTo>
                <a:lnTo>
                  <a:pt x="117740" y="39509"/>
                </a:lnTo>
                <a:lnTo>
                  <a:pt x="117740" y="38700"/>
                </a:lnTo>
                <a:cubicBezTo>
                  <a:pt x="117863" y="38994"/>
                  <a:pt x="117863" y="39313"/>
                  <a:pt x="117961" y="39509"/>
                </a:cubicBezTo>
                <a:cubicBezTo>
                  <a:pt x="117961" y="39607"/>
                  <a:pt x="117961" y="39607"/>
                  <a:pt x="118059" y="39607"/>
                </a:cubicBezTo>
                <a:lnTo>
                  <a:pt x="118157" y="39509"/>
                </a:lnTo>
                <a:lnTo>
                  <a:pt x="118157" y="39117"/>
                </a:lnTo>
                <a:lnTo>
                  <a:pt x="118157" y="38087"/>
                </a:lnTo>
                <a:cubicBezTo>
                  <a:pt x="118255" y="38381"/>
                  <a:pt x="118353" y="38700"/>
                  <a:pt x="118475" y="38896"/>
                </a:cubicBezTo>
                <a:cubicBezTo>
                  <a:pt x="118475" y="38896"/>
                  <a:pt x="118475" y="38940"/>
                  <a:pt x="118504" y="38940"/>
                </a:cubicBezTo>
                <a:cubicBezTo>
                  <a:pt x="118519" y="38940"/>
                  <a:pt x="118541" y="38929"/>
                  <a:pt x="118573" y="38896"/>
                </a:cubicBezTo>
                <a:lnTo>
                  <a:pt x="118573" y="38798"/>
                </a:lnTo>
                <a:lnTo>
                  <a:pt x="118573" y="38504"/>
                </a:lnTo>
                <a:cubicBezTo>
                  <a:pt x="118671" y="38602"/>
                  <a:pt x="118671" y="38602"/>
                  <a:pt x="118671" y="38700"/>
                </a:cubicBezTo>
                <a:cubicBezTo>
                  <a:pt x="118671" y="38798"/>
                  <a:pt x="118671" y="38798"/>
                  <a:pt x="118769" y="38798"/>
                </a:cubicBezTo>
                <a:cubicBezTo>
                  <a:pt x="118769" y="38798"/>
                  <a:pt x="118867" y="38798"/>
                  <a:pt x="118867" y="38700"/>
                </a:cubicBezTo>
                <a:lnTo>
                  <a:pt x="118867" y="38381"/>
                </a:lnTo>
                <a:lnTo>
                  <a:pt x="118867" y="37278"/>
                </a:lnTo>
                <a:cubicBezTo>
                  <a:pt x="118966" y="37474"/>
                  <a:pt x="119088" y="37671"/>
                  <a:pt x="119186" y="37769"/>
                </a:cubicBezTo>
                <a:cubicBezTo>
                  <a:pt x="119186" y="37891"/>
                  <a:pt x="119284" y="37891"/>
                  <a:pt x="119284" y="37891"/>
                </a:cubicBezTo>
                <a:cubicBezTo>
                  <a:pt x="119382" y="37891"/>
                  <a:pt x="119382" y="37769"/>
                  <a:pt x="119382" y="37769"/>
                </a:cubicBezTo>
                <a:lnTo>
                  <a:pt x="119382" y="37573"/>
                </a:lnTo>
                <a:lnTo>
                  <a:pt x="119382" y="36862"/>
                </a:lnTo>
                <a:cubicBezTo>
                  <a:pt x="119382" y="36960"/>
                  <a:pt x="119480" y="37058"/>
                  <a:pt x="119578" y="37278"/>
                </a:cubicBezTo>
                <a:lnTo>
                  <a:pt x="119701" y="37278"/>
                </a:lnTo>
                <a:lnTo>
                  <a:pt x="119701" y="37156"/>
                </a:lnTo>
                <a:lnTo>
                  <a:pt x="119701" y="37058"/>
                </a:lnTo>
                <a:lnTo>
                  <a:pt x="119799" y="37058"/>
                </a:lnTo>
                <a:lnTo>
                  <a:pt x="119799" y="36764"/>
                </a:lnTo>
                <a:cubicBezTo>
                  <a:pt x="119799" y="36862"/>
                  <a:pt x="119897" y="36862"/>
                  <a:pt x="119897" y="36862"/>
                </a:cubicBezTo>
                <a:cubicBezTo>
                  <a:pt x="119995" y="36862"/>
                  <a:pt x="119995" y="36764"/>
                  <a:pt x="119995" y="36764"/>
                </a:cubicBezTo>
                <a:lnTo>
                  <a:pt x="119995" y="36666"/>
                </a:lnTo>
                <a:lnTo>
                  <a:pt x="119995" y="36249"/>
                </a:lnTo>
                <a:lnTo>
                  <a:pt x="120191" y="36249"/>
                </a:lnTo>
                <a:cubicBezTo>
                  <a:pt x="120314" y="36249"/>
                  <a:pt x="120314" y="36249"/>
                  <a:pt x="120314" y="36151"/>
                </a:cubicBezTo>
                <a:lnTo>
                  <a:pt x="120314" y="36053"/>
                </a:lnTo>
                <a:lnTo>
                  <a:pt x="120314" y="35440"/>
                </a:lnTo>
                <a:lnTo>
                  <a:pt x="120510" y="35636"/>
                </a:lnTo>
                <a:lnTo>
                  <a:pt x="120608" y="35636"/>
                </a:lnTo>
                <a:lnTo>
                  <a:pt x="120608" y="35538"/>
                </a:lnTo>
                <a:lnTo>
                  <a:pt x="120608" y="35440"/>
                </a:lnTo>
                <a:lnTo>
                  <a:pt x="120608" y="34828"/>
                </a:lnTo>
                <a:cubicBezTo>
                  <a:pt x="120659" y="34853"/>
                  <a:pt x="120712" y="34866"/>
                  <a:pt x="120765" y="34866"/>
                </a:cubicBezTo>
                <a:cubicBezTo>
                  <a:pt x="120911" y="34866"/>
                  <a:pt x="121050" y="34770"/>
                  <a:pt x="121122" y="34607"/>
                </a:cubicBezTo>
                <a:cubicBezTo>
                  <a:pt x="121220" y="34607"/>
                  <a:pt x="121220" y="34607"/>
                  <a:pt x="121220" y="34509"/>
                </a:cubicBezTo>
                <a:lnTo>
                  <a:pt x="121220" y="34313"/>
                </a:lnTo>
                <a:lnTo>
                  <a:pt x="121318" y="34313"/>
                </a:lnTo>
                <a:lnTo>
                  <a:pt x="121318" y="34215"/>
                </a:lnTo>
                <a:lnTo>
                  <a:pt x="121318" y="33896"/>
                </a:lnTo>
                <a:lnTo>
                  <a:pt x="121539" y="33896"/>
                </a:lnTo>
                <a:lnTo>
                  <a:pt x="121539" y="33798"/>
                </a:lnTo>
                <a:lnTo>
                  <a:pt x="121539" y="33602"/>
                </a:lnTo>
                <a:cubicBezTo>
                  <a:pt x="121735" y="33480"/>
                  <a:pt x="121833" y="33382"/>
                  <a:pt x="121931" y="33185"/>
                </a:cubicBezTo>
                <a:lnTo>
                  <a:pt x="121931" y="33087"/>
                </a:lnTo>
                <a:cubicBezTo>
                  <a:pt x="121931" y="32989"/>
                  <a:pt x="121833" y="32989"/>
                  <a:pt x="121833" y="32989"/>
                </a:cubicBezTo>
                <a:lnTo>
                  <a:pt x="121735" y="32989"/>
                </a:lnTo>
                <a:lnTo>
                  <a:pt x="121735" y="33087"/>
                </a:lnTo>
                <a:cubicBezTo>
                  <a:pt x="121637" y="33283"/>
                  <a:pt x="121539" y="33382"/>
                  <a:pt x="121416" y="33480"/>
                </a:cubicBezTo>
                <a:cubicBezTo>
                  <a:pt x="121416" y="33480"/>
                  <a:pt x="121318" y="33480"/>
                  <a:pt x="121318" y="33602"/>
                </a:cubicBezTo>
                <a:lnTo>
                  <a:pt x="121318" y="33700"/>
                </a:lnTo>
                <a:lnTo>
                  <a:pt x="121220" y="33700"/>
                </a:lnTo>
                <a:lnTo>
                  <a:pt x="121122" y="33798"/>
                </a:lnTo>
                <a:lnTo>
                  <a:pt x="121122" y="33896"/>
                </a:lnTo>
                <a:lnTo>
                  <a:pt x="121024" y="33994"/>
                </a:lnTo>
                <a:lnTo>
                  <a:pt x="121024" y="34092"/>
                </a:lnTo>
                <a:lnTo>
                  <a:pt x="121024" y="34509"/>
                </a:lnTo>
                <a:cubicBezTo>
                  <a:pt x="120804" y="34607"/>
                  <a:pt x="120706" y="34607"/>
                  <a:pt x="120608" y="34607"/>
                </a:cubicBezTo>
                <a:lnTo>
                  <a:pt x="120510" y="34607"/>
                </a:lnTo>
                <a:cubicBezTo>
                  <a:pt x="120510" y="34607"/>
                  <a:pt x="120412" y="34607"/>
                  <a:pt x="120412" y="34705"/>
                </a:cubicBezTo>
                <a:lnTo>
                  <a:pt x="120412" y="35220"/>
                </a:lnTo>
                <a:cubicBezTo>
                  <a:pt x="120412" y="35122"/>
                  <a:pt x="120412" y="35024"/>
                  <a:pt x="120314" y="35024"/>
                </a:cubicBezTo>
                <a:cubicBezTo>
                  <a:pt x="120314" y="34926"/>
                  <a:pt x="120314" y="34926"/>
                  <a:pt x="120191" y="34926"/>
                </a:cubicBezTo>
                <a:lnTo>
                  <a:pt x="120191" y="35024"/>
                </a:lnTo>
                <a:lnTo>
                  <a:pt x="120093" y="35024"/>
                </a:lnTo>
                <a:cubicBezTo>
                  <a:pt x="120093" y="35024"/>
                  <a:pt x="119995" y="35024"/>
                  <a:pt x="119995" y="35122"/>
                </a:cubicBezTo>
                <a:lnTo>
                  <a:pt x="119995" y="35220"/>
                </a:lnTo>
                <a:lnTo>
                  <a:pt x="119897" y="35220"/>
                </a:lnTo>
                <a:cubicBezTo>
                  <a:pt x="119897" y="35220"/>
                  <a:pt x="119799" y="35220"/>
                  <a:pt x="119799" y="35318"/>
                </a:cubicBezTo>
                <a:lnTo>
                  <a:pt x="119799" y="35440"/>
                </a:lnTo>
                <a:lnTo>
                  <a:pt x="119799" y="35832"/>
                </a:lnTo>
                <a:cubicBezTo>
                  <a:pt x="119799" y="35734"/>
                  <a:pt x="119799" y="35636"/>
                  <a:pt x="119701" y="35538"/>
                </a:cubicBezTo>
                <a:lnTo>
                  <a:pt x="119578" y="35538"/>
                </a:lnTo>
                <a:cubicBezTo>
                  <a:pt x="119578" y="35538"/>
                  <a:pt x="119480" y="35538"/>
                  <a:pt x="119480" y="35636"/>
                </a:cubicBezTo>
                <a:lnTo>
                  <a:pt x="119480" y="35734"/>
                </a:lnTo>
                <a:lnTo>
                  <a:pt x="119480" y="36445"/>
                </a:lnTo>
                <a:cubicBezTo>
                  <a:pt x="119480" y="36347"/>
                  <a:pt x="119382" y="36151"/>
                  <a:pt x="119382" y="35930"/>
                </a:cubicBezTo>
                <a:lnTo>
                  <a:pt x="119284" y="35832"/>
                </a:lnTo>
                <a:cubicBezTo>
                  <a:pt x="119186" y="35832"/>
                  <a:pt x="119186" y="35930"/>
                  <a:pt x="119186" y="35930"/>
                </a:cubicBezTo>
                <a:lnTo>
                  <a:pt x="119186" y="36151"/>
                </a:lnTo>
                <a:lnTo>
                  <a:pt x="119186" y="37156"/>
                </a:lnTo>
                <a:cubicBezTo>
                  <a:pt x="119088" y="36960"/>
                  <a:pt x="118966" y="36666"/>
                  <a:pt x="118867" y="36347"/>
                </a:cubicBezTo>
                <a:lnTo>
                  <a:pt x="118769" y="36347"/>
                </a:lnTo>
                <a:cubicBezTo>
                  <a:pt x="118671" y="36347"/>
                  <a:pt x="118671" y="36347"/>
                  <a:pt x="118671" y="36445"/>
                </a:cubicBezTo>
                <a:lnTo>
                  <a:pt x="118671" y="36764"/>
                </a:lnTo>
                <a:lnTo>
                  <a:pt x="118671" y="36862"/>
                </a:lnTo>
                <a:cubicBezTo>
                  <a:pt x="118671" y="36764"/>
                  <a:pt x="118671" y="36666"/>
                  <a:pt x="118573" y="36543"/>
                </a:cubicBezTo>
                <a:cubicBezTo>
                  <a:pt x="118573" y="36543"/>
                  <a:pt x="118573" y="36500"/>
                  <a:pt x="118544" y="36500"/>
                </a:cubicBezTo>
                <a:cubicBezTo>
                  <a:pt x="118530" y="36500"/>
                  <a:pt x="118508" y="36510"/>
                  <a:pt x="118475" y="36543"/>
                </a:cubicBezTo>
                <a:cubicBezTo>
                  <a:pt x="118475" y="36543"/>
                  <a:pt x="118353" y="36543"/>
                  <a:pt x="118353" y="36666"/>
                </a:cubicBezTo>
                <a:lnTo>
                  <a:pt x="118353" y="36960"/>
                </a:lnTo>
                <a:lnTo>
                  <a:pt x="118353" y="37891"/>
                </a:lnTo>
                <a:cubicBezTo>
                  <a:pt x="118255" y="37573"/>
                  <a:pt x="118255" y="37278"/>
                  <a:pt x="118157" y="36960"/>
                </a:cubicBezTo>
                <a:cubicBezTo>
                  <a:pt x="118059" y="36862"/>
                  <a:pt x="118059" y="36862"/>
                  <a:pt x="117961" y="36862"/>
                </a:cubicBezTo>
                <a:lnTo>
                  <a:pt x="117961" y="36960"/>
                </a:lnTo>
                <a:lnTo>
                  <a:pt x="117961" y="37376"/>
                </a:lnTo>
                <a:lnTo>
                  <a:pt x="117961" y="37989"/>
                </a:lnTo>
                <a:cubicBezTo>
                  <a:pt x="117863" y="37671"/>
                  <a:pt x="117863" y="37376"/>
                  <a:pt x="117740" y="37058"/>
                </a:cubicBezTo>
                <a:cubicBezTo>
                  <a:pt x="117740" y="36960"/>
                  <a:pt x="117642" y="36960"/>
                  <a:pt x="117642" y="36960"/>
                </a:cubicBezTo>
                <a:cubicBezTo>
                  <a:pt x="117544" y="36960"/>
                  <a:pt x="117544" y="37058"/>
                  <a:pt x="117544" y="37058"/>
                </a:cubicBezTo>
                <a:lnTo>
                  <a:pt x="117544" y="37573"/>
                </a:lnTo>
                <a:lnTo>
                  <a:pt x="117544" y="38798"/>
                </a:lnTo>
                <a:cubicBezTo>
                  <a:pt x="117446" y="38381"/>
                  <a:pt x="117348" y="38087"/>
                  <a:pt x="117250" y="37671"/>
                </a:cubicBezTo>
                <a:cubicBezTo>
                  <a:pt x="117250" y="37573"/>
                  <a:pt x="117250" y="37573"/>
                  <a:pt x="117127" y="37573"/>
                </a:cubicBezTo>
                <a:lnTo>
                  <a:pt x="117029" y="37671"/>
                </a:lnTo>
                <a:lnTo>
                  <a:pt x="117029" y="38283"/>
                </a:lnTo>
                <a:lnTo>
                  <a:pt x="117029" y="39313"/>
                </a:lnTo>
                <a:cubicBezTo>
                  <a:pt x="116931" y="38896"/>
                  <a:pt x="116833" y="38504"/>
                  <a:pt x="116735" y="37989"/>
                </a:cubicBezTo>
                <a:lnTo>
                  <a:pt x="116637" y="37891"/>
                </a:lnTo>
                <a:cubicBezTo>
                  <a:pt x="116515" y="37891"/>
                  <a:pt x="116515" y="37989"/>
                  <a:pt x="116515" y="37989"/>
                </a:cubicBezTo>
                <a:lnTo>
                  <a:pt x="116515" y="38798"/>
                </a:lnTo>
                <a:lnTo>
                  <a:pt x="116515" y="39313"/>
                </a:lnTo>
                <a:cubicBezTo>
                  <a:pt x="116417" y="38896"/>
                  <a:pt x="116319" y="38381"/>
                  <a:pt x="116319" y="37989"/>
                </a:cubicBezTo>
                <a:cubicBezTo>
                  <a:pt x="116319" y="37891"/>
                  <a:pt x="116221" y="37891"/>
                  <a:pt x="116221" y="37891"/>
                </a:cubicBezTo>
                <a:cubicBezTo>
                  <a:pt x="116123" y="37891"/>
                  <a:pt x="116123" y="37891"/>
                  <a:pt x="116123" y="37989"/>
                </a:cubicBezTo>
                <a:lnTo>
                  <a:pt x="116123" y="38896"/>
                </a:lnTo>
                <a:lnTo>
                  <a:pt x="116123" y="39215"/>
                </a:lnTo>
                <a:cubicBezTo>
                  <a:pt x="116024" y="38798"/>
                  <a:pt x="116024" y="38381"/>
                  <a:pt x="116024" y="37989"/>
                </a:cubicBezTo>
                <a:cubicBezTo>
                  <a:pt x="116024" y="37891"/>
                  <a:pt x="115902" y="37891"/>
                  <a:pt x="115902" y="37891"/>
                </a:cubicBezTo>
                <a:cubicBezTo>
                  <a:pt x="115804" y="37891"/>
                  <a:pt x="115804" y="37989"/>
                  <a:pt x="115804" y="37989"/>
                </a:cubicBezTo>
                <a:lnTo>
                  <a:pt x="115804" y="38994"/>
                </a:lnTo>
                <a:lnTo>
                  <a:pt x="115804" y="39607"/>
                </a:lnTo>
                <a:cubicBezTo>
                  <a:pt x="115706" y="39215"/>
                  <a:pt x="115706" y="38798"/>
                  <a:pt x="115608" y="38381"/>
                </a:cubicBezTo>
                <a:lnTo>
                  <a:pt x="115510" y="38283"/>
                </a:lnTo>
                <a:lnTo>
                  <a:pt x="115510" y="38087"/>
                </a:lnTo>
                <a:lnTo>
                  <a:pt x="115412" y="37989"/>
                </a:lnTo>
                <a:cubicBezTo>
                  <a:pt x="115289" y="37989"/>
                  <a:pt x="115289" y="38087"/>
                  <a:pt x="115289" y="38087"/>
                </a:cubicBezTo>
                <a:lnTo>
                  <a:pt x="115289" y="39313"/>
                </a:lnTo>
                <a:lnTo>
                  <a:pt x="115191" y="39313"/>
                </a:lnTo>
                <a:lnTo>
                  <a:pt x="115191" y="40636"/>
                </a:lnTo>
                <a:cubicBezTo>
                  <a:pt x="115093" y="39827"/>
                  <a:pt x="114995" y="38994"/>
                  <a:pt x="114897" y="38087"/>
                </a:cubicBezTo>
                <a:cubicBezTo>
                  <a:pt x="114897" y="38087"/>
                  <a:pt x="114897" y="37989"/>
                  <a:pt x="114799" y="37989"/>
                </a:cubicBezTo>
                <a:lnTo>
                  <a:pt x="114676" y="38087"/>
                </a:lnTo>
                <a:lnTo>
                  <a:pt x="114676" y="38185"/>
                </a:lnTo>
                <a:lnTo>
                  <a:pt x="114676" y="39509"/>
                </a:lnTo>
                <a:lnTo>
                  <a:pt x="114676" y="39607"/>
                </a:lnTo>
                <a:lnTo>
                  <a:pt x="114676" y="40440"/>
                </a:lnTo>
                <a:cubicBezTo>
                  <a:pt x="114578" y="39827"/>
                  <a:pt x="114578" y="39215"/>
                  <a:pt x="114480" y="38504"/>
                </a:cubicBezTo>
                <a:cubicBezTo>
                  <a:pt x="114480" y="38504"/>
                  <a:pt x="114480" y="38381"/>
                  <a:pt x="114382" y="38381"/>
                </a:cubicBezTo>
                <a:cubicBezTo>
                  <a:pt x="114284" y="38381"/>
                  <a:pt x="114284" y="38504"/>
                  <a:pt x="114284" y="38504"/>
                </a:cubicBezTo>
                <a:lnTo>
                  <a:pt x="114284" y="40121"/>
                </a:lnTo>
                <a:lnTo>
                  <a:pt x="114284" y="41053"/>
                </a:lnTo>
                <a:cubicBezTo>
                  <a:pt x="114186" y="40219"/>
                  <a:pt x="113966" y="39313"/>
                  <a:pt x="113868" y="38381"/>
                </a:cubicBezTo>
                <a:cubicBezTo>
                  <a:pt x="113868" y="38283"/>
                  <a:pt x="113868" y="38283"/>
                  <a:pt x="113770" y="38283"/>
                </a:cubicBezTo>
                <a:cubicBezTo>
                  <a:pt x="113770" y="38283"/>
                  <a:pt x="113672" y="38283"/>
                  <a:pt x="113672" y="38381"/>
                </a:cubicBezTo>
                <a:lnTo>
                  <a:pt x="113672" y="39607"/>
                </a:lnTo>
                <a:cubicBezTo>
                  <a:pt x="113672" y="39117"/>
                  <a:pt x="113672" y="38700"/>
                  <a:pt x="113574" y="38185"/>
                </a:cubicBezTo>
                <a:cubicBezTo>
                  <a:pt x="113574" y="38087"/>
                  <a:pt x="113574" y="38087"/>
                  <a:pt x="113451" y="38087"/>
                </a:cubicBezTo>
                <a:cubicBezTo>
                  <a:pt x="113451" y="38087"/>
                  <a:pt x="113353" y="38087"/>
                  <a:pt x="113353" y="38185"/>
                </a:cubicBezTo>
                <a:lnTo>
                  <a:pt x="113353" y="40121"/>
                </a:lnTo>
                <a:lnTo>
                  <a:pt x="113353" y="40955"/>
                </a:lnTo>
                <a:cubicBezTo>
                  <a:pt x="113353" y="40219"/>
                  <a:pt x="113255" y="39509"/>
                  <a:pt x="113255" y="38700"/>
                </a:cubicBezTo>
                <a:cubicBezTo>
                  <a:pt x="113255" y="38700"/>
                  <a:pt x="113157" y="38700"/>
                  <a:pt x="113157" y="38602"/>
                </a:cubicBezTo>
                <a:cubicBezTo>
                  <a:pt x="113059" y="38700"/>
                  <a:pt x="113059" y="38700"/>
                  <a:pt x="113059" y="38798"/>
                </a:cubicBezTo>
                <a:lnTo>
                  <a:pt x="113059" y="38700"/>
                </a:lnTo>
                <a:lnTo>
                  <a:pt x="113059" y="38602"/>
                </a:lnTo>
                <a:cubicBezTo>
                  <a:pt x="113059" y="38504"/>
                  <a:pt x="112961" y="38504"/>
                  <a:pt x="112961" y="38504"/>
                </a:cubicBezTo>
                <a:cubicBezTo>
                  <a:pt x="112838" y="38504"/>
                  <a:pt x="112838" y="38504"/>
                  <a:pt x="112838" y="38602"/>
                </a:cubicBezTo>
                <a:lnTo>
                  <a:pt x="112838" y="40832"/>
                </a:lnTo>
                <a:lnTo>
                  <a:pt x="112838" y="41053"/>
                </a:lnTo>
                <a:cubicBezTo>
                  <a:pt x="112740" y="40023"/>
                  <a:pt x="112642" y="38994"/>
                  <a:pt x="112544" y="37891"/>
                </a:cubicBezTo>
                <a:lnTo>
                  <a:pt x="112446" y="37769"/>
                </a:lnTo>
                <a:lnTo>
                  <a:pt x="112348" y="37769"/>
                </a:lnTo>
                <a:lnTo>
                  <a:pt x="112226" y="37891"/>
                </a:lnTo>
                <a:cubicBezTo>
                  <a:pt x="112226" y="37769"/>
                  <a:pt x="112226" y="37769"/>
                  <a:pt x="112128" y="37769"/>
                </a:cubicBezTo>
                <a:cubicBezTo>
                  <a:pt x="112128" y="37769"/>
                  <a:pt x="112030" y="37769"/>
                  <a:pt x="112030" y="37891"/>
                </a:cubicBezTo>
                <a:lnTo>
                  <a:pt x="112030" y="40440"/>
                </a:lnTo>
                <a:lnTo>
                  <a:pt x="112030" y="40538"/>
                </a:lnTo>
                <a:cubicBezTo>
                  <a:pt x="112030" y="39607"/>
                  <a:pt x="111932" y="38700"/>
                  <a:pt x="111833" y="37769"/>
                </a:cubicBezTo>
                <a:cubicBezTo>
                  <a:pt x="111833" y="37769"/>
                  <a:pt x="111833" y="37671"/>
                  <a:pt x="111735" y="37671"/>
                </a:cubicBezTo>
                <a:lnTo>
                  <a:pt x="111613" y="37769"/>
                </a:lnTo>
                <a:lnTo>
                  <a:pt x="111613" y="38700"/>
                </a:lnTo>
                <a:cubicBezTo>
                  <a:pt x="111613" y="38602"/>
                  <a:pt x="111515" y="38602"/>
                  <a:pt x="111515" y="38602"/>
                </a:cubicBezTo>
                <a:lnTo>
                  <a:pt x="111515" y="38504"/>
                </a:lnTo>
                <a:cubicBezTo>
                  <a:pt x="111515" y="38381"/>
                  <a:pt x="111417" y="38381"/>
                  <a:pt x="111417" y="38381"/>
                </a:cubicBezTo>
                <a:cubicBezTo>
                  <a:pt x="111319" y="38381"/>
                  <a:pt x="111319" y="38381"/>
                  <a:pt x="111319" y="38504"/>
                </a:cubicBezTo>
                <a:lnTo>
                  <a:pt x="111319" y="40636"/>
                </a:lnTo>
                <a:cubicBezTo>
                  <a:pt x="111221" y="39729"/>
                  <a:pt x="111123" y="38798"/>
                  <a:pt x="111123" y="37891"/>
                </a:cubicBezTo>
                <a:cubicBezTo>
                  <a:pt x="111123" y="37769"/>
                  <a:pt x="111123" y="37769"/>
                  <a:pt x="111000" y="37769"/>
                </a:cubicBezTo>
                <a:cubicBezTo>
                  <a:pt x="110902" y="37769"/>
                  <a:pt x="110902" y="37769"/>
                  <a:pt x="110902" y="37891"/>
                </a:cubicBezTo>
                <a:lnTo>
                  <a:pt x="110902" y="41053"/>
                </a:lnTo>
                <a:lnTo>
                  <a:pt x="110902" y="41347"/>
                </a:lnTo>
                <a:cubicBezTo>
                  <a:pt x="110804" y="40121"/>
                  <a:pt x="110706" y="38994"/>
                  <a:pt x="110706" y="37769"/>
                </a:cubicBezTo>
                <a:cubicBezTo>
                  <a:pt x="110706" y="37671"/>
                  <a:pt x="110608" y="37671"/>
                  <a:pt x="110608" y="37671"/>
                </a:cubicBezTo>
                <a:cubicBezTo>
                  <a:pt x="110510" y="37671"/>
                  <a:pt x="110510" y="37671"/>
                  <a:pt x="110510" y="37769"/>
                </a:cubicBezTo>
                <a:lnTo>
                  <a:pt x="110510" y="39117"/>
                </a:lnTo>
                <a:cubicBezTo>
                  <a:pt x="110510" y="38798"/>
                  <a:pt x="110387" y="38381"/>
                  <a:pt x="110387" y="38087"/>
                </a:cubicBezTo>
                <a:cubicBezTo>
                  <a:pt x="110387" y="38087"/>
                  <a:pt x="110387" y="37989"/>
                  <a:pt x="110289" y="37989"/>
                </a:cubicBezTo>
                <a:lnTo>
                  <a:pt x="110289" y="37769"/>
                </a:lnTo>
                <a:cubicBezTo>
                  <a:pt x="110289" y="37671"/>
                  <a:pt x="110289" y="37671"/>
                  <a:pt x="110191" y="37671"/>
                </a:cubicBezTo>
                <a:cubicBezTo>
                  <a:pt x="110191" y="37671"/>
                  <a:pt x="110093" y="37671"/>
                  <a:pt x="110093" y="37769"/>
                </a:cubicBezTo>
                <a:lnTo>
                  <a:pt x="110093" y="37891"/>
                </a:lnTo>
                <a:cubicBezTo>
                  <a:pt x="109995" y="37891"/>
                  <a:pt x="109995" y="37891"/>
                  <a:pt x="109995" y="37989"/>
                </a:cubicBezTo>
                <a:lnTo>
                  <a:pt x="109995" y="41665"/>
                </a:lnTo>
                <a:lnTo>
                  <a:pt x="109995" y="41764"/>
                </a:lnTo>
                <a:cubicBezTo>
                  <a:pt x="109897" y="40121"/>
                  <a:pt x="109677" y="38504"/>
                  <a:pt x="109579" y="36862"/>
                </a:cubicBezTo>
                <a:cubicBezTo>
                  <a:pt x="109579" y="36764"/>
                  <a:pt x="109579" y="36764"/>
                  <a:pt x="109481" y="36764"/>
                </a:cubicBezTo>
                <a:cubicBezTo>
                  <a:pt x="109481" y="36764"/>
                  <a:pt x="109383" y="36764"/>
                  <a:pt x="109383" y="36862"/>
                </a:cubicBezTo>
                <a:lnTo>
                  <a:pt x="109383" y="40219"/>
                </a:lnTo>
                <a:cubicBezTo>
                  <a:pt x="109383" y="39117"/>
                  <a:pt x="109285" y="37891"/>
                  <a:pt x="109162" y="36543"/>
                </a:cubicBezTo>
                <a:cubicBezTo>
                  <a:pt x="109162" y="36543"/>
                  <a:pt x="109162" y="36445"/>
                  <a:pt x="109064" y="36445"/>
                </a:cubicBezTo>
                <a:lnTo>
                  <a:pt x="108966" y="36543"/>
                </a:lnTo>
                <a:lnTo>
                  <a:pt x="108966" y="39313"/>
                </a:lnTo>
                <a:cubicBezTo>
                  <a:pt x="108966" y="38504"/>
                  <a:pt x="108966" y="37671"/>
                  <a:pt x="108868" y="36862"/>
                </a:cubicBezTo>
                <a:cubicBezTo>
                  <a:pt x="108868" y="36764"/>
                  <a:pt x="108868" y="36764"/>
                  <a:pt x="108770" y="36764"/>
                </a:cubicBezTo>
                <a:lnTo>
                  <a:pt x="108672" y="36862"/>
                </a:lnTo>
                <a:lnTo>
                  <a:pt x="108672" y="37573"/>
                </a:lnTo>
                <a:lnTo>
                  <a:pt x="108672" y="41151"/>
                </a:lnTo>
                <a:cubicBezTo>
                  <a:pt x="108549" y="39607"/>
                  <a:pt x="108451" y="37891"/>
                  <a:pt x="108353" y="36249"/>
                </a:cubicBezTo>
                <a:cubicBezTo>
                  <a:pt x="108353" y="36151"/>
                  <a:pt x="108353" y="36151"/>
                  <a:pt x="108255" y="36151"/>
                </a:cubicBezTo>
                <a:cubicBezTo>
                  <a:pt x="108255" y="36151"/>
                  <a:pt x="108157" y="36151"/>
                  <a:pt x="108157" y="36249"/>
                </a:cubicBezTo>
                <a:lnTo>
                  <a:pt x="108157" y="36445"/>
                </a:lnTo>
                <a:lnTo>
                  <a:pt x="108157" y="36543"/>
                </a:lnTo>
                <a:lnTo>
                  <a:pt x="108157" y="41151"/>
                </a:lnTo>
                <a:cubicBezTo>
                  <a:pt x="108059" y="39509"/>
                  <a:pt x="107937" y="37989"/>
                  <a:pt x="107839" y="36347"/>
                </a:cubicBezTo>
                <a:cubicBezTo>
                  <a:pt x="107741" y="36347"/>
                  <a:pt x="107741" y="36249"/>
                  <a:pt x="107642" y="36249"/>
                </a:cubicBezTo>
                <a:lnTo>
                  <a:pt x="107642" y="36347"/>
                </a:lnTo>
                <a:lnTo>
                  <a:pt x="107642" y="36764"/>
                </a:lnTo>
                <a:cubicBezTo>
                  <a:pt x="107544" y="36764"/>
                  <a:pt x="107544" y="36666"/>
                  <a:pt x="107544" y="36666"/>
                </a:cubicBezTo>
                <a:cubicBezTo>
                  <a:pt x="107446" y="36666"/>
                  <a:pt x="107446" y="36764"/>
                  <a:pt x="107446" y="36862"/>
                </a:cubicBezTo>
                <a:lnTo>
                  <a:pt x="107446" y="41665"/>
                </a:lnTo>
                <a:cubicBezTo>
                  <a:pt x="107324" y="39925"/>
                  <a:pt x="107226" y="38185"/>
                  <a:pt x="107128" y="36445"/>
                </a:cubicBezTo>
                <a:cubicBezTo>
                  <a:pt x="107128" y="36347"/>
                  <a:pt x="107030" y="36347"/>
                  <a:pt x="107030" y="36347"/>
                </a:cubicBezTo>
                <a:cubicBezTo>
                  <a:pt x="106932" y="36347"/>
                  <a:pt x="106932" y="36347"/>
                  <a:pt x="106932" y="36445"/>
                </a:cubicBezTo>
                <a:lnTo>
                  <a:pt x="106932" y="40734"/>
                </a:lnTo>
                <a:cubicBezTo>
                  <a:pt x="106834" y="38994"/>
                  <a:pt x="106711" y="37156"/>
                  <a:pt x="106613" y="35220"/>
                </a:cubicBezTo>
                <a:cubicBezTo>
                  <a:pt x="106613" y="35220"/>
                  <a:pt x="106613" y="35122"/>
                  <a:pt x="106515" y="35122"/>
                </a:cubicBezTo>
                <a:cubicBezTo>
                  <a:pt x="106417" y="35122"/>
                  <a:pt x="106417" y="35220"/>
                  <a:pt x="106417" y="35220"/>
                </a:cubicBezTo>
                <a:lnTo>
                  <a:pt x="106417" y="40734"/>
                </a:lnTo>
                <a:cubicBezTo>
                  <a:pt x="106319" y="38994"/>
                  <a:pt x="106221" y="37278"/>
                  <a:pt x="106098" y="35440"/>
                </a:cubicBezTo>
                <a:cubicBezTo>
                  <a:pt x="106000" y="35318"/>
                  <a:pt x="106000" y="35318"/>
                  <a:pt x="105902" y="35318"/>
                </a:cubicBezTo>
                <a:cubicBezTo>
                  <a:pt x="105902" y="35318"/>
                  <a:pt x="105804" y="35318"/>
                  <a:pt x="105804" y="35440"/>
                </a:cubicBezTo>
                <a:lnTo>
                  <a:pt x="105804" y="40023"/>
                </a:lnTo>
                <a:cubicBezTo>
                  <a:pt x="105706" y="37989"/>
                  <a:pt x="105706" y="35930"/>
                  <a:pt x="105608" y="33798"/>
                </a:cubicBezTo>
                <a:cubicBezTo>
                  <a:pt x="105486" y="33798"/>
                  <a:pt x="105486" y="33700"/>
                  <a:pt x="105486" y="33700"/>
                </a:cubicBezTo>
                <a:lnTo>
                  <a:pt x="105388" y="33700"/>
                </a:lnTo>
                <a:lnTo>
                  <a:pt x="105290" y="33798"/>
                </a:lnTo>
                <a:lnTo>
                  <a:pt x="105290" y="33896"/>
                </a:lnTo>
                <a:lnTo>
                  <a:pt x="105290" y="33994"/>
                </a:lnTo>
                <a:lnTo>
                  <a:pt x="105290" y="40121"/>
                </a:lnTo>
                <a:lnTo>
                  <a:pt x="105290" y="40219"/>
                </a:lnTo>
                <a:cubicBezTo>
                  <a:pt x="105192" y="38381"/>
                  <a:pt x="105094" y="36543"/>
                  <a:pt x="104996" y="34607"/>
                </a:cubicBezTo>
                <a:cubicBezTo>
                  <a:pt x="104996" y="34607"/>
                  <a:pt x="104996" y="34509"/>
                  <a:pt x="104873" y="34509"/>
                </a:cubicBezTo>
                <a:lnTo>
                  <a:pt x="104775" y="34607"/>
                </a:lnTo>
                <a:lnTo>
                  <a:pt x="104775" y="38896"/>
                </a:lnTo>
                <a:cubicBezTo>
                  <a:pt x="104677" y="37156"/>
                  <a:pt x="104579" y="35318"/>
                  <a:pt x="104579" y="33480"/>
                </a:cubicBezTo>
                <a:cubicBezTo>
                  <a:pt x="104481" y="33480"/>
                  <a:pt x="104481" y="33382"/>
                  <a:pt x="104383" y="33382"/>
                </a:cubicBezTo>
                <a:lnTo>
                  <a:pt x="104260" y="33480"/>
                </a:lnTo>
                <a:lnTo>
                  <a:pt x="104260" y="39215"/>
                </a:lnTo>
                <a:cubicBezTo>
                  <a:pt x="104162" y="37278"/>
                  <a:pt x="104064" y="35220"/>
                  <a:pt x="103966" y="33283"/>
                </a:cubicBezTo>
                <a:cubicBezTo>
                  <a:pt x="103966" y="33185"/>
                  <a:pt x="103966" y="33185"/>
                  <a:pt x="103868" y="33185"/>
                </a:cubicBezTo>
                <a:cubicBezTo>
                  <a:pt x="103770" y="33185"/>
                  <a:pt x="103770" y="33185"/>
                  <a:pt x="103770" y="33283"/>
                </a:cubicBezTo>
                <a:lnTo>
                  <a:pt x="103770" y="37474"/>
                </a:lnTo>
                <a:cubicBezTo>
                  <a:pt x="103648" y="35832"/>
                  <a:pt x="103648" y="34092"/>
                  <a:pt x="103550" y="32475"/>
                </a:cubicBezTo>
                <a:cubicBezTo>
                  <a:pt x="103550" y="32377"/>
                  <a:pt x="103550" y="32377"/>
                  <a:pt x="103451" y="32377"/>
                </a:cubicBezTo>
                <a:cubicBezTo>
                  <a:pt x="103451" y="32377"/>
                  <a:pt x="103353" y="32377"/>
                  <a:pt x="103353" y="32475"/>
                </a:cubicBezTo>
                <a:lnTo>
                  <a:pt x="103353" y="34828"/>
                </a:lnTo>
                <a:cubicBezTo>
                  <a:pt x="103353" y="33798"/>
                  <a:pt x="103353" y="32671"/>
                  <a:pt x="103255" y="31543"/>
                </a:cubicBezTo>
                <a:lnTo>
                  <a:pt x="103255" y="31445"/>
                </a:lnTo>
                <a:lnTo>
                  <a:pt x="103255" y="31347"/>
                </a:lnTo>
                <a:cubicBezTo>
                  <a:pt x="103255" y="31347"/>
                  <a:pt x="103255" y="31249"/>
                  <a:pt x="103157" y="31249"/>
                </a:cubicBezTo>
                <a:lnTo>
                  <a:pt x="103035" y="31347"/>
                </a:lnTo>
                <a:lnTo>
                  <a:pt x="103035" y="38185"/>
                </a:lnTo>
                <a:cubicBezTo>
                  <a:pt x="102937" y="36053"/>
                  <a:pt x="102839" y="33896"/>
                  <a:pt x="102741" y="31764"/>
                </a:cubicBezTo>
                <a:cubicBezTo>
                  <a:pt x="102643" y="31641"/>
                  <a:pt x="102643" y="31641"/>
                  <a:pt x="102545" y="31641"/>
                </a:cubicBezTo>
                <a:cubicBezTo>
                  <a:pt x="102545" y="31641"/>
                  <a:pt x="102422" y="31641"/>
                  <a:pt x="102422" y="31764"/>
                </a:cubicBezTo>
                <a:lnTo>
                  <a:pt x="102422" y="37376"/>
                </a:lnTo>
                <a:cubicBezTo>
                  <a:pt x="102422" y="35024"/>
                  <a:pt x="102324" y="32769"/>
                  <a:pt x="102226" y="30416"/>
                </a:cubicBezTo>
                <a:lnTo>
                  <a:pt x="102128" y="30318"/>
                </a:lnTo>
                <a:cubicBezTo>
                  <a:pt x="102030" y="30318"/>
                  <a:pt x="102030" y="30416"/>
                  <a:pt x="102030" y="30416"/>
                </a:cubicBezTo>
                <a:lnTo>
                  <a:pt x="102030" y="31347"/>
                </a:lnTo>
                <a:cubicBezTo>
                  <a:pt x="101932" y="31347"/>
                  <a:pt x="101932" y="31347"/>
                  <a:pt x="101932" y="31445"/>
                </a:cubicBezTo>
                <a:lnTo>
                  <a:pt x="101932" y="37474"/>
                </a:lnTo>
                <a:cubicBezTo>
                  <a:pt x="101809" y="35318"/>
                  <a:pt x="101711" y="33185"/>
                  <a:pt x="101613" y="31029"/>
                </a:cubicBezTo>
                <a:cubicBezTo>
                  <a:pt x="101613" y="30931"/>
                  <a:pt x="101613" y="30931"/>
                  <a:pt x="101515" y="30931"/>
                </a:cubicBezTo>
                <a:cubicBezTo>
                  <a:pt x="101515" y="30931"/>
                  <a:pt x="101417" y="30931"/>
                  <a:pt x="101417" y="31029"/>
                </a:cubicBezTo>
                <a:lnTo>
                  <a:pt x="101417" y="37156"/>
                </a:lnTo>
                <a:cubicBezTo>
                  <a:pt x="101319" y="34411"/>
                  <a:pt x="101197" y="31641"/>
                  <a:pt x="101099" y="28798"/>
                </a:cubicBezTo>
                <a:cubicBezTo>
                  <a:pt x="101099" y="28700"/>
                  <a:pt x="101001" y="28700"/>
                  <a:pt x="101001" y="28700"/>
                </a:cubicBezTo>
                <a:cubicBezTo>
                  <a:pt x="100903" y="28700"/>
                  <a:pt x="100903" y="28700"/>
                  <a:pt x="100903" y="28798"/>
                </a:cubicBezTo>
                <a:lnTo>
                  <a:pt x="100903" y="31347"/>
                </a:lnTo>
                <a:cubicBezTo>
                  <a:pt x="100903" y="30833"/>
                  <a:pt x="100805" y="30318"/>
                  <a:pt x="100805" y="29705"/>
                </a:cubicBezTo>
                <a:lnTo>
                  <a:pt x="100805" y="29509"/>
                </a:lnTo>
                <a:cubicBezTo>
                  <a:pt x="100805" y="29411"/>
                  <a:pt x="100707" y="29411"/>
                  <a:pt x="100707" y="29411"/>
                </a:cubicBezTo>
                <a:cubicBezTo>
                  <a:pt x="100584" y="29411"/>
                  <a:pt x="100584" y="29411"/>
                  <a:pt x="100584" y="29509"/>
                </a:cubicBezTo>
                <a:lnTo>
                  <a:pt x="100584" y="32573"/>
                </a:lnTo>
                <a:cubicBezTo>
                  <a:pt x="100486" y="31029"/>
                  <a:pt x="100486" y="29509"/>
                  <a:pt x="100486" y="27965"/>
                </a:cubicBezTo>
                <a:lnTo>
                  <a:pt x="100388" y="27867"/>
                </a:lnTo>
                <a:cubicBezTo>
                  <a:pt x="100290" y="27867"/>
                  <a:pt x="100290" y="27867"/>
                  <a:pt x="100290" y="27965"/>
                </a:cubicBezTo>
                <a:lnTo>
                  <a:pt x="100290" y="27573"/>
                </a:lnTo>
                <a:cubicBezTo>
                  <a:pt x="100290" y="27475"/>
                  <a:pt x="100192" y="27475"/>
                  <a:pt x="100192" y="27475"/>
                </a:cubicBezTo>
                <a:cubicBezTo>
                  <a:pt x="100094" y="27475"/>
                  <a:pt x="100094" y="27475"/>
                  <a:pt x="100094" y="27573"/>
                </a:cubicBezTo>
                <a:lnTo>
                  <a:pt x="100094" y="35440"/>
                </a:lnTo>
                <a:cubicBezTo>
                  <a:pt x="99971" y="32573"/>
                  <a:pt x="99775" y="29803"/>
                  <a:pt x="99677" y="26960"/>
                </a:cubicBezTo>
                <a:cubicBezTo>
                  <a:pt x="99677" y="26862"/>
                  <a:pt x="99677" y="26862"/>
                  <a:pt x="99579" y="26862"/>
                </a:cubicBezTo>
                <a:cubicBezTo>
                  <a:pt x="99579" y="26862"/>
                  <a:pt x="99481" y="26862"/>
                  <a:pt x="99481" y="26960"/>
                </a:cubicBezTo>
                <a:lnTo>
                  <a:pt x="99481" y="32573"/>
                </a:lnTo>
                <a:cubicBezTo>
                  <a:pt x="99481" y="30735"/>
                  <a:pt x="99359" y="28896"/>
                  <a:pt x="99359" y="27058"/>
                </a:cubicBezTo>
                <a:cubicBezTo>
                  <a:pt x="99359" y="26960"/>
                  <a:pt x="99359" y="26960"/>
                  <a:pt x="99260" y="26960"/>
                </a:cubicBezTo>
                <a:cubicBezTo>
                  <a:pt x="99162" y="26960"/>
                  <a:pt x="99162" y="26960"/>
                  <a:pt x="99162" y="27058"/>
                </a:cubicBezTo>
                <a:lnTo>
                  <a:pt x="99162" y="27573"/>
                </a:lnTo>
                <a:cubicBezTo>
                  <a:pt x="99064" y="27573"/>
                  <a:pt x="99064" y="27573"/>
                  <a:pt x="99064" y="27671"/>
                </a:cubicBezTo>
                <a:lnTo>
                  <a:pt x="99064" y="27965"/>
                </a:lnTo>
                <a:lnTo>
                  <a:pt x="99064" y="34607"/>
                </a:lnTo>
                <a:cubicBezTo>
                  <a:pt x="98966" y="32377"/>
                  <a:pt x="98868" y="30122"/>
                  <a:pt x="98746" y="27867"/>
                </a:cubicBezTo>
                <a:cubicBezTo>
                  <a:pt x="98746" y="27867"/>
                  <a:pt x="98746" y="27769"/>
                  <a:pt x="98648" y="27769"/>
                </a:cubicBezTo>
                <a:cubicBezTo>
                  <a:pt x="98550" y="27769"/>
                  <a:pt x="98550" y="27867"/>
                  <a:pt x="98550" y="27867"/>
                </a:cubicBezTo>
                <a:lnTo>
                  <a:pt x="98550" y="30024"/>
                </a:lnTo>
                <a:cubicBezTo>
                  <a:pt x="98550" y="28578"/>
                  <a:pt x="98452" y="27254"/>
                  <a:pt x="98452" y="25833"/>
                </a:cubicBezTo>
                <a:cubicBezTo>
                  <a:pt x="98452" y="25735"/>
                  <a:pt x="98452" y="25735"/>
                  <a:pt x="98354" y="25735"/>
                </a:cubicBezTo>
                <a:cubicBezTo>
                  <a:pt x="98256" y="25735"/>
                  <a:pt x="98256" y="25735"/>
                  <a:pt x="98256" y="25833"/>
                </a:cubicBezTo>
                <a:lnTo>
                  <a:pt x="98256" y="31347"/>
                </a:lnTo>
                <a:cubicBezTo>
                  <a:pt x="98256" y="29926"/>
                  <a:pt x="98133" y="28480"/>
                  <a:pt x="98133" y="27058"/>
                </a:cubicBezTo>
                <a:lnTo>
                  <a:pt x="98035" y="26960"/>
                </a:lnTo>
                <a:cubicBezTo>
                  <a:pt x="97937" y="26960"/>
                  <a:pt x="97937" y="27058"/>
                  <a:pt x="97937" y="27058"/>
                </a:cubicBezTo>
                <a:lnTo>
                  <a:pt x="97937" y="34607"/>
                </a:lnTo>
                <a:cubicBezTo>
                  <a:pt x="97839" y="31641"/>
                  <a:pt x="97643" y="28700"/>
                  <a:pt x="97520" y="25637"/>
                </a:cubicBezTo>
                <a:cubicBezTo>
                  <a:pt x="97520" y="25637"/>
                  <a:pt x="97520" y="25514"/>
                  <a:pt x="97422" y="25514"/>
                </a:cubicBezTo>
                <a:lnTo>
                  <a:pt x="97324" y="25637"/>
                </a:lnTo>
                <a:lnTo>
                  <a:pt x="97324" y="29411"/>
                </a:lnTo>
                <a:cubicBezTo>
                  <a:pt x="97324" y="27475"/>
                  <a:pt x="97324" y="25637"/>
                  <a:pt x="97226" y="23676"/>
                </a:cubicBezTo>
                <a:cubicBezTo>
                  <a:pt x="97226" y="23676"/>
                  <a:pt x="97226" y="23578"/>
                  <a:pt x="97128" y="23578"/>
                </a:cubicBezTo>
                <a:lnTo>
                  <a:pt x="97030" y="23676"/>
                </a:lnTo>
                <a:lnTo>
                  <a:pt x="97030" y="23897"/>
                </a:lnTo>
                <a:lnTo>
                  <a:pt x="97030" y="23995"/>
                </a:lnTo>
                <a:lnTo>
                  <a:pt x="97030" y="33994"/>
                </a:lnTo>
                <a:cubicBezTo>
                  <a:pt x="96908" y="31151"/>
                  <a:pt x="96712" y="28186"/>
                  <a:pt x="96614" y="25122"/>
                </a:cubicBezTo>
                <a:cubicBezTo>
                  <a:pt x="96614" y="25122"/>
                  <a:pt x="96614" y="25024"/>
                  <a:pt x="96516" y="25024"/>
                </a:cubicBezTo>
                <a:lnTo>
                  <a:pt x="96417" y="25122"/>
                </a:lnTo>
                <a:lnTo>
                  <a:pt x="96417" y="25220"/>
                </a:lnTo>
                <a:lnTo>
                  <a:pt x="96417" y="28480"/>
                </a:lnTo>
                <a:cubicBezTo>
                  <a:pt x="96417" y="26740"/>
                  <a:pt x="96295" y="25024"/>
                  <a:pt x="96295" y="23284"/>
                </a:cubicBezTo>
                <a:cubicBezTo>
                  <a:pt x="96295" y="23186"/>
                  <a:pt x="96197" y="23186"/>
                  <a:pt x="96197" y="23186"/>
                </a:cubicBezTo>
                <a:cubicBezTo>
                  <a:pt x="96099" y="23186"/>
                  <a:pt x="96099" y="23186"/>
                  <a:pt x="96099" y="23284"/>
                </a:cubicBezTo>
                <a:lnTo>
                  <a:pt x="96099" y="31347"/>
                </a:lnTo>
                <a:cubicBezTo>
                  <a:pt x="96001" y="28700"/>
                  <a:pt x="95903" y="26029"/>
                  <a:pt x="95805" y="23382"/>
                </a:cubicBezTo>
                <a:cubicBezTo>
                  <a:pt x="95805" y="23382"/>
                  <a:pt x="95805" y="23284"/>
                  <a:pt x="95682" y="23284"/>
                </a:cubicBezTo>
                <a:lnTo>
                  <a:pt x="95584" y="23382"/>
                </a:lnTo>
                <a:lnTo>
                  <a:pt x="95584" y="31029"/>
                </a:lnTo>
                <a:cubicBezTo>
                  <a:pt x="95486" y="27867"/>
                  <a:pt x="95388" y="24607"/>
                  <a:pt x="95290" y="21348"/>
                </a:cubicBezTo>
                <a:cubicBezTo>
                  <a:pt x="95290" y="21348"/>
                  <a:pt x="95290" y="21225"/>
                  <a:pt x="95192" y="21225"/>
                </a:cubicBezTo>
                <a:cubicBezTo>
                  <a:pt x="95192" y="21348"/>
                  <a:pt x="95069" y="21348"/>
                  <a:pt x="95069" y="21446"/>
                </a:cubicBezTo>
                <a:lnTo>
                  <a:pt x="95069" y="29803"/>
                </a:lnTo>
                <a:cubicBezTo>
                  <a:pt x="95069" y="27573"/>
                  <a:pt x="94971" y="25220"/>
                  <a:pt x="94971" y="22867"/>
                </a:cubicBezTo>
                <a:cubicBezTo>
                  <a:pt x="94971" y="22769"/>
                  <a:pt x="94873" y="22769"/>
                  <a:pt x="94873" y="22769"/>
                </a:cubicBezTo>
                <a:cubicBezTo>
                  <a:pt x="94775" y="22769"/>
                  <a:pt x="94775" y="22769"/>
                  <a:pt x="94775" y="22867"/>
                </a:cubicBezTo>
                <a:lnTo>
                  <a:pt x="94775" y="27573"/>
                </a:lnTo>
                <a:cubicBezTo>
                  <a:pt x="94677" y="26029"/>
                  <a:pt x="94677" y="24607"/>
                  <a:pt x="94677" y="23063"/>
                </a:cubicBezTo>
                <a:lnTo>
                  <a:pt x="94579" y="22965"/>
                </a:lnTo>
                <a:cubicBezTo>
                  <a:pt x="94457" y="22965"/>
                  <a:pt x="94457" y="23063"/>
                  <a:pt x="94457" y="23063"/>
                </a:cubicBezTo>
                <a:lnTo>
                  <a:pt x="94457" y="27965"/>
                </a:lnTo>
                <a:cubicBezTo>
                  <a:pt x="94359" y="26127"/>
                  <a:pt x="94359" y="24289"/>
                  <a:pt x="94261" y="22353"/>
                </a:cubicBezTo>
                <a:cubicBezTo>
                  <a:pt x="94261" y="22353"/>
                  <a:pt x="94261" y="22255"/>
                  <a:pt x="94163" y="22255"/>
                </a:cubicBezTo>
                <a:lnTo>
                  <a:pt x="94065" y="22353"/>
                </a:lnTo>
                <a:lnTo>
                  <a:pt x="94065" y="21960"/>
                </a:lnTo>
                <a:cubicBezTo>
                  <a:pt x="94065" y="21838"/>
                  <a:pt x="93967" y="21838"/>
                  <a:pt x="93967" y="21838"/>
                </a:cubicBezTo>
                <a:lnTo>
                  <a:pt x="93844" y="21838"/>
                </a:lnTo>
                <a:lnTo>
                  <a:pt x="93844" y="20318"/>
                </a:lnTo>
                <a:cubicBezTo>
                  <a:pt x="93844" y="20220"/>
                  <a:pt x="93746" y="20220"/>
                  <a:pt x="93746" y="20220"/>
                </a:cubicBezTo>
                <a:cubicBezTo>
                  <a:pt x="93648" y="20220"/>
                  <a:pt x="93648" y="20220"/>
                  <a:pt x="93648" y="20318"/>
                </a:cubicBezTo>
                <a:lnTo>
                  <a:pt x="93648" y="21127"/>
                </a:lnTo>
                <a:lnTo>
                  <a:pt x="93550" y="21225"/>
                </a:lnTo>
                <a:lnTo>
                  <a:pt x="93550" y="19387"/>
                </a:lnTo>
                <a:cubicBezTo>
                  <a:pt x="93550" y="19289"/>
                  <a:pt x="93452" y="19289"/>
                  <a:pt x="93452" y="19289"/>
                </a:cubicBezTo>
                <a:lnTo>
                  <a:pt x="93354" y="19289"/>
                </a:lnTo>
                <a:lnTo>
                  <a:pt x="93354" y="19191"/>
                </a:lnTo>
                <a:cubicBezTo>
                  <a:pt x="93354" y="19093"/>
                  <a:pt x="93354" y="19093"/>
                  <a:pt x="93231" y="19093"/>
                </a:cubicBezTo>
                <a:lnTo>
                  <a:pt x="93231" y="18382"/>
                </a:lnTo>
                <a:lnTo>
                  <a:pt x="93133" y="18284"/>
                </a:lnTo>
                <a:cubicBezTo>
                  <a:pt x="93035" y="18284"/>
                  <a:pt x="93035" y="18382"/>
                  <a:pt x="93035" y="18382"/>
                </a:cubicBezTo>
                <a:lnTo>
                  <a:pt x="93035" y="28994"/>
                </a:lnTo>
                <a:cubicBezTo>
                  <a:pt x="92937" y="25220"/>
                  <a:pt x="92839" y="21544"/>
                  <a:pt x="92741" y="17769"/>
                </a:cubicBezTo>
                <a:cubicBezTo>
                  <a:pt x="92741" y="17671"/>
                  <a:pt x="92619" y="17671"/>
                  <a:pt x="92619" y="17671"/>
                </a:cubicBezTo>
                <a:cubicBezTo>
                  <a:pt x="92521" y="17671"/>
                  <a:pt x="92521" y="17671"/>
                  <a:pt x="92521" y="17769"/>
                </a:cubicBezTo>
                <a:lnTo>
                  <a:pt x="92521" y="27867"/>
                </a:lnTo>
                <a:cubicBezTo>
                  <a:pt x="92423" y="24411"/>
                  <a:pt x="92325" y="20931"/>
                  <a:pt x="92325" y="17451"/>
                </a:cubicBezTo>
                <a:lnTo>
                  <a:pt x="92226" y="17353"/>
                </a:lnTo>
                <a:cubicBezTo>
                  <a:pt x="92128" y="17353"/>
                  <a:pt x="92128" y="17451"/>
                  <a:pt x="92128" y="17451"/>
                </a:cubicBezTo>
                <a:lnTo>
                  <a:pt x="92128" y="25220"/>
                </a:lnTo>
                <a:cubicBezTo>
                  <a:pt x="92006" y="22353"/>
                  <a:pt x="91908" y="19510"/>
                  <a:pt x="91908" y="16642"/>
                </a:cubicBezTo>
                <a:lnTo>
                  <a:pt x="91810" y="16544"/>
                </a:lnTo>
                <a:cubicBezTo>
                  <a:pt x="91712" y="16544"/>
                  <a:pt x="91712" y="16642"/>
                  <a:pt x="91712" y="16642"/>
                </a:cubicBezTo>
                <a:lnTo>
                  <a:pt x="91712" y="28700"/>
                </a:lnTo>
                <a:cubicBezTo>
                  <a:pt x="91614" y="25122"/>
                  <a:pt x="91516" y="21348"/>
                  <a:pt x="91393" y="17671"/>
                </a:cubicBezTo>
                <a:cubicBezTo>
                  <a:pt x="91393" y="17584"/>
                  <a:pt x="91393" y="17509"/>
                  <a:pt x="91357" y="17509"/>
                </a:cubicBezTo>
                <a:cubicBezTo>
                  <a:pt x="91343" y="17509"/>
                  <a:pt x="91323" y="17521"/>
                  <a:pt x="91295" y="17549"/>
                </a:cubicBezTo>
                <a:cubicBezTo>
                  <a:pt x="91197" y="17549"/>
                  <a:pt x="91197" y="17549"/>
                  <a:pt x="91197" y="17671"/>
                </a:cubicBezTo>
                <a:lnTo>
                  <a:pt x="91197" y="18284"/>
                </a:lnTo>
                <a:cubicBezTo>
                  <a:pt x="91197" y="18162"/>
                  <a:pt x="91197" y="18162"/>
                  <a:pt x="91099" y="18162"/>
                </a:cubicBezTo>
                <a:cubicBezTo>
                  <a:pt x="91001" y="18162"/>
                  <a:pt x="91001" y="18162"/>
                  <a:pt x="91001" y="18284"/>
                </a:cubicBezTo>
                <a:lnTo>
                  <a:pt x="91001" y="24289"/>
                </a:lnTo>
                <a:cubicBezTo>
                  <a:pt x="90903" y="21544"/>
                  <a:pt x="90903" y="18774"/>
                  <a:pt x="90780" y="15931"/>
                </a:cubicBezTo>
                <a:cubicBezTo>
                  <a:pt x="90780" y="15931"/>
                  <a:pt x="90780" y="15833"/>
                  <a:pt x="90682" y="15833"/>
                </a:cubicBezTo>
                <a:lnTo>
                  <a:pt x="90584" y="15931"/>
                </a:lnTo>
                <a:lnTo>
                  <a:pt x="90584" y="16029"/>
                </a:lnTo>
                <a:lnTo>
                  <a:pt x="90584" y="27965"/>
                </a:lnTo>
                <a:cubicBezTo>
                  <a:pt x="90486" y="24509"/>
                  <a:pt x="90388" y="21029"/>
                  <a:pt x="90168" y="17451"/>
                </a:cubicBezTo>
                <a:cubicBezTo>
                  <a:pt x="90168" y="17353"/>
                  <a:pt x="90168" y="17353"/>
                  <a:pt x="90070" y="17353"/>
                </a:cubicBezTo>
                <a:lnTo>
                  <a:pt x="90070" y="15319"/>
                </a:lnTo>
                <a:lnTo>
                  <a:pt x="89972" y="15221"/>
                </a:lnTo>
                <a:cubicBezTo>
                  <a:pt x="89874" y="15221"/>
                  <a:pt x="89874" y="15319"/>
                  <a:pt x="89874" y="15319"/>
                </a:cubicBezTo>
                <a:lnTo>
                  <a:pt x="89874" y="26544"/>
                </a:lnTo>
                <a:cubicBezTo>
                  <a:pt x="89776" y="22965"/>
                  <a:pt x="89678" y="19289"/>
                  <a:pt x="89555" y="15711"/>
                </a:cubicBezTo>
                <a:cubicBezTo>
                  <a:pt x="89555" y="15613"/>
                  <a:pt x="89555" y="15613"/>
                  <a:pt x="89457" y="15613"/>
                </a:cubicBezTo>
                <a:cubicBezTo>
                  <a:pt x="89359" y="15613"/>
                  <a:pt x="89359" y="15613"/>
                  <a:pt x="89359" y="15711"/>
                </a:cubicBezTo>
                <a:lnTo>
                  <a:pt x="89359" y="24509"/>
                </a:lnTo>
                <a:cubicBezTo>
                  <a:pt x="89261" y="21838"/>
                  <a:pt x="89261" y="19191"/>
                  <a:pt x="89163" y="16446"/>
                </a:cubicBezTo>
                <a:cubicBezTo>
                  <a:pt x="89163" y="16446"/>
                  <a:pt x="89163" y="16323"/>
                  <a:pt x="89065" y="16323"/>
                </a:cubicBezTo>
                <a:lnTo>
                  <a:pt x="88942" y="16446"/>
                </a:lnTo>
                <a:lnTo>
                  <a:pt x="88942" y="25735"/>
                </a:lnTo>
                <a:cubicBezTo>
                  <a:pt x="88844" y="21348"/>
                  <a:pt x="88746" y="16936"/>
                  <a:pt x="88648" y="12549"/>
                </a:cubicBezTo>
                <a:cubicBezTo>
                  <a:pt x="88648" y="12451"/>
                  <a:pt x="88648" y="12451"/>
                  <a:pt x="88550" y="12451"/>
                </a:cubicBezTo>
                <a:cubicBezTo>
                  <a:pt x="88550" y="12451"/>
                  <a:pt x="88452" y="12451"/>
                  <a:pt x="88452" y="12549"/>
                </a:cubicBezTo>
                <a:lnTo>
                  <a:pt x="88452" y="12966"/>
                </a:lnTo>
                <a:cubicBezTo>
                  <a:pt x="88452" y="12966"/>
                  <a:pt x="88452" y="12868"/>
                  <a:pt x="88330" y="12868"/>
                </a:cubicBezTo>
                <a:lnTo>
                  <a:pt x="88232" y="12966"/>
                </a:lnTo>
                <a:lnTo>
                  <a:pt x="88232" y="19510"/>
                </a:lnTo>
                <a:cubicBezTo>
                  <a:pt x="88232" y="17867"/>
                  <a:pt x="88232" y="16127"/>
                  <a:pt x="88134" y="14387"/>
                </a:cubicBezTo>
                <a:cubicBezTo>
                  <a:pt x="88134" y="14387"/>
                  <a:pt x="88134" y="14289"/>
                  <a:pt x="88035" y="14289"/>
                </a:cubicBezTo>
                <a:lnTo>
                  <a:pt x="87937" y="14387"/>
                </a:lnTo>
                <a:lnTo>
                  <a:pt x="87937" y="24705"/>
                </a:lnTo>
                <a:cubicBezTo>
                  <a:pt x="87839" y="21225"/>
                  <a:pt x="87839" y="17867"/>
                  <a:pt x="87717" y="14387"/>
                </a:cubicBezTo>
                <a:cubicBezTo>
                  <a:pt x="87717" y="14289"/>
                  <a:pt x="87619" y="14289"/>
                  <a:pt x="87619" y="14289"/>
                </a:cubicBezTo>
                <a:lnTo>
                  <a:pt x="87619" y="12255"/>
                </a:lnTo>
                <a:lnTo>
                  <a:pt x="87521" y="12255"/>
                </a:lnTo>
                <a:lnTo>
                  <a:pt x="87521" y="10931"/>
                </a:lnTo>
                <a:cubicBezTo>
                  <a:pt x="87521" y="10809"/>
                  <a:pt x="87521" y="10809"/>
                  <a:pt x="87423" y="10809"/>
                </a:cubicBezTo>
                <a:cubicBezTo>
                  <a:pt x="87423" y="10809"/>
                  <a:pt x="87325" y="10809"/>
                  <a:pt x="87325" y="10931"/>
                </a:cubicBezTo>
                <a:lnTo>
                  <a:pt x="87325" y="11838"/>
                </a:lnTo>
                <a:cubicBezTo>
                  <a:pt x="87325" y="11838"/>
                  <a:pt x="87325" y="11740"/>
                  <a:pt x="87227" y="11740"/>
                </a:cubicBezTo>
                <a:cubicBezTo>
                  <a:pt x="87104" y="11740"/>
                  <a:pt x="87104" y="11838"/>
                  <a:pt x="87104" y="11838"/>
                </a:cubicBezTo>
                <a:lnTo>
                  <a:pt x="87104" y="18995"/>
                </a:lnTo>
                <a:cubicBezTo>
                  <a:pt x="87104" y="17255"/>
                  <a:pt x="87006" y="15515"/>
                  <a:pt x="87006" y="13774"/>
                </a:cubicBezTo>
                <a:cubicBezTo>
                  <a:pt x="87006" y="13676"/>
                  <a:pt x="87006" y="13676"/>
                  <a:pt x="86908" y="13676"/>
                </a:cubicBezTo>
                <a:cubicBezTo>
                  <a:pt x="86908" y="13676"/>
                  <a:pt x="86810" y="13676"/>
                  <a:pt x="86810" y="13774"/>
                </a:cubicBezTo>
                <a:lnTo>
                  <a:pt x="86810" y="23480"/>
                </a:lnTo>
                <a:cubicBezTo>
                  <a:pt x="86712" y="20122"/>
                  <a:pt x="86614" y="16642"/>
                  <a:pt x="86491" y="13162"/>
                </a:cubicBezTo>
                <a:cubicBezTo>
                  <a:pt x="86491" y="13162"/>
                  <a:pt x="86491" y="13064"/>
                  <a:pt x="86393" y="13064"/>
                </a:cubicBezTo>
                <a:lnTo>
                  <a:pt x="86295" y="13162"/>
                </a:lnTo>
                <a:lnTo>
                  <a:pt x="86295" y="19191"/>
                </a:lnTo>
                <a:cubicBezTo>
                  <a:pt x="86295" y="16740"/>
                  <a:pt x="86295" y="14387"/>
                  <a:pt x="86197" y="12034"/>
                </a:cubicBezTo>
                <a:cubicBezTo>
                  <a:pt x="86197" y="11936"/>
                  <a:pt x="86197" y="11936"/>
                  <a:pt x="86099" y="11936"/>
                </a:cubicBezTo>
                <a:cubicBezTo>
                  <a:pt x="86001" y="11936"/>
                  <a:pt x="86001" y="11936"/>
                  <a:pt x="86001" y="12034"/>
                </a:cubicBezTo>
                <a:lnTo>
                  <a:pt x="86001" y="24607"/>
                </a:lnTo>
                <a:cubicBezTo>
                  <a:pt x="85879" y="19608"/>
                  <a:pt x="85781" y="14608"/>
                  <a:pt x="85585" y="9485"/>
                </a:cubicBezTo>
                <a:cubicBezTo>
                  <a:pt x="85585" y="9485"/>
                  <a:pt x="85585" y="9387"/>
                  <a:pt x="85487" y="9387"/>
                </a:cubicBezTo>
                <a:lnTo>
                  <a:pt x="85389" y="9485"/>
                </a:lnTo>
                <a:lnTo>
                  <a:pt x="85389" y="21029"/>
                </a:lnTo>
                <a:cubicBezTo>
                  <a:pt x="85389" y="17867"/>
                  <a:pt x="85266" y="14608"/>
                  <a:pt x="85168" y="11324"/>
                </a:cubicBezTo>
                <a:cubicBezTo>
                  <a:pt x="85168" y="11324"/>
                  <a:pt x="85168" y="11226"/>
                  <a:pt x="85070" y="11226"/>
                </a:cubicBezTo>
                <a:lnTo>
                  <a:pt x="85070" y="7549"/>
                </a:lnTo>
                <a:cubicBezTo>
                  <a:pt x="84972" y="7549"/>
                  <a:pt x="84972" y="7451"/>
                  <a:pt x="84874" y="7451"/>
                </a:cubicBezTo>
                <a:lnTo>
                  <a:pt x="84776" y="7549"/>
                </a:lnTo>
                <a:lnTo>
                  <a:pt x="84776" y="22769"/>
                </a:lnTo>
                <a:cubicBezTo>
                  <a:pt x="84653" y="17549"/>
                  <a:pt x="84555" y="12353"/>
                  <a:pt x="84457" y="7133"/>
                </a:cubicBezTo>
                <a:cubicBezTo>
                  <a:pt x="84457" y="7035"/>
                  <a:pt x="84359" y="7035"/>
                  <a:pt x="84359" y="7035"/>
                </a:cubicBezTo>
                <a:cubicBezTo>
                  <a:pt x="84261" y="7035"/>
                  <a:pt x="84261" y="7035"/>
                  <a:pt x="84261" y="7133"/>
                </a:cubicBezTo>
                <a:lnTo>
                  <a:pt x="84261" y="22156"/>
                </a:lnTo>
                <a:cubicBezTo>
                  <a:pt x="84163" y="17451"/>
                  <a:pt x="84041" y="12647"/>
                  <a:pt x="83943" y="7966"/>
                </a:cubicBezTo>
                <a:cubicBezTo>
                  <a:pt x="83943" y="7868"/>
                  <a:pt x="83844" y="7868"/>
                  <a:pt x="83844" y="7868"/>
                </a:cubicBezTo>
                <a:cubicBezTo>
                  <a:pt x="83746" y="7868"/>
                  <a:pt x="83746" y="7868"/>
                  <a:pt x="83746" y="7966"/>
                </a:cubicBezTo>
                <a:lnTo>
                  <a:pt x="83746" y="8358"/>
                </a:lnTo>
                <a:lnTo>
                  <a:pt x="83648" y="8358"/>
                </a:lnTo>
                <a:lnTo>
                  <a:pt x="83648" y="21838"/>
                </a:lnTo>
                <a:cubicBezTo>
                  <a:pt x="83550" y="17353"/>
                  <a:pt x="83428" y="12770"/>
                  <a:pt x="83330" y="8162"/>
                </a:cubicBezTo>
                <a:cubicBezTo>
                  <a:pt x="83330" y="8064"/>
                  <a:pt x="83232" y="8064"/>
                  <a:pt x="83232" y="8064"/>
                </a:cubicBezTo>
                <a:cubicBezTo>
                  <a:pt x="83134" y="8064"/>
                  <a:pt x="83134" y="8064"/>
                  <a:pt x="83134" y="8162"/>
                </a:cubicBezTo>
                <a:lnTo>
                  <a:pt x="83134" y="8873"/>
                </a:lnTo>
                <a:cubicBezTo>
                  <a:pt x="83036" y="8873"/>
                  <a:pt x="83036" y="8971"/>
                  <a:pt x="83036" y="8971"/>
                </a:cubicBezTo>
                <a:lnTo>
                  <a:pt x="83036" y="18995"/>
                </a:lnTo>
                <a:cubicBezTo>
                  <a:pt x="82938" y="15613"/>
                  <a:pt x="82815" y="12157"/>
                  <a:pt x="82717" y="8677"/>
                </a:cubicBezTo>
                <a:lnTo>
                  <a:pt x="82717" y="8579"/>
                </a:lnTo>
                <a:lnTo>
                  <a:pt x="82717" y="7549"/>
                </a:lnTo>
                <a:lnTo>
                  <a:pt x="82619" y="7451"/>
                </a:lnTo>
                <a:cubicBezTo>
                  <a:pt x="82521" y="7451"/>
                  <a:pt x="82521" y="7549"/>
                  <a:pt x="82521" y="7549"/>
                </a:cubicBezTo>
                <a:lnTo>
                  <a:pt x="82521" y="12255"/>
                </a:lnTo>
                <a:cubicBezTo>
                  <a:pt x="82423" y="10000"/>
                  <a:pt x="82423" y="7647"/>
                  <a:pt x="82423" y="5294"/>
                </a:cubicBezTo>
                <a:cubicBezTo>
                  <a:pt x="82423" y="5196"/>
                  <a:pt x="82325" y="5196"/>
                  <a:pt x="82325" y="5196"/>
                </a:cubicBezTo>
                <a:cubicBezTo>
                  <a:pt x="82202" y="5196"/>
                  <a:pt x="82202" y="5196"/>
                  <a:pt x="82202" y="5294"/>
                </a:cubicBezTo>
                <a:lnTo>
                  <a:pt x="82202" y="17549"/>
                </a:lnTo>
                <a:cubicBezTo>
                  <a:pt x="82104" y="13382"/>
                  <a:pt x="82006" y="9191"/>
                  <a:pt x="82006" y="4902"/>
                </a:cubicBezTo>
                <a:lnTo>
                  <a:pt x="81908" y="4804"/>
                </a:lnTo>
                <a:cubicBezTo>
                  <a:pt x="81810" y="4804"/>
                  <a:pt x="81810" y="4902"/>
                  <a:pt x="81810" y="4902"/>
                </a:cubicBezTo>
                <a:lnTo>
                  <a:pt x="81810" y="17671"/>
                </a:lnTo>
                <a:cubicBezTo>
                  <a:pt x="81712" y="14387"/>
                  <a:pt x="81590" y="11128"/>
                  <a:pt x="81492" y="7745"/>
                </a:cubicBezTo>
                <a:cubicBezTo>
                  <a:pt x="81492" y="7745"/>
                  <a:pt x="81492" y="7647"/>
                  <a:pt x="81394" y="7647"/>
                </a:cubicBezTo>
                <a:lnTo>
                  <a:pt x="81296" y="7745"/>
                </a:lnTo>
                <a:lnTo>
                  <a:pt x="81296" y="3260"/>
                </a:lnTo>
                <a:cubicBezTo>
                  <a:pt x="81296" y="3162"/>
                  <a:pt x="81198" y="3162"/>
                  <a:pt x="81198" y="3162"/>
                </a:cubicBezTo>
                <a:cubicBezTo>
                  <a:pt x="81100" y="3162"/>
                  <a:pt x="81100" y="3162"/>
                  <a:pt x="81100" y="3260"/>
                </a:cubicBezTo>
                <a:lnTo>
                  <a:pt x="81100" y="4388"/>
                </a:lnTo>
                <a:cubicBezTo>
                  <a:pt x="80977" y="4388"/>
                  <a:pt x="80977" y="4388"/>
                  <a:pt x="80977" y="4486"/>
                </a:cubicBezTo>
                <a:lnTo>
                  <a:pt x="80977" y="10417"/>
                </a:lnTo>
                <a:lnTo>
                  <a:pt x="80879" y="5294"/>
                </a:lnTo>
                <a:cubicBezTo>
                  <a:pt x="80879" y="5294"/>
                  <a:pt x="80879" y="5196"/>
                  <a:pt x="80781" y="5196"/>
                </a:cubicBezTo>
                <a:lnTo>
                  <a:pt x="80781" y="3677"/>
                </a:lnTo>
                <a:cubicBezTo>
                  <a:pt x="80781" y="3579"/>
                  <a:pt x="80683" y="3579"/>
                  <a:pt x="80683" y="3579"/>
                </a:cubicBezTo>
                <a:cubicBezTo>
                  <a:pt x="80585" y="3579"/>
                  <a:pt x="80585" y="3579"/>
                  <a:pt x="80585" y="3677"/>
                </a:cubicBezTo>
                <a:lnTo>
                  <a:pt x="80585" y="16127"/>
                </a:lnTo>
                <a:cubicBezTo>
                  <a:pt x="80487" y="12451"/>
                  <a:pt x="80364" y="8775"/>
                  <a:pt x="80266" y="5000"/>
                </a:cubicBezTo>
                <a:cubicBezTo>
                  <a:pt x="80266" y="5000"/>
                  <a:pt x="80266" y="4902"/>
                  <a:pt x="80168" y="4902"/>
                </a:cubicBezTo>
                <a:lnTo>
                  <a:pt x="80070" y="5000"/>
                </a:lnTo>
                <a:lnTo>
                  <a:pt x="80070" y="6642"/>
                </a:lnTo>
                <a:lnTo>
                  <a:pt x="79972" y="6740"/>
                </a:lnTo>
                <a:lnTo>
                  <a:pt x="79972" y="19510"/>
                </a:lnTo>
                <a:cubicBezTo>
                  <a:pt x="79874" y="14706"/>
                  <a:pt x="79752" y="9804"/>
                  <a:pt x="79653" y="4902"/>
                </a:cubicBezTo>
                <a:lnTo>
                  <a:pt x="79555" y="4804"/>
                </a:lnTo>
                <a:cubicBezTo>
                  <a:pt x="79457" y="4804"/>
                  <a:pt x="79457" y="4902"/>
                  <a:pt x="79457" y="4902"/>
                </a:cubicBezTo>
                <a:lnTo>
                  <a:pt x="79457" y="9387"/>
                </a:lnTo>
                <a:cubicBezTo>
                  <a:pt x="79457" y="8064"/>
                  <a:pt x="79359" y="6642"/>
                  <a:pt x="79359" y="5294"/>
                </a:cubicBezTo>
                <a:cubicBezTo>
                  <a:pt x="79359" y="5196"/>
                  <a:pt x="79359" y="5196"/>
                  <a:pt x="79261" y="5196"/>
                </a:cubicBezTo>
                <a:cubicBezTo>
                  <a:pt x="79261" y="5196"/>
                  <a:pt x="79139" y="5196"/>
                  <a:pt x="79139" y="5294"/>
                </a:cubicBezTo>
                <a:lnTo>
                  <a:pt x="79139" y="18897"/>
                </a:lnTo>
                <a:cubicBezTo>
                  <a:pt x="79041" y="14093"/>
                  <a:pt x="78943" y="9387"/>
                  <a:pt x="78845" y="4486"/>
                </a:cubicBezTo>
                <a:lnTo>
                  <a:pt x="78747" y="4388"/>
                </a:lnTo>
                <a:lnTo>
                  <a:pt x="78649" y="4388"/>
                </a:lnTo>
                <a:lnTo>
                  <a:pt x="78649" y="2844"/>
                </a:lnTo>
                <a:cubicBezTo>
                  <a:pt x="78649" y="2746"/>
                  <a:pt x="78649" y="2746"/>
                  <a:pt x="78526" y="2746"/>
                </a:cubicBezTo>
                <a:cubicBezTo>
                  <a:pt x="78526" y="2746"/>
                  <a:pt x="78428" y="2746"/>
                  <a:pt x="78428" y="2844"/>
                </a:cubicBezTo>
                <a:lnTo>
                  <a:pt x="78428" y="18774"/>
                </a:lnTo>
                <a:cubicBezTo>
                  <a:pt x="78330" y="13382"/>
                  <a:pt x="78232" y="7966"/>
                  <a:pt x="78134" y="2353"/>
                </a:cubicBezTo>
                <a:lnTo>
                  <a:pt x="78036" y="2231"/>
                </a:lnTo>
                <a:cubicBezTo>
                  <a:pt x="77913" y="2231"/>
                  <a:pt x="77913" y="2353"/>
                  <a:pt x="77913" y="2353"/>
                </a:cubicBezTo>
                <a:lnTo>
                  <a:pt x="77913" y="15613"/>
                </a:lnTo>
                <a:cubicBezTo>
                  <a:pt x="77815" y="11128"/>
                  <a:pt x="77717" y="6642"/>
                  <a:pt x="77619" y="2133"/>
                </a:cubicBezTo>
                <a:cubicBezTo>
                  <a:pt x="77619" y="2133"/>
                  <a:pt x="77619" y="2035"/>
                  <a:pt x="77521" y="2035"/>
                </a:cubicBezTo>
                <a:cubicBezTo>
                  <a:pt x="77423" y="2035"/>
                  <a:pt x="77423" y="2133"/>
                  <a:pt x="77423" y="2133"/>
                </a:cubicBezTo>
                <a:lnTo>
                  <a:pt x="77423" y="2549"/>
                </a:lnTo>
                <a:cubicBezTo>
                  <a:pt x="77423" y="2451"/>
                  <a:pt x="77301" y="2451"/>
                  <a:pt x="77301" y="2451"/>
                </a:cubicBezTo>
                <a:cubicBezTo>
                  <a:pt x="77203" y="2451"/>
                  <a:pt x="77203" y="2549"/>
                  <a:pt x="77203" y="2549"/>
                </a:cubicBezTo>
                <a:lnTo>
                  <a:pt x="77203" y="7035"/>
                </a:lnTo>
                <a:cubicBezTo>
                  <a:pt x="77203" y="5098"/>
                  <a:pt x="77105" y="3260"/>
                  <a:pt x="77105" y="1422"/>
                </a:cubicBezTo>
                <a:cubicBezTo>
                  <a:pt x="77105" y="1422"/>
                  <a:pt x="77105" y="1324"/>
                  <a:pt x="77007" y="1324"/>
                </a:cubicBezTo>
                <a:lnTo>
                  <a:pt x="76909" y="1422"/>
                </a:lnTo>
                <a:lnTo>
                  <a:pt x="76909" y="3358"/>
                </a:lnTo>
                <a:lnTo>
                  <a:pt x="76810" y="3358"/>
                </a:lnTo>
                <a:cubicBezTo>
                  <a:pt x="76810" y="3358"/>
                  <a:pt x="76688" y="3358"/>
                  <a:pt x="76688" y="3456"/>
                </a:cubicBezTo>
                <a:lnTo>
                  <a:pt x="76688" y="16029"/>
                </a:lnTo>
                <a:cubicBezTo>
                  <a:pt x="76590" y="10931"/>
                  <a:pt x="76492" y="5809"/>
                  <a:pt x="76394" y="711"/>
                </a:cubicBezTo>
                <a:cubicBezTo>
                  <a:pt x="76394" y="711"/>
                  <a:pt x="76394" y="613"/>
                  <a:pt x="76296" y="613"/>
                </a:cubicBezTo>
                <a:lnTo>
                  <a:pt x="76198" y="711"/>
                </a:lnTo>
                <a:lnTo>
                  <a:pt x="76198" y="295"/>
                </a:lnTo>
                <a:cubicBezTo>
                  <a:pt x="76198" y="295"/>
                  <a:pt x="76198" y="197"/>
                  <a:pt x="76075" y="197"/>
                </a:cubicBezTo>
                <a:cubicBezTo>
                  <a:pt x="75977" y="197"/>
                  <a:pt x="75977" y="295"/>
                  <a:pt x="75977" y="295"/>
                </a:cubicBezTo>
                <a:lnTo>
                  <a:pt x="75977" y="613"/>
                </a:lnTo>
                <a:lnTo>
                  <a:pt x="75977" y="711"/>
                </a:lnTo>
                <a:lnTo>
                  <a:pt x="75977" y="2746"/>
                </a:lnTo>
                <a:lnTo>
                  <a:pt x="75879" y="2746"/>
                </a:lnTo>
                <a:cubicBezTo>
                  <a:pt x="75781" y="2746"/>
                  <a:pt x="75781" y="2844"/>
                  <a:pt x="75781" y="2844"/>
                </a:cubicBezTo>
                <a:lnTo>
                  <a:pt x="75781" y="5098"/>
                </a:lnTo>
                <a:cubicBezTo>
                  <a:pt x="75781" y="5000"/>
                  <a:pt x="75683" y="5000"/>
                  <a:pt x="75683" y="5000"/>
                </a:cubicBezTo>
                <a:cubicBezTo>
                  <a:pt x="75585" y="5000"/>
                  <a:pt x="75585" y="5000"/>
                  <a:pt x="75585" y="5098"/>
                </a:cubicBezTo>
                <a:lnTo>
                  <a:pt x="75585" y="13578"/>
                </a:lnTo>
                <a:cubicBezTo>
                  <a:pt x="75462" y="10515"/>
                  <a:pt x="75462" y="7353"/>
                  <a:pt x="75364" y="4290"/>
                </a:cubicBezTo>
                <a:lnTo>
                  <a:pt x="75364" y="4192"/>
                </a:lnTo>
                <a:lnTo>
                  <a:pt x="75364" y="3579"/>
                </a:lnTo>
                <a:cubicBezTo>
                  <a:pt x="75364" y="3579"/>
                  <a:pt x="75364" y="3456"/>
                  <a:pt x="75266" y="3456"/>
                </a:cubicBezTo>
                <a:lnTo>
                  <a:pt x="75168" y="3579"/>
                </a:lnTo>
                <a:lnTo>
                  <a:pt x="75168" y="19608"/>
                </a:lnTo>
                <a:lnTo>
                  <a:pt x="75168" y="20220"/>
                </a:lnTo>
                <a:cubicBezTo>
                  <a:pt x="75070" y="14804"/>
                  <a:pt x="74972" y="9387"/>
                  <a:pt x="74850" y="3873"/>
                </a:cubicBezTo>
                <a:lnTo>
                  <a:pt x="74752" y="3775"/>
                </a:lnTo>
                <a:lnTo>
                  <a:pt x="74752" y="2844"/>
                </a:lnTo>
                <a:cubicBezTo>
                  <a:pt x="74752" y="2746"/>
                  <a:pt x="74654" y="2746"/>
                  <a:pt x="74654" y="2746"/>
                </a:cubicBezTo>
                <a:cubicBezTo>
                  <a:pt x="74556" y="2746"/>
                  <a:pt x="74556" y="2746"/>
                  <a:pt x="74556" y="2844"/>
                </a:cubicBezTo>
                <a:lnTo>
                  <a:pt x="74556" y="12868"/>
                </a:lnTo>
                <a:cubicBezTo>
                  <a:pt x="74458" y="10000"/>
                  <a:pt x="74458" y="7035"/>
                  <a:pt x="74458" y="4069"/>
                </a:cubicBezTo>
                <a:lnTo>
                  <a:pt x="74360" y="3971"/>
                </a:lnTo>
                <a:cubicBezTo>
                  <a:pt x="74237" y="3971"/>
                  <a:pt x="74237" y="3971"/>
                  <a:pt x="74237" y="4069"/>
                </a:cubicBezTo>
                <a:lnTo>
                  <a:pt x="74139" y="1226"/>
                </a:lnTo>
                <a:cubicBezTo>
                  <a:pt x="74139" y="1226"/>
                  <a:pt x="74139" y="1128"/>
                  <a:pt x="74041" y="1128"/>
                </a:cubicBezTo>
                <a:lnTo>
                  <a:pt x="73943" y="1226"/>
                </a:lnTo>
                <a:lnTo>
                  <a:pt x="73943" y="197"/>
                </a:lnTo>
                <a:lnTo>
                  <a:pt x="73845" y="99"/>
                </a:lnTo>
                <a:cubicBezTo>
                  <a:pt x="73747" y="99"/>
                  <a:pt x="73747" y="197"/>
                  <a:pt x="73747" y="197"/>
                </a:cubicBezTo>
                <a:lnTo>
                  <a:pt x="73747" y="2966"/>
                </a:lnTo>
                <a:lnTo>
                  <a:pt x="73624" y="2844"/>
                </a:lnTo>
                <a:cubicBezTo>
                  <a:pt x="73526" y="2844"/>
                  <a:pt x="73526" y="2966"/>
                  <a:pt x="73526" y="2966"/>
                </a:cubicBezTo>
                <a:lnTo>
                  <a:pt x="73526" y="18284"/>
                </a:lnTo>
                <a:lnTo>
                  <a:pt x="73526" y="19093"/>
                </a:lnTo>
                <a:cubicBezTo>
                  <a:pt x="73428" y="12770"/>
                  <a:pt x="73330" y="6422"/>
                  <a:pt x="73232" y="99"/>
                </a:cubicBezTo>
                <a:cubicBezTo>
                  <a:pt x="73232" y="1"/>
                  <a:pt x="73134" y="1"/>
                  <a:pt x="73134" y="1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31000">
                <a:srgbClr val="E7ACC4"/>
              </a:gs>
              <a:gs pos="50000">
                <a:schemeClr val="accent1"/>
              </a:gs>
              <a:gs pos="70000">
                <a:srgbClr val="E7ACC4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4392575" y="0"/>
            <a:ext cx="4751400" cy="5143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36"/>
          <p:cNvCxnSpPr/>
          <p:nvPr/>
        </p:nvCxnSpPr>
        <p:spPr>
          <a:xfrm>
            <a:off x="5057100" y="4603375"/>
            <a:ext cx="336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36"/>
          <p:cNvCxnSpPr/>
          <p:nvPr/>
        </p:nvCxnSpPr>
        <p:spPr>
          <a:xfrm>
            <a:off x="5057100" y="540000"/>
            <a:ext cx="336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hasCustomPrompt="1" type="title"/>
          </p:nvPr>
        </p:nvSpPr>
        <p:spPr>
          <a:xfrm>
            <a:off x="1788123" y="1788525"/>
            <a:ext cx="55677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0" name="Google Shape;200;p38"/>
          <p:cNvSpPr txBox="1"/>
          <p:nvPr>
            <p:ph idx="1" type="body"/>
          </p:nvPr>
        </p:nvSpPr>
        <p:spPr>
          <a:xfrm>
            <a:off x="1788177" y="2816618"/>
            <a:ext cx="556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01" name="Google Shape;201;p38"/>
          <p:cNvCxnSpPr/>
          <p:nvPr/>
        </p:nvCxnSpPr>
        <p:spPr>
          <a:xfrm>
            <a:off x="2003100" y="4603375"/>
            <a:ext cx="551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5_2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05" name="Google Shape;205;p40"/>
          <p:cNvCxnSpPr/>
          <p:nvPr/>
        </p:nvCxnSpPr>
        <p:spPr>
          <a:xfrm>
            <a:off x="713900" y="540000"/>
            <a:ext cx="772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08" name="Google Shape;208;p41"/>
          <p:cNvCxnSpPr/>
          <p:nvPr/>
        </p:nvCxnSpPr>
        <p:spPr>
          <a:xfrm>
            <a:off x="3894175" y="4603375"/>
            <a:ext cx="588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2"/>
          <p:cNvSpPr txBox="1"/>
          <p:nvPr>
            <p:ph type="ctrTitle"/>
          </p:nvPr>
        </p:nvSpPr>
        <p:spPr>
          <a:xfrm>
            <a:off x="3082200" y="1130250"/>
            <a:ext cx="5871000" cy="2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1" name="Google Shape;211;p42"/>
          <p:cNvSpPr txBox="1"/>
          <p:nvPr>
            <p:ph idx="1" type="subTitle"/>
          </p:nvPr>
        </p:nvSpPr>
        <p:spPr>
          <a:xfrm>
            <a:off x="3082200" y="3281350"/>
            <a:ext cx="42711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212" name="Google Shape;212;p42"/>
          <p:cNvCxnSpPr/>
          <p:nvPr/>
        </p:nvCxnSpPr>
        <p:spPr>
          <a:xfrm>
            <a:off x="3132600" y="540000"/>
            <a:ext cx="529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720000" y="1059450"/>
            <a:ext cx="7704000" cy="3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cxnSp>
        <p:nvCxnSpPr>
          <p:cNvPr id="216" name="Google Shape;216;p43"/>
          <p:cNvCxnSpPr/>
          <p:nvPr/>
        </p:nvCxnSpPr>
        <p:spPr>
          <a:xfrm>
            <a:off x="724350" y="540000"/>
            <a:ext cx="7695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type="title"/>
          </p:nvPr>
        </p:nvSpPr>
        <p:spPr>
          <a:xfrm>
            <a:off x="713400" y="540000"/>
            <a:ext cx="5245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9" name="Google Shape;219;p44"/>
          <p:cNvSpPr txBox="1"/>
          <p:nvPr>
            <p:ph idx="1" type="subTitle"/>
          </p:nvPr>
        </p:nvSpPr>
        <p:spPr>
          <a:xfrm>
            <a:off x="713400" y="2257517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0" name="Google Shape;220;p44"/>
          <p:cNvSpPr txBox="1"/>
          <p:nvPr>
            <p:ph idx="2" type="title"/>
          </p:nvPr>
        </p:nvSpPr>
        <p:spPr>
          <a:xfrm>
            <a:off x="713400" y="1818450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21" name="Google Shape;221;p44"/>
          <p:cNvSpPr txBox="1"/>
          <p:nvPr>
            <p:ph idx="3" type="title"/>
          </p:nvPr>
        </p:nvSpPr>
        <p:spPr>
          <a:xfrm>
            <a:off x="713400" y="1296950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44"/>
          <p:cNvSpPr txBox="1"/>
          <p:nvPr>
            <p:ph idx="4" type="subTitle"/>
          </p:nvPr>
        </p:nvSpPr>
        <p:spPr>
          <a:xfrm>
            <a:off x="3304775" y="2257517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3" name="Google Shape;223;p44"/>
          <p:cNvSpPr txBox="1"/>
          <p:nvPr>
            <p:ph idx="5" type="title"/>
          </p:nvPr>
        </p:nvSpPr>
        <p:spPr>
          <a:xfrm>
            <a:off x="3304775" y="1818450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24" name="Google Shape;224;p44"/>
          <p:cNvSpPr txBox="1"/>
          <p:nvPr>
            <p:ph idx="6" type="title"/>
          </p:nvPr>
        </p:nvSpPr>
        <p:spPr>
          <a:xfrm>
            <a:off x="3304775" y="1296950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5" name="Google Shape;225;p44"/>
          <p:cNvSpPr txBox="1"/>
          <p:nvPr>
            <p:ph idx="7" type="subTitle"/>
          </p:nvPr>
        </p:nvSpPr>
        <p:spPr>
          <a:xfrm>
            <a:off x="713400" y="3826055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6" name="Google Shape;226;p44"/>
          <p:cNvSpPr txBox="1"/>
          <p:nvPr>
            <p:ph idx="8" type="title"/>
          </p:nvPr>
        </p:nvSpPr>
        <p:spPr>
          <a:xfrm>
            <a:off x="713400" y="3385575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27" name="Google Shape;227;p44"/>
          <p:cNvSpPr txBox="1"/>
          <p:nvPr>
            <p:ph idx="9" type="title"/>
          </p:nvPr>
        </p:nvSpPr>
        <p:spPr>
          <a:xfrm>
            <a:off x="713400" y="2886026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44"/>
          <p:cNvSpPr txBox="1"/>
          <p:nvPr>
            <p:ph idx="13" type="subTitle"/>
          </p:nvPr>
        </p:nvSpPr>
        <p:spPr>
          <a:xfrm>
            <a:off x="3304775" y="3826055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9" name="Google Shape;229;p44"/>
          <p:cNvSpPr txBox="1"/>
          <p:nvPr>
            <p:ph idx="14" type="title"/>
          </p:nvPr>
        </p:nvSpPr>
        <p:spPr>
          <a:xfrm>
            <a:off x="3304775" y="3385575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30" name="Google Shape;230;p44"/>
          <p:cNvSpPr txBox="1"/>
          <p:nvPr>
            <p:ph idx="15" type="title"/>
          </p:nvPr>
        </p:nvSpPr>
        <p:spPr>
          <a:xfrm>
            <a:off x="3304775" y="2886026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31" name="Google Shape;231;p44"/>
          <p:cNvCxnSpPr/>
          <p:nvPr/>
        </p:nvCxnSpPr>
        <p:spPr>
          <a:xfrm>
            <a:off x="706750" y="539875"/>
            <a:ext cx="772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44"/>
          <p:cNvSpPr txBox="1"/>
          <p:nvPr>
            <p:ph idx="16" type="subTitle"/>
          </p:nvPr>
        </p:nvSpPr>
        <p:spPr>
          <a:xfrm>
            <a:off x="5896150" y="2257517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3" name="Google Shape;233;p44"/>
          <p:cNvSpPr txBox="1"/>
          <p:nvPr>
            <p:ph idx="17" type="title"/>
          </p:nvPr>
        </p:nvSpPr>
        <p:spPr>
          <a:xfrm>
            <a:off x="5896150" y="1818450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34" name="Google Shape;234;p44"/>
          <p:cNvSpPr txBox="1"/>
          <p:nvPr>
            <p:ph idx="18" type="title"/>
          </p:nvPr>
        </p:nvSpPr>
        <p:spPr>
          <a:xfrm>
            <a:off x="5896150" y="1296950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44"/>
          <p:cNvSpPr txBox="1"/>
          <p:nvPr>
            <p:ph idx="19" type="subTitle"/>
          </p:nvPr>
        </p:nvSpPr>
        <p:spPr>
          <a:xfrm>
            <a:off x="5896150" y="3826055"/>
            <a:ext cx="23160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6" name="Google Shape;236;p44"/>
          <p:cNvSpPr txBox="1"/>
          <p:nvPr>
            <p:ph idx="20" type="title"/>
          </p:nvPr>
        </p:nvSpPr>
        <p:spPr>
          <a:xfrm>
            <a:off x="5896150" y="3385575"/>
            <a:ext cx="25242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37" name="Google Shape;237;p44"/>
          <p:cNvSpPr txBox="1"/>
          <p:nvPr>
            <p:ph idx="21" type="title"/>
          </p:nvPr>
        </p:nvSpPr>
        <p:spPr>
          <a:xfrm>
            <a:off x="5896150" y="2886026"/>
            <a:ext cx="9666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/>
          <p:nvPr>
            <p:ph type="title"/>
          </p:nvPr>
        </p:nvSpPr>
        <p:spPr>
          <a:xfrm>
            <a:off x="2055325" y="1532850"/>
            <a:ext cx="50334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0" name="Google Shape;240;p45"/>
          <p:cNvSpPr txBox="1"/>
          <p:nvPr>
            <p:ph idx="1" type="subTitle"/>
          </p:nvPr>
        </p:nvSpPr>
        <p:spPr>
          <a:xfrm>
            <a:off x="2055150" y="2406450"/>
            <a:ext cx="50337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241" name="Google Shape;241;p45"/>
          <p:cNvCxnSpPr/>
          <p:nvPr/>
        </p:nvCxnSpPr>
        <p:spPr>
          <a:xfrm>
            <a:off x="2194800" y="4603375"/>
            <a:ext cx="475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type="title"/>
          </p:nvPr>
        </p:nvSpPr>
        <p:spPr>
          <a:xfrm>
            <a:off x="800450" y="2234825"/>
            <a:ext cx="31764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4" name="Google Shape;244;p46"/>
          <p:cNvSpPr txBox="1"/>
          <p:nvPr>
            <p:ph idx="1" type="body"/>
          </p:nvPr>
        </p:nvSpPr>
        <p:spPr>
          <a:xfrm>
            <a:off x="1725975" y="2950475"/>
            <a:ext cx="2293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5" name="Google Shape;245;p46"/>
          <p:cNvSpPr txBox="1"/>
          <p:nvPr>
            <p:ph idx="2" type="title"/>
          </p:nvPr>
        </p:nvSpPr>
        <p:spPr>
          <a:xfrm>
            <a:off x="1211775" y="1718736"/>
            <a:ext cx="28080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46" name="Google Shape;246;p46"/>
          <p:cNvCxnSpPr/>
          <p:nvPr/>
        </p:nvCxnSpPr>
        <p:spPr>
          <a:xfrm>
            <a:off x="724350" y="4603375"/>
            <a:ext cx="324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 txBox="1"/>
          <p:nvPr>
            <p:ph type="title"/>
          </p:nvPr>
        </p:nvSpPr>
        <p:spPr>
          <a:xfrm>
            <a:off x="2022225" y="540000"/>
            <a:ext cx="6336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9" name="Google Shape;249;p47"/>
          <p:cNvSpPr txBox="1"/>
          <p:nvPr>
            <p:ph idx="1" type="subTitle"/>
          </p:nvPr>
        </p:nvSpPr>
        <p:spPr>
          <a:xfrm>
            <a:off x="2026350" y="2206096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0" name="Google Shape;250;p47"/>
          <p:cNvSpPr txBox="1"/>
          <p:nvPr>
            <p:ph idx="2" type="title"/>
          </p:nvPr>
        </p:nvSpPr>
        <p:spPr>
          <a:xfrm>
            <a:off x="2026350" y="1757150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3" type="subTitle"/>
          </p:nvPr>
        </p:nvSpPr>
        <p:spPr>
          <a:xfrm>
            <a:off x="4262472" y="2206096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47"/>
          <p:cNvSpPr txBox="1"/>
          <p:nvPr>
            <p:ph idx="4" type="title"/>
          </p:nvPr>
        </p:nvSpPr>
        <p:spPr>
          <a:xfrm>
            <a:off x="4262473" y="1757150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idx="5" type="subTitle"/>
          </p:nvPr>
        </p:nvSpPr>
        <p:spPr>
          <a:xfrm>
            <a:off x="6498594" y="2206096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4" name="Google Shape;254;p47"/>
          <p:cNvSpPr txBox="1"/>
          <p:nvPr>
            <p:ph idx="6" type="title"/>
          </p:nvPr>
        </p:nvSpPr>
        <p:spPr>
          <a:xfrm>
            <a:off x="6498595" y="1757150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5" name="Google Shape;255;p47"/>
          <p:cNvSpPr txBox="1"/>
          <p:nvPr>
            <p:ph idx="7" type="subTitle"/>
          </p:nvPr>
        </p:nvSpPr>
        <p:spPr>
          <a:xfrm>
            <a:off x="2026350" y="344385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6" name="Google Shape;256;p47"/>
          <p:cNvSpPr txBox="1"/>
          <p:nvPr>
            <p:ph idx="8" type="title"/>
          </p:nvPr>
        </p:nvSpPr>
        <p:spPr>
          <a:xfrm>
            <a:off x="2026350" y="2994892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7" name="Google Shape;257;p47"/>
          <p:cNvSpPr txBox="1"/>
          <p:nvPr>
            <p:ph idx="9" type="subTitle"/>
          </p:nvPr>
        </p:nvSpPr>
        <p:spPr>
          <a:xfrm>
            <a:off x="4262472" y="344385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8" name="Google Shape;258;p47"/>
          <p:cNvSpPr txBox="1"/>
          <p:nvPr>
            <p:ph idx="13" type="title"/>
          </p:nvPr>
        </p:nvSpPr>
        <p:spPr>
          <a:xfrm>
            <a:off x="4262473" y="2994892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9" name="Google Shape;259;p47"/>
          <p:cNvSpPr txBox="1"/>
          <p:nvPr>
            <p:ph idx="14" type="subTitle"/>
          </p:nvPr>
        </p:nvSpPr>
        <p:spPr>
          <a:xfrm>
            <a:off x="6498594" y="344385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47"/>
          <p:cNvSpPr txBox="1"/>
          <p:nvPr>
            <p:ph idx="15" type="title"/>
          </p:nvPr>
        </p:nvSpPr>
        <p:spPr>
          <a:xfrm>
            <a:off x="6498595" y="2994892"/>
            <a:ext cx="19254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261" name="Google Shape;261;p47"/>
          <p:cNvCxnSpPr/>
          <p:nvPr/>
        </p:nvCxnSpPr>
        <p:spPr>
          <a:xfrm>
            <a:off x="2113225" y="4603375"/>
            <a:ext cx="623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64" name="Google Shape;264;p48"/>
          <p:cNvCxnSpPr/>
          <p:nvPr/>
        </p:nvCxnSpPr>
        <p:spPr>
          <a:xfrm>
            <a:off x="6650" y="4603375"/>
            <a:ext cx="538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0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7" name="Google Shape;267;p49"/>
          <p:cNvSpPr txBox="1"/>
          <p:nvPr>
            <p:ph idx="1" type="subTitle"/>
          </p:nvPr>
        </p:nvSpPr>
        <p:spPr>
          <a:xfrm>
            <a:off x="5978527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8" name="Google Shape;268;p49"/>
          <p:cNvSpPr txBox="1"/>
          <p:nvPr>
            <p:ph idx="2" type="title"/>
          </p:nvPr>
        </p:nvSpPr>
        <p:spPr>
          <a:xfrm>
            <a:off x="5978534" y="2991609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69" name="Google Shape;269;p49"/>
          <p:cNvSpPr txBox="1"/>
          <p:nvPr>
            <p:ph idx="3" type="subTitle"/>
          </p:nvPr>
        </p:nvSpPr>
        <p:spPr>
          <a:xfrm>
            <a:off x="2472842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0" name="Google Shape;270;p49"/>
          <p:cNvSpPr txBox="1"/>
          <p:nvPr>
            <p:ph idx="4" type="title"/>
          </p:nvPr>
        </p:nvSpPr>
        <p:spPr>
          <a:xfrm>
            <a:off x="2472845" y="2991607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71" name="Google Shape;271;p49"/>
          <p:cNvSpPr txBox="1"/>
          <p:nvPr>
            <p:ph idx="5" type="subTitle"/>
          </p:nvPr>
        </p:nvSpPr>
        <p:spPr>
          <a:xfrm>
            <a:off x="4225685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2" name="Google Shape;272;p49"/>
          <p:cNvSpPr txBox="1"/>
          <p:nvPr>
            <p:ph idx="6" type="title"/>
          </p:nvPr>
        </p:nvSpPr>
        <p:spPr>
          <a:xfrm>
            <a:off x="4225689" y="2991609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73" name="Google Shape;273;p49"/>
          <p:cNvSpPr txBox="1"/>
          <p:nvPr>
            <p:ph idx="7" type="subTitle"/>
          </p:nvPr>
        </p:nvSpPr>
        <p:spPr>
          <a:xfrm>
            <a:off x="720000" y="3416650"/>
            <a:ext cx="18078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4" name="Google Shape;274;p49"/>
          <p:cNvSpPr txBox="1"/>
          <p:nvPr>
            <p:ph idx="8" type="title"/>
          </p:nvPr>
        </p:nvSpPr>
        <p:spPr>
          <a:xfrm>
            <a:off x="720000" y="2991600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275" name="Google Shape;275;p49"/>
          <p:cNvCxnSpPr/>
          <p:nvPr/>
        </p:nvCxnSpPr>
        <p:spPr>
          <a:xfrm>
            <a:off x="713900" y="543050"/>
            <a:ext cx="77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8" name="Google Shape;278;p50"/>
          <p:cNvSpPr txBox="1"/>
          <p:nvPr>
            <p:ph idx="1" type="subTitle"/>
          </p:nvPr>
        </p:nvSpPr>
        <p:spPr>
          <a:xfrm>
            <a:off x="713489" y="228919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50"/>
          <p:cNvSpPr txBox="1"/>
          <p:nvPr>
            <p:ph idx="2" type="title"/>
          </p:nvPr>
        </p:nvSpPr>
        <p:spPr>
          <a:xfrm>
            <a:off x="713400" y="185182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80" name="Google Shape;280;p50"/>
          <p:cNvSpPr txBox="1"/>
          <p:nvPr>
            <p:ph idx="3" type="subTitle"/>
          </p:nvPr>
        </p:nvSpPr>
        <p:spPr>
          <a:xfrm>
            <a:off x="3708174" y="228919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50"/>
          <p:cNvSpPr txBox="1"/>
          <p:nvPr>
            <p:ph idx="4" type="title"/>
          </p:nvPr>
        </p:nvSpPr>
        <p:spPr>
          <a:xfrm>
            <a:off x="3708100" y="185182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82" name="Google Shape;282;p50"/>
          <p:cNvSpPr txBox="1"/>
          <p:nvPr>
            <p:ph idx="5" type="subTitle"/>
          </p:nvPr>
        </p:nvSpPr>
        <p:spPr>
          <a:xfrm>
            <a:off x="713400" y="393088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3" name="Google Shape;283;p50"/>
          <p:cNvSpPr txBox="1"/>
          <p:nvPr>
            <p:ph idx="6" type="title"/>
          </p:nvPr>
        </p:nvSpPr>
        <p:spPr>
          <a:xfrm>
            <a:off x="713400" y="350066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84" name="Google Shape;284;p50"/>
          <p:cNvSpPr txBox="1"/>
          <p:nvPr>
            <p:ph idx="7" type="subTitle"/>
          </p:nvPr>
        </p:nvSpPr>
        <p:spPr>
          <a:xfrm>
            <a:off x="3708050" y="3930888"/>
            <a:ext cx="20622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5" name="Google Shape;285;p50"/>
          <p:cNvSpPr txBox="1"/>
          <p:nvPr>
            <p:ph idx="8" type="title"/>
          </p:nvPr>
        </p:nvSpPr>
        <p:spPr>
          <a:xfrm>
            <a:off x="3708076" y="3500661"/>
            <a:ext cx="20622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286" name="Google Shape;286;p50"/>
          <p:cNvCxnSpPr/>
          <p:nvPr/>
        </p:nvCxnSpPr>
        <p:spPr>
          <a:xfrm>
            <a:off x="719988" y="4603375"/>
            <a:ext cx="50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type="title"/>
          </p:nvPr>
        </p:nvSpPr>
        <p:spPr>
          <a:xfrm>
            <a:off x="815250" y="1736800"/>
            <a:ext cx="75135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" name="Google Shape;289;p51"/>
          <p:cNvSpPr txBox="1"/>
          <p:nvPr>
            <p:ph idx="1" type="subTitle"/>
          </p:nvPr>
        </p:nvSpPr>
        <p:spPr>
          <a:xfrm>
            <a:off x="815250" y="2768375"/>
            <a:ext cx="75135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290" name="Google Shape;290;p51"/>
          <p:cNvCxnSpPr/>
          <p:nvPr/>
        </p:nvCxnSpPr>
        <p:spPr>
          <a:xfrm>
            <a:off x="1233588" y="540000"/>
            <a:ext cx="66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 flipH="1">
            <a:off x="1663204" y="3250164"/>
            <a:ext cx="3848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 sz="1600"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3" name="Google Shape;293;p52"/>
          <p:cNvSpPr txBox="1"/>
          <p:nvPr>
            <p:ph idx="1" type="subTitle"/>
          </p:nvPr>
        </p:nvSpPr>
        <p:spPr>
          <a:xfrm flipH="1">
            <a:off x="1659904" y="1473763"/>
            <a:ext cx="5824200" cy="16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sz="30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94" name="Google Shape;294;p52"/>
          <p:cNvCxnSpPr/>
          <p:nvPr/>
        </p:nvCxnSpPr>
        <p:spPr>
          <a:xfrm>
            <a:off x="1841100" y="540000"/>
            <a:ext cx="546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3"/>
          <p:cNvSpPr txBox="1"/>
          <p:nvPr>
            <p:ph type="title"/>
          </p:nvPr>
        </p:nvSpPr>
        <p:spPr>
          <a:xfrm>
            <a:off x="720000" y="1743363"/>
            <a:ext cx="4390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7" name="Google Shape;297;p53"/>
          <p:cNvSpPr txBox="1"/>
          <p:nvPr>
            <p:ph idx="1" type="subTitle"/>
          </p:nvPr>
        </p:nvSpPr>
        <p:spPr>
          <a:xfrm>
            <a:off x="720001" y="2708592"/>
            <a:ext cx="43905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298" name="Google Shape;298;p53"/>
          <p:cNvCxnSpPr/>
          <p:nvPr/>
        </p:nvCxnSpPr>
        <p:spPr>
          <a:xfrm>
            <a:off x="713900" y="540000"/>
            <a:ext cx="7700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01" name="Google Shape;301;p54"/>
          <p:cNvCxnSpPr/>
          <p:nvPr/>
        </p:nvCxnSpPr>
        <p:spPr>
          <a:xfrm>
            <a:off x="713400" y="540000"/>
            <a:ext cx="771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>
            <p:ph type="title"/>
          </p:nvPr>
        </p:nvSpPr>
        <p:spPr>
          <a:xfrm>
            <a:off x="995588" y="813425"/>
            <a:ext cx="45135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04" name="Google Shape;304;p55"/>
          <p:cNvSpPr txBox="1"/>
          <p:nvPr>
            <p:ph idx="1" type="subTitle"/>
          </p:nvPr>
        </p:nvSpPr>
        <p:spPr>
          <a:xfrm>
            <a:off x="995561" y="1531513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05" name="Google Shape;305;p55"/>
          <p:cNvSpPr txBox="1"/>
          <p:nvPr>
            <p:ph idx="2" type="title"/>
          </p:nvPr>
        </p:nvSpPr>
        <p:spPr>
          <a:xfrm>
            <a:off x="995654" y="2079425"/>
            <a:ext cx="45135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06" name="Google Shape;306;p55"/>
          <p:cNvSpPr txBox="1"/>
          <p:nvPr>
            <p:ph idx="3" type="subTitle"/>
          </p:nvPr>
        </p:nvSpPr>
        <p:spPr>
          <a:xfrm>
            <a:off x="995537" y="2797525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07" name="Google Shape;307;p55"/>
          <p:cNvSpPr txBox="1"/>
          <p:nvPr>
            <p:ph idx="4" type="title"/>
          </p:nvPr>
        </p:nvSpPr>
        <p:spPr>
          <a:xfrm>
            <a:off x="995654" y="3345426"/>
            <a:ext cx="45135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08" name="Google Shape;308;p55"/>
          <p:cNvSpPr txBox="1"/>
          <p:nvPr>
            <p:ph idx="5" type="subTitle"/>
          </p:nvPr>
        </p:nvSpPr>
        <p:spPr>
          <a:xfrm>
            <a:off x="995561" y="4063537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cxnSp>
        <p:nvCxnSpPr>
          <p:cNvPr id="309" name="Google Shape;309;p55"/>
          <p:cNvCxnSpPr/>
          <p:nvPr/>
        </p:nvCxnSpPr>
        <p:spPr>
          <a:xfrm>
            <a:off x="713900" y="540000"/>
            <a:ext cx="50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5_2_1_1_1_1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12" name="Google Shape;312;p56"/>
          <p:cNvCxnSpPr/>
          <p:nvPr/>
        </p:nvCxnSpPr>
        <p:spPr>
          <a:xfrm>
            <a:off x="713900" y="540000"/>
            <a:ext cx="7724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7"/>
          <p:cNvSpPr txBox="1"/>
          <p:nvPr>
            <p:ph type="title"/>
          </p:nvPr>
        </p:nvSpPr>
        <p:spPr>
          <a:xfrm>
            <a:off x="720100" y="540000"/>
            <a:ext cx="46872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5" name="Google Shape;315;p57"/>
          <p:cNvSpPr txBox="1"/>
          <p:nvPr>
            <p:ph idx="1" type="subTitle"/>
          </p:nvPr>
        </p:nvSpPr>
        <p:spPr>
          <a:xfrm>
            <a:off x="720100" y="1914950"/>
            <a:ext cx="45843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 sz="2100"/>
            </a:lvl9pPr>
          </a:lstStyle>
          <a:p/>
        </p:txBody>
      </p:sp>
      <p:cxnSp>
        <p:nvCxnSpPr>
          <p:cNvPr id="316" name="Google Shape;316;p57"/>
          <p:cNvCxnSpPr/>
          <p:nvPr/>
        </p:nvCxnSpPr>
        <p:spPr>
          <a:xfrm>
            <a:off x="713900" y="4603375"/>
            <a:ext cx="455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5_2_1_1_1_1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19" name="Google Shape;319;p58"/>
          <p:cNvCxnSpPr/>
          <p:nvPr/>
        </p:nvCxnSpPr>
        <p:spPr>
          <a:xfrm>
            <a:off x="713900" y="540000"/>
            <a:ext cx="50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title"/>
          </p:nvPr>
        </p:nvSpPr>
        <p:spPr>
          <a:xfrm>
            <a:off x="4572000" y="727275"/>
            <a:ext cx="38520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5_2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24" name="Google Shape;324;p60"/>
          <p:cNvCxnSpPr/>
          <p:nvPr/>
        </p:nvCxnSpPr>
        <p:spPr>
          <a:xfrm>
            <a:off x="713900" y="4603375"/>
            <a:ext cx="772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0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327" name="Google Shape;327;p61"/>
          <p:cNvCxnSpPr/>
          <p:nvPr/>
        </p:nvCxnSpPr>
        <p:spPr>
          <a:xfrm>
            <a:off x="713900" y="4603375"/>
            <a:ext cx="771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 1">
  <p:cSld name="CUSTOM_7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0" name="Google Shape;330;p62"/>
          <p:cNvSpPr txBox="1"/>
          <p:nvPr>
            <p:ph idx="1" type="subTitle"/>
          </p:nvPr>
        </p:nvSpPr>
        <p:spPr>
          <a:xfrm>
            <a:off x="727700" y="3745275"/>
            <a:ext cx="1859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1" name="Google Shape;331;p62"/>
          <p:cNvSpPr txBox="1"/>
          <p:nvPr>
            <p:ph idx="2" type="title"/>
          </p:nvPr>
        </p:nvSpPr>
        <p:spPr>
          <a:xfrm>
            <a:off x="727700" y="3295200"/>
            <a:ext cx="1859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32" name="Google Shape;332;p62"/>
          <p:cNvSpPr txBox="1"/>
          <p:nvPr>
            <p:ph idx="3" type="subTitle"/>
          </p:nvPr>
        </p:nvSpPr>
        <p:spPr>
          <a:xfrm>
            <a:off x="4972801" y="3745275"/>
            <a:ext cx="1859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3" name="Google Shape;333;p62"/>
          <p:cNvSpPr txBox="1"/>
          <p:nvPr>
            <p:ph idx="4" type="title"/>
          </p:nvPr>
        </p:nvSpPr>
        <p:spPr>
          <a:xfrm>
            <a:off x="4972801" y="3295200"/>
            <a:ext cx="1859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34" name="Google Shape;334;p62"/>
          <p:cNvSpPr txBox="1"/>
          <p:nvPr>
            <p:ph idx="5" type="subTitle"/>
          </p:nvPr>
        </p:nvSpPr>
        <p:spPr>
          <a:xfrm>
            <a:off x="2850250" y="3745275"/>
            <a:ext cx="18597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5" name="Google Shape;335;p62"/>
          <p:cNvSpPr txBox="1"/>
          <p:nvPr>
            <p:ph idx="6" type="title"/>
          </p:nvPr>
        </p:nvSpPr>
        <p:spPr>
          <a:xfrm>
            <a:off x="2850246" y="3295200"/>
            <a:ext cx="18597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336" name="Google Shape;336;p62"/>
          <p:cNvCxnSpPr/>
          <p:nvPr/>
        </p:nvCxnSpPr>
        <p:spPr>
          <a:xfrm>
            <a:off x="713900" y="460337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5_2_1_1_1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39" name="Google Shape;339;p63"/>
          <p:cNvCxnSpPr/>
          <p:nvPr/>
        </p:nvCxnSpPr>
        <p:spPr>
          <a:xfrm>
            <a:off x="713900" y="4603375"/>
            <a:ext cx="77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42" name="Google Shape;342;p64"/>
          <p:cNvCxnSpPr/>
          <p:nvPr/>
        </p:nvCxnSpPr>
        <p:spPr>
          <a:xfrm>
            <a:off x="713900" y="540000"/>
            <a:ext cx="77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5_2_1_1_1_1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45" name="Google Shape;345;p65"/>
          <p:cNvCxnSpPr/>
          <p:nvPr/>
        </p:nvCxnSpPr>
        <p:spPr>
          <a:xfrm>
            <a:off x="713900" y="4603375"/>
            <a:ext cx="648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48" name="Google Shape;348;p66"/>
          <p:cNvCxnSpPr/>
          <p:nvPr/>
        </p:nvCxnSpPr>
        <p:spPr>
          <a:xfrm>
            <a:off x="713900" y="540000"/>
            <a:ext cx="6277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1" name="Google Shape;351;p67"/>
          <p:cNvSpPr txBox="1"/>
          <p:nvPr>
            <p:ph idx="1" type="subTitle"/>
          </p:nvPr>
        </p:nvSpPr>
        <p:spPr>
          <a:xfrm>
            <a:off x="720000" y="3223126"/>
            <a:ext cx="2083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2" name="Google Shape;352;p67"/>
          <p:cNvSpPr txBox="1"/>
          <p:nvPr>
            <p:ph idx="2" type="title"/>
          </p:nvPr>
        </p:nvSpPr>
        <p:spPr>
          <a:xfrm>
            <a:off x="719999" y="2785400"/>
            <a:ext cx="2083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53" name="Google Shape;353;p67"/>
          <p:cNvSpPr txBox="1"/>
          <p:nvPr>
            <p:ph idx="3" type="subTitle"/>
          </p:nvPr>
        </p:nvSpPr>
        <p:spPr>
          <a:xfrm>
            <a:off x="3526512" y="3223126"/>
            <a:ext cx="2083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4" name="Google Shape;354;p67"/>
          <p:cNvSpPr txBox="1"/>
          <p:nvPr>
            <p:ph idx="4" type="title"/>
          </p:nvPr>
        </p:nvSpPr>
        <p:spPr>
          <a:xfrm>
            <a:off x="3526510" y="2785400"/>
            <a:ext cx="2083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cxnSp>
        <p:nvCxnSpPr>
          <p:cNvPr id="355" name="Google Shape;355;p67"/>
          <p:cNvCxnSpPr/>
          <p:nvPr/>
        </p:nvCxnSpPr>
        <p:spPr>
          <a:xfrm>
            <a:off x="713900" y="540000"/>
            <a:ext cx="551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67"/>
          <p:cNvSpPr txBox="1"/>
          <p:nvPr>
            <p:ph idx="5" type="subTitle"/>
          </p:nvPr>
        </p:nvSpPr>
        <p:spPr>
          <a:xfrm>
            <a:off x="6333025" y="3223126"/>
            <a:ext cx="20835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7" name="Google Shape;357;p67"/>
          <p:cNvSpPr txBox="1"/>
          <p:nvPr>
            <p:ph idx="6" type="title"/>
          </p:nvPr>
        </p:nvSpPr>
        <p:spPr>
          <a:xfrm>
            <a:off x="6333023" y="2785400"/>
            <a:ext cx="20835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8"/>
          <p:cNvSpPr txBox="1"/>
          <p:nvPr>
            <p:ph type="title"/>
          </p:nvPr>
        </p:nvSpPr>
        <p:spPr>
          <a:xfrm>
            <a:off x="1619367" y="1831413"/>
            <a:ext cx="25533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60" name="Google Shape;360;p68"/>
          <p:cNvSpPr txBox="1"/>
          <p:nvPr>
            <p:ph idx="1" type="subTitle"/>
          </p:nvPr>
        </p:nvSpPr>
        <p:spPr>
          <a:xfrm>
            <a:off x="1619363" y="2342787"/>
            <a:ext cx="25533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361" name="Google Shape;361;p68"/>
          <p:cNvCxnSpPr/>
          <p:nvPr/>
        </p:nvCxnSpPr>
        <p:spPr>
          <a:xfrm>
            <a:off x="1569300" y="540000"/>
            <a:ext cx="600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9"/>
          <p:cNvSpPr txBox="1"/>
          <p:nvPr>
            <p:ph idx="1" type="subTitle"/>
          </p:nvPr>
        </p:nvSpPr>
        <p:spPr>
          <a:xfrm>
            <a:off x="720000" y="1722575"/>
            <a:ext cx="3852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4" name="Google Shape;364;p69"/>
          <p:cNvSpPr txBox="1"/>
          <p:nvPr>
            <p:ph type="ctrTitle"/>
          </p:nvPr>
        </p:nvSpPr>
        <p:spPr>
          <a:xfrm flipH="1">
            <a:off x="726350" y="719125"/>
            <a:ext cx="38520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5" name="Google Shape;365;p69"/>
          <p:cNvSpPr txBox="1"/>
          <p:nvPr/>
        </p:nvSpPr>
        <p:spPr>
          <a:xfrm>
            <a:off x="1088688" y="3563675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/>
              </a:rPr>
              <a:t>Slidesgo</a:t>
            </a:r>
            <a:r>
              <a:rPr b="1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</a:t>
            </a: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and includes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/>
              </a:rPr>
              <a:t>Freepik</a:t>
            </a:r>
            <a:r>
              <a:rPr b="0" i="0" lang="en" sz="11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366" name="Google Shape;366;p69"/>
          <p:cNvCxnSpPr/>
          <p:nvPr/>
        </p:nvCxnSpPr>
        <p:spPr>
          <a:xfrm>
            <a:off x="1156100" y="4603375"/>
            <a:ext cx="299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0"/>
          <p:cNvSpPr/>
          <p:nvPr/>
        </p:nvSpPr>
        <p:spPr>
          <a:xfrm>
            <a:off x="-623775" y="248952"/>
            <a:ext cx="10553213" cy="2705142"/>
          </a:xfrm>
          <a:custGeom>
            <a:rect b="b" l="l" r="r" t="t"/>
            <a:pathLst>
              <a:path extrusionOk="0" h="64435" w="122349">
                <a:moveTo>
                  <a:pt x="99" y="1"/>
                </a:moveTo>
                <a:cubicBezTo>
                  <a:pt x="99" y="1"/>
                  <a:pt x="1" y="1"/>
                  <a:pt x="1" y="99"/>
                </a:cubicBezTo>
                <a:lnTo>
                  <a:pt x="1" y="53209"/>
                </a:lnTo>
                <a:lnTo>
                  <a:pt x="99" y="53307"/>
                </a:lnTo>
                <a:lnTo>
                  <a:pt x="221" y="53209"/>
                </a:lnTo>
                <a:lnTo>
                  <a:pt x="221" y="22573"/>
                </a:lnTo>
                <a:lnTo>
                  <a:pt x="417" y="63527"/>
                </a:lnTo>
                <a:lnTo>
                  <a:pt x="613" y="63527"/>
                </a:lnTo>
                <a:lnTo>
                  <a:pt x="613" y="29730"/>
                </a:lnTo>
                <a:lnTo>
                  <a:pt x="834" y="61689"/>
                </a:lnTo>
                <a:cubicBezTo>
                  <a:pt x="834" y="61787"/>
                  <a:pt x="932" y="61787"/>
                  <a:pt x="932" y="61787"/>
                </a:cubicBezTo>
                <a:cubicBezTo>
                  <a:pt x="932" y="61787"/>
                  <a:pt x="1030" y="61787"/>
                  <a:pt x="1030" y="61689"/>
                </a:cubicBezTo>
                <a:lnTo>
                  <a:pt x="1030" y="21348"/>
                </a:lnTo>
                <a:lnTo>
                  <a:pt x="1226" y="57400"/>
                </a:lnTo>
                <a:lnTo>
                  <a:pt x="1447" y="57400"/>
                </a:lnTo>
                <a:lnTo>
                  <a:pt x="1447" y="21862"/>
                </a:lnTo>
                <a:lnTo>
                  <a:pt x="1643" y="59851"/>
                </a:lnTo>
                <a:cubicBezTo>
                  <a:pt x="1643" y="59949"/>
                  <a:pt x="1741" y="59949"/>
                  <a:pt x="1741" y="59949"/>
                </a:cubicBezTo>
                <a:cubicBezTo>
                  <a:pt x="1741" y="59949"/>
                  <a:pt x="1839" y="59949"/>
                  <a:pt x="1839" y="59851"/>
                </a:cubicBezTo>
                <a:lnTo>
                  <a:pt x="1839" y="24926"/>
                </a:lnTo>
                <a:lnTo>
                  <a:pt x="2059" y="57915"/>
                </a:lnTo>
                <a:lnTo>
                  <a:pt x="2255" y="57915"/>
                </a:lnTo>
                <a:lnTo>
                  <a:pt x="2255" y="22475"/>
                </a:lnTo>
                <a:lnTo>
                  <a:pt x="2451" y="63111"/>
                </a:lnTo>
                <a:lnTo>
                  <a:pt x="2550" y="63209"/>
                </a:lnTo>
                <a:lnTo>
                  <a:pt x="2672" y="63111"/>
                </a:lnTo>
                <a:lnTo>
                  <a:pt x="2672" y="29411"/>
                </a:lnTo>
                <a:lnTo>
                  <a:pt x="2868" y="63625"/>
                </a:lnTo>
                <a:lnTo>
                  <a:pt x="3064" y="63625"/>
                </a:lnTo>
                <a:lnTo>
                  <a:pt x="3064" y="22475"/>
                </a:lnTo>
                <a:lnTo>
                  <a:pt x="3285" y="62204"/>
                </a:lnTo>
                <a:lnTo>
                  <a:pt x="3481" y="62204"/>
                </a:lnTo>
                <a:lnTo>
                  <a:pt x="3481" y="22867"/>
                </a:lnTo>
                <a:lnTo>
                  <a:pt x="3677" y="60145"/>
                </a:lnTo>
                <a:cubicBezTo>
                  <a:pt x="3677" y="60243"/>
                  <a:pt x="3775" y="60243"/>
                  <a:pt x="3775" y="60243"/>
                </a:cubicBezTo>
                <a:cubicBezTo>
                  <a:pt x="3775" y="60243"/>
                  <a:pt x="3897" y="60243"/>
                  <a:pt x="3897" y="60145"/>
                </a:cubicBezTo>
                <a:lnTo>
                  <a:pt x="3897" y="24411"/>
                </a:lnTo>
                <a:lnTo>
                  <a:pt x="4094" y="60145"/>
                </a:lnTo>
                <a:cubicBezTo>
                  <a:pt x="4094" y="60243"/>
                  <a:pt x="4192" y="60243"/>
                  <a:pt x="4192" y="60243"/>
                </a:cubicBezTo>
                <a:cubicBezTo>
                  <a:pt x="4192" y="60243"/>
                  <a:pt x="4290" y="60243"/>
                  <a:pt x="4290" y="60145"/>
                </a:cubicBezTo>
                <a:lnTo>
                  <a:pt x="4290" y="21960"/>
                </a:lnTo>
                <a:lnTo>
                  <a:pt x="4510" y="60047"/>
                </a:lnTo>
                <a:lnTo>
                  <a:pt x="4608" y="60145"/>
                </a:lnTo>
                <a:lnTo>
                  <a:pt x="4706" y="60047"/>
                </a:lnTo>
                <a:lnTo>
                  <a:pt x="4706" y="27156"/>
                </a:lnTo>
                <a:lnTo>
                  <a:pt x="4902" y="60660"/>
                </a:lnTo>
                <a:lnTo>
                  <a:pt x="5000" y="60758"/>
                </a:lnTo>
                <a:lnTo>
                  <a:pt x="5123" y="60660"/>
                </a:lnTo>
                <a:lnTo>
                  <a:pt x="5123" y="29411"/>
                </a:lnTo>
                <a:lnTo>
                  <a:pt x="5319" y="63625"/>
                </a:lnTo>
                <a:lnTo>
                  <a:pt x="5417" y="63723"/>
                </a:lnTo>
                <a:lnTo>
                  <a:pt x="5515" y="63625"/>
                </a:lnTo>
                <a:lnTo>
                  <a:pt x="5515" y="25833"/>
                </a:lnTo>
                <a:lnTo>
                  <a:pt x="5736" y="54729"/>
                </a:lnTo>
                <a:lnTo>
                  <a:pt x="5932" y="54729"/>
                </a:lnTo>
                <a:lnTo>
                  <a:pt x="5932" y="27058"/>
                </a:lnTo>
                <a:lnTo>
                  <a:pt x="6128" y="54435"/>
                </a:lnTo>
                <a:lnTo>
                  <a:pt x="6348" y="54435"/>
                </a:lnTo>
                <a:lnTo>
                  <a:pt x="6348" y="25833"/>
                </a:lnTo>
                <a:lnTo>
                  <a:pt x="6544" y="59336"/>
                </a:lnTo>
                <a:cubicBezTo>
                  <a:pt x="6544" y="59434"/>
                  <a:pt x="6642" y="59434"/>
                  <a:pt x="6642" y="59434"/>
                </a:cubicBezTo>
                <a:cubicBezTo>
                  <a:pt x="6642" y="59434"/>
                  <a:pt x="6741" y="59434"/>
                  <a:pt x="6741" y="59336"/>
                </a:cubicBezTo>
                <a:lnTo>
                  <a:pt x="6741" y="26666"/>
                </a:lnTo>
                <a:lnTo>
                  <a:pt x="6961" y="60978"/>
                </a:lnTo>
                <a:lnTo>
                  <a:pt x="7059" y="61076"/>
                </a:lnTo>
                <a:lnTo>
                  <a:pt x="7157" y="60978"/>
                </a:lnTo>
                <a:lnTo>
                  <a:pt x="7157" y="27573"/>
                </a:lnTo>
                <a:lnTo>
                  <a:pt x="7353" y="55145"/>
                </a:lnTo>
                <a:lnTo>
                  <a:pt x="7574" y="55145"/>
                </a:lnTo>
                <a:lnTo>
                  <a:pt x="7574" y="26544"/>
                </a:lnTo>
                <a:lnTo>
                  <a:pt x="7770" y="61174"/>
                </a:lnTo>
                <a:lnTo>
                  <a:pt x="7868" y="61272"/>
                </a:lnTo>
                <a:lnTo>
                  <a:pt x="7966" y="61174"/>
                </a:lnTo>
                <a:lnTo>
                  <a:pt x="7966" y="25539"/>
                </a:lnTo>
                <a:lnTo>
                  <a:pt x="8187" y="62694"/>
                </a:lnTo>
                <a:lnTo>
                  <a:pt x="8383" y="62694"/>
                </a:lnTo>
                <a:lnTo>
                  <a:pt x="8383" y="26544"/>
                </a:lnTo>
                <a:lnTo>
                  <a:pt x="8579" y="62081"/>
                </a:lnTo>
                <a:lnTo>
                  <a:pt x="8799" y="62081"/>
                </a:lnTo>
                <a:lnTo>
                  <a:pt x="8799" y="25318"/>
                </a:lnTo>
                <a:lnTo>
                  <a:pt x="8995" y="56983"/>
                </a:lnTo>
                <a:lnTo>
                  <a:pt x="9191" y="56983"/>
                </a:lnTo>
                <a:lnTo>
                  <a:pt x="9191" y="28504"/>
                </a:lnTo>
                <a:lnTo>
                  <a:pt x="9412" y="59753"/>
                </a:lnTo>
                <a:lnTo>
                  <a:pt x="9510" y="59851"/>
                </a:lnTo>
                <a:lnTo>
                  <a:pt x="9608" y="59753"/>
                </a:lnTo>
                <a:lnTo>
                  <a:pt x="9608" y="25220"/>
                </a:lnTo>
                <a:lnTo>
                  <a:pt x="9804" y="62302"/>
                </a:lnTo>
                <a:cubicBezTo>
                  <a:pt x="9804" y="62400"/>
                  <a:pt x="9902" y="62400"/>
                  <a:pt x="9902" y="62400"/>
                </a:cubicBezTo>
                <a:cubicBezTo>
                  <a:pt x="9902" y="62400"/>
                  <a:pt x="10025" y="62400"/>
                  <a:pt x="10025" y="62302"/>
                </a:cubicBezTo>
                <a:lnTo>
                  <a:pt x="10025" y="19313"/>
                </a:lnTo>
                <a:lnTo>
                  <a:pt x="10221" y="54336"/>
                </a:lnTo>
                <a:cubicBezTo>
                  <a:pt x="10221" y="54435"/>
                  <a:pt x="10319" y="54435"/>
                  <a:pt x="10319" y="54435"/>
                </a:cubicBezTo>
                <a:cubicBezTo>
                  <a:pt x="10319" y="54435"/>
                  <a:pt x="10417" y="54435"/>
                  <a:pt x="10417" y="54336"/>
                </a:cubicBezTo>
                <a:lnTo>
                  <a:pt x="10417" y="26249"/>
                </a:lnTo>
                <a:lnTo>
                  <a:pt x="10637" y="53405"/>
                </a:lnTo>
                <a:lnTo>
                  <a:pt x="10833" y="53405"/>
                </a:lnTo>
                <a:lnTo>
                  <a:pt x="10833" y="27990"/>
                </a:lnTo>
                <a:lnTo>
                  <a:pt x="11030" y="56175"/>
                </a:lnTo>
                <a:lnTo>
                  <a:pt x="11250" y="56175"/>
                </a:lnTo>
                <a:lnTo>
                  <a:pt x="11250" y="28896"/>
                </a:lnTo>
                <a:lnTo>
                  <a:pt x="11446" y="63527"/>
                </a:lnTo>
                <a:lnTo>
                  <a:pt x="11544" y="63625"/>
                </a:lnTo>
                <a:cubicBezTo>
                  <a:pt x="11544" y="63527"/>
                  <a:pt x="11642" y="63527"/>
                  <a:pt x="11642" y="63527"/>
                </a:cubicBezTo>
                <a:lnTo>
                  <a:pt x="11642" y="28994"/>
                </a:lnTo>
                <a:lnTo>
                  <a:pt x="11863" y="63527"/>
                </a:lnTo>
                <a:cubicBezTo>
                  <a:pt x="11863" y="63625"/>
                  <a:pt x="11961" y="63625"/>
                  <a:pt x="11961" y="63625"/>
                </a:cubicBezTo>
                <a:cubicBezTo>
                  <a:pt x="11961" y="63625"/>
                  <a:pt x="12059" y="63625"/>
                  <a:pt x="12059" y="63527"/>
                </a:cubicBezTo>
                <a:lnTo>
                  <a:pt x="12059" y="27058"/>
                </a:lnTo>
                <a:lnTo>
                  <a:pt x="12255" y="63625"/>
                </a:lnTo>
                <a:lnTo>
                  <a:pt x="12353" y="63723"/>
                </a:lnTo>
                <a:lnTo>
                  <a:pt x="12476" y="63625"/>
                </a:lnTo>
                <a:lnTo>
                  <a:pt x="12476" y="25441"/>
                </a:lnTo>
                <a:lnTo>
                  <a:pt x="12672" y="62596"/>
                </a:lnTo>
                <a:lnTo>
                  <a:pt x="12770" y="62694"/>
                </a:lnTo>
                <a:lnTo>
                  <a:pt x="12868" y="62596"/>
                </a:lnTo>
                <a:lnTo>
                  <a:pt x="12868" y="26445"/>
                </a:lnTo>
                <a:lnTo>
                  <a:pt x="13088" y="51984"/>
                </a:lnTo>
                <a:lnTo>
                  <a:pt x="13186" y="52082"/>
                </a:lnTo>
                <a:lnTo>
                  <a:pt x="13284" y="51984"/>
                </a:lnTo>
                <a:lnTo>
                  <a:pt x="13284" y="25318"/>
                </a:lnTo>
                <a:lnTo>
                  <a:pt x="13480" y="53626"/>
                </a:lnTo>
                <a:lnTo>
                  <a:pt x="13578" y="53724"/>
                </a:lnTo>
                <a:lnTo>
                  <a:pt x="13701" y="53626"/>
                </a:lnTo>
                <a:lnTo>
                  <a:pt x="13701" y="24215"/>
                </a:lnTo>
                <a:lnTo>
                  <a:pt x="13897" y="59140"/>
                </a:lnTo>
                <a:cubicBezTo>
                  <a:pt x="13897" y="59238"/>
                  <a:pt x="13995" y="59238"/>
                  <a:pt x="13995" y="59238"/>
                </a:cubicBezTo>
                <a:cubicBezTo>
                  <a:pt x="13995" y="59238"/>
                  <a:pt x="14093" y="59238"/>
                  <a:pt x="14093" y="59140"/>
                </a:cubicBezTo>
                <a:lnTo>
                  <a:pt x="14093" y="22058"/>
                </a:lnTo>
                <a:lnTo>
                  <a:pt x="14314" y="58626"/>
                </a:lnTo>
                <a:cubicBezTo>
                  <a:pt x="14314" y="58724"/>
                  <a:pt x="14412" y="58724"/>
                  <a:pt x="14412" y="58724"/>
                </a:cubicBezTo>
                <a:cubicBezTo>
                  <a:pt x="14412" y="58724"/>
                  <a:pt x="14510" y="58724"/>
                  <a:pt x="14510" y="58626"/>
                </a:cubicBezTo>
                <a:lnTo>
                  <a:pt x="14510" y="26666"/>
                </a:lnTo>
                <a:lnTo>
                  <a:pt x="14706" y="54116"/>
                </a:lnTo>
                <a:lnTo>
                  <a:pt x="14926" y="54116"/>
                </a:lnTo>
                <a:lnTo>
                  <a:pt x="14926" y="26053"/>
                </a:lnTo>
                <a:lnTo>
                  <a:pt x="15122" y="54336"/>
                </a:lnTo>
                <a:lnTo>
                  <a:pt x="15319" y="54336"/>
                </a:lnTo>
                <a:lnTo>
                  <a:pt x="15319" y="21764"/>
                </a:lnTo>
                <a:lnTo>
                  <a:pt x="15539" y="57596"/>
                </a:lnTo>
                <a:lnTo>
                  <a:pt x="15637" y="57694"/>
                </a:lnTo>
                <a:lnTo>
                  <a:pt x="15735" y="57596"/>
                </a:lnTo>
                <a:lnTo>
                  <a:pt x="15735" y="24509"/>
                </a:lnTo>
                <a:lnTo>
                  <a:pt x="15931" y="54631"/>
                </a:lnTo>
                <a:lnTo>
                  <a:pt x="16029" y="54729"/>
                </a:lnTo>
                <a:lnTo>
                  <a:pt x="16152" y="54631"/>
                </a:lnTo>
                <a:lnTo>
                  <a:pt x="16152" y="25931"/>
                </a:lnTo>
                <a:lnTo>
                  <a:pt x="16348" y="63307"/>
                </a:lnTo>
                <a:lnTo>
                  <a:pt x="16446" y="63429"/>
                </a:lnTo>
                <a:lnTo>
                  <a:pt x="16544" y="63307"/>
                </a:lnTo>
                <a:lnTo>
                  <a:pt x="16544" y="28504"/>
                </a:lnTo>
                <a:lnTo>
                  <a:pt x="16765" y="63209"/>
                </a:lnTo>
                <a:cubicBezTo>
                  <a:pt x="16765" y="63307"/>
                  <a:pt x="16863" y="63307"/>
                  <a:pt x="16863" y="63307"/>
                </a:cubicBezTo>
                <a:cubicBezTo>
                  <a:pt x="16863" y="63307"/>
                  <a:pt x="16961" y="63307"/>
                  <a:pt x="16961" y="63209"/>
                </a:cubicBezTo>
                <a:lnTo>
                  <a:pt x="16961" y="24828"/>
                </a:lnTo>
                <a:lnTo>
                  <a:pt x="17157" y="59336"/>
                </a:lnTo>
                <a:lnTo>
                  <a:pt x="17377" y="59336"/>
                </a:lnTo>
                <a:lnTo>
                  <a:pt x="17377" y="20931"/>
                </a:lnTo>
                <a:lnTo>
                  <a:pt x="17573" y="53013"/>
                </a:lnTo>
                <a:lnTo>
                  <a:pt x="17671" y="53111"/>
                </a:lnTo>
                <a:lnTo>
                  <a:pt x="17769" y="53013"/>
                </a:lnTo>
                <a:lnTo>
                  <a:pt x="17769" y="23799"/>
                </a:lnTo>
                <a:lnTo>
                  <a:pt x="17990" y="62081"/>
                </a:lnTo>
                <a:lnTo>
                  <a:pt x="18186" y="62081"/>
                </a:lnTo>
                <a:lnTo>
                  <a:pt x="18186" y="21152"/>
                </a:lnTo>
                <a:lnTo>
                  <a:pt x="18382" y="59434"/>
                </a:lnTo>
                <a:lnTo>
                  <a:pt x="18480" y="59532"/>
                </a:lnTo>
                <a:lnTo>
                  <a:pt x="18603" y="59434"/>
                </a:lnTo>
                <a:lnTo>
                  <a:pt x="18603" y="28700"/>
                </a:lnTo>
                <a:lnTo>
                  <a:pt x="18799" y="57694"/>
                </a:lnTo>
                <a:lnTo>
                  <a:pt x="18897" y="57792"/>
                </a:lnTo>
                <a:lnTo>
                  <a:pt x="18995" y="57694"/>
                </a:lnTo>
                <a:lnTo>
                  <a:pt x="18995" y="21544"/>
                </a:lnTo>
                <a:lnTo>
                  <a:pt x="19215" y="53307"/>
                </a:lnTo>
                <a:lnTo>
                  <a:pt x="19313" y="53405"/>
                </a:lnTo>
                <a:lnTo>
                  <a:pt x="19412" y="53307"/>
                </a:lnTo>
                <a:lnTo>
                  <a:pt x="19412" y="20539"/>
                </a:lnTo>
                <a:lnTo>
                  <a:pt x="19608" y="53405"/>
                </a:lnTo>
                <a:lnTo>
                  <a:pt x="19828" y="53405"/>
                </a:lnTo>
                <a:lnTo>
                  <a:pt x="19828" y="22058"/>
                </a:lnTo>
                <a:lnTo>
                  <a:pt x="20024" y="59532"/>
                </a:lnTo>
                <a:cubicBezTo>
                  <a:pt x="20024" y="59630"/>
                  <a:pt x="20122" y="59630"/>
                  <a:pt x="20122" y="59630"/>
                </a:cubicBezTo>
                <a:cubicBezTo>
                  <a:pt x="20122" y="59630"/>
                  <a:pt x="20220" y="59630"/>
                  <a:pt x="20220" y="59532"/>
                </a:cubicBezTo>
                <a:lnTo>
                  <a:pt x="20220" y="25318"/>
                </a:lnTo>
                <a:lnTo>
                  <a:pt x="20441" y="55047"/>
                </a:lnTo>
                <a:cubicBezTo>
                  <a:pt x="20441" y="55145"/>
                  <a:pt x="20539" y="55145"/>
                  <a:pt x="20539" y="55145"/>
                </a:cubicBezTo>
                <a:cubicBezTo>
                  <a:pt x="20539" y="55145"/>
                  <a:pt x="20637" y="55145"/>
                  <a:pt x="20637" y="55047"/>
                </a:cubicBezTo>
                <a:lnTo>
                  <a:pt x="20637" y="25539"/>
                </a:lnTo>
                <a:lnTo>
                  <a:pt x="20833" y="63307"/>
                </a:lnTo>
                <a:lnTo>
                  <a:pt x="21054" y="63307"/>
                </a:lnTo>
                <a:lnTo>
                  <a:pt x="21054" y="26544"/>
                </a:lnTo>
                <a:lnTo>
                  <a:pt x="21250" y="62204"/>
                </a:lnTo>
                <a:cubicBezTo>
                  <a:pt x="21250" y="62302"/>
                  <a:pt x="21348" y="62302"/>
                  <a:pt x="21348" y="62302"/>
                </a:cubicBezTo>
                <a:cubicBezTo>
                  <a:pt x="21348" y="62302"/>
                  <a:pt x="21446" y="62302"/>
                  <a:pt x="21446" y="62204"/>
                </a:cubicBezTo>
                <a:lnTo>
                  <a:pt x="21446" y="22769"/>
                </a:lnTo>
                <a:lnTo>
                  <a:pt x="21666" y="54116"/>
                </a:lnTo>
                <a:cubicBezTo>
                  <a:pt x="21666" y="54238"/>
                  <a:pt x="21764" y="54238"/>
                  <a:pt x="21764" y="54238"/>
                </a:cubicBezTo>
                <a:cubicBezTo>
                  <a:pt x="21764" y="54238"/>
                  <a:pt x="21862" y="54238"/>
                  <a:pt x="21862" y="54116"/>
                </a:cubicBezTo>
                <a:lnTo>
                  <a:pt x="21862" y="28896"/>
                </a:lnTo>
                <a:lnTo>
                  <a:pt x="22058" y="58405"/>
                </a:lnTo>
                <a:cubicBezTo>
                  <a:pt x="22058" y="58527"/>
                  <a:pt x="22157" y="58527"/>
                  <a:pt x="22157" y="58527"/>
                </a:cubicBezTo>
                <a:cubicBezTo>
                  <a:pt x="22157" y="58527"/>
                  <a:pt x="22279" y="58527"/>
                  <a:pt x="22279" y="58405"/>
                </a:cubicBezTo>
                <a:lnTo>
                  <a:pt x="22279" y="27769"/>
                </a:lnTo>
                <a:lnTo>
                  <a:pt x="22475" y="56567"/>
                </a:lnTo>
                <a:cubicBezTo>
                  <a:pt x="22475" y="56689"/>
                  <a:pt x="22573" y="56689"/>
                  <a:pt x="22573" y="56689"/>
                </a:cubicBezTo>
                <a:cubicBezTo>
                  <a:pt x="22573" y="56689"/>
                  <a:pt x="22671" y="56689"/>
                  <a:pt x="22671" y="56567"/>
                </a:cubicBezTo>
                <a:lnTo>
                  <a:pt x="22671" y="25931"/>
                </a:lnTo>
                <a:lnTo>
                  <a:pt x="22892" y="59238"/>
                </a:lnTo>
                <a:lnTo>
                  <a:pt x="23088" y="59238"/>
                </a:lnTo>
                <a:lnTo>
                  <a:pt x="23088" y="22475"/>
                </a:lnTo>
                <a:lnTo>
                  <a:pt x="23284" y="62915"/>
                </a:lnTo>
                <a:lnTo>
                  <a:pt x="23504" y="62915"/>
                </a:lnTo>
                <a:lnTo>
                  <a:pt x="23504" y="27769"/>
                </a:lnTo>
                <a:lnTo>
                  <a:pt x="23701" y="63625"/>
                </a:lnTo>
                <a:cubicBezTo>
                  <a:pt x="23701" y="63723"/>
                  <a:pt x="23799" y="63723"/>
                  <a:pt x="23799" y="63723"/>
                </a:cubicBezTo>
                <a:cubicBezTo>
                  <a:pt x="23799" y="63723"/>
                  <a:pt x="23897" y="63723"/>
                  <a:pt x="23897" y="63625"/>
                </a:cubicBezTo>
                <a:lnTo>
                  <a:pt x="23897" y="28382"/>
                </a:lnTo>
                <a:lnTo>
                  <a:pt x="24117" y="57596"/>
                </a:lnTo>
                <a:cubicBezTo>
                  <a:pt x="24117" y="57694"/>
                  <a:pt x="24215" y="57694"/>
                  <a:pt x="24215" y="57694"/>
                </a:cubicBezTo>
                <a:cubicBezTo>
                  <a:pt x="24215" y="57694"/>
                  <a:pt x="24313" y="57694"/>
                  <a:pt x="24313" y="57596"/>
                </a:cubicBezTo>
                <a:lnTo>
                  <a:pt x="24313" y="27769"/>
                </a:lnTo>
                <a:lnTo>
                  <a:pt x="24509" y="61591"/>
                </a:lnTo>
                <a:lnTo>
                  <a:pt x="24730" y="61591"/>
                </a:lnTo>
                <a:lnTo>
                  <a:pt x="24730" y="24607"/>
                </a:lnTo>
                <a:lnTo>
                  <a:pt x="24926" y="55758"/>
                </a:lnTo>
                <a:lnTo>
                  <a:pt x="25024" y="55856"/>
                </a:lnTo>
                <a:lnTo>
                  <a:pt x="25122" y="55758"/>
                </a:lnTo>
                <a:lnTo>
                  <a:pt x="25122" y="24313"/>
                </a:lnTo>
                <a:lnTo>
                  <a:pt x="25343" y="54533"/>
                </a:lnTo>
                <a:cubicBezTo>
                  <a:pt x="25343" y="54631"/>
                  <a:pt x="25441" y="54631"/>
                  <a:pt x="25441" y="54631"/>
                </a:cubicBezTo>
                <a:cubicBezTo>
                  <a:pt x="25441" y="54631"/>
                  <a:pt x="25539" y="54631"/>
                  <a:pt x="25539" y="54533"/>
                </a:cubicBezTo>
                <a:lnTo>
                  <a:pt x="25539" y="26666"/>
                </a:lnTo>
                <a:lnTo>
                  <a:pt x="25735" y="63429"/>
                </a:lnTo>
                <a:lnTo>
                  <a:pt x="25955" y="63429"/>
                </a:lnTo>
                <a:lnTo>
                  <a:pt x="25955" y="22990"/>
                </a:lnTo>
                <a:lnTo>
                  <a:pt x="26151" y="56175"/>
                </a:lnTo>
                <a:cubicBezTo>
                  <a:pt x="26151" y="56273"/>
                  <a:pt x="26249" y="56273"/>
                  <a:pt x="26249" y="56273"/>
                </a:cubicBezTo>
                <a:cubicBezTo>
                  <a:pt x="26249" y="56273"/>
                  <a:pt x="26348" y="56273"/>
                  <a:pt x="26348" y="56175"/>
                </a:cubicBezTo>
                <a:lnTo>
                  <a:pt x="26348" y="20637"/>
                </a:lnTo>
                <a:lnTo>
                  <a:pt x="26568" y="57179"/>
                </a:lnTo>
                <a:cubicBezTo>
                  <a:pt x="26568" y="57302"/>
                  <a:pt x="26666" y="57302"/>
                  <a:pt x="26666" y="57302"/>
                </a:cubicBezTo>
                <a:cubicBezTo>
                  <a:pt x="26666" y="57302"/>
                  <a:pt x="26764" y="57302"/>
                  <a:pt x="26764" y="57179"/>
                </a:cubicBezTo>
                <a:lnTo>
                  <a:pt x="26764" y="25637"/>
                </a:lnTo>
                <a:lnTo>
                  <a:pt x="26960" y="63111"/>
                </a:lnTo>
                <a:cubicBezTo>
                  <a:pt x="26960" y="63209"/>
                  <a:pt x="27058" y="63209"/>
                  <a:pt x="27058" y="63209"/>
                </a:cubicBezTo>
                <a:cubicBezTo>
                  <a:pt x="27058" y="63209"/>
                  <a:pt x="27181" y="63209"/>
                  <a:pt x="27181" y="63111"/>
                </a:cubicBezTo>
                <a:lnTo>
                  <a:pt x="27181" y="23480"/>
                </a:lnTo>
                <a:lnTo>
                  <a:pt x="27377" y="59140"/>
                </a:lnTo>
                <a:cubicBezTo>
                  <a:pt x="27377" y="59238"/>
                  <a:pt x="27475" y="59238"/>
                  <a:pt x="27475" y="59238"/>
                </a:cubicBezTo>
                <a:cubicBezTo>
                  <a:pt x="27475" y="59238"/>
                  <a:pt x="27573" y="59238"/>
                  <a:pt x="27573" y="59140"/>
                </a:cubicBezTo>
                <a:lnTo>
                  <a:pt x="27573" y="26151"/>
                </a:lnTo>
                <a:lnTo>
                  <a:pt x="27794" y="64140"/>
                </a:lnTo>
                <a:cubicBezTo>
                  <a:pt x="27794" y="64238"/>
                  <a:pt x="27892" y="64238"/>
                  <a:pt x="27892" y="64238"/>
                </a:cubicBezTo>
                <a:cubicBezTo>
                  <a:pt x="27892" y="64238"/>
                  <a:pt x="27990" y="64238"/>
                  <a:pt x="27990" y="64140"/>
                </a:cubicBezTo>
                <a:lnTo>
                  <a:pt x="27990" y="28602"/>
                </a:lnTo>
                <a:lnTo>
                  <a:pt x="28186" y="63625"/>
                </a:lnTo>
                <a:lnTo>
                  <a:pt x="28406" y="63625"/>
                </a:lnTo>
                <a:lnTo>
                  <a:pt x="28406" y="22475"/>
                </a:lnTo>
                <a:lnTo>
                  <a:pt x="28602" y="60856"/>
                </a:lnTo>
                <a:cubicBezTo>
                  <a:pt x="28602" y="60978"/>
                  <a:pt x="28700" y="60978"/>
                  <a:pt x="28700" y="60978"/>
                </a:cubicBezTo>
                <a:cubicBezTo>
                  <a:pt x="28700" y="60978"/>
                  <a:pt x="28798" y="60978"/>
                  <a:pt x="28798" y="60856"/>
                </a:cubicBezTo>
                <a:lnTo>
                  <a:pt x="28798" y="24607"/>
                </a:lnTo>
                <a:lnTo>
                  <a:pt x="29019" y="56983"/>
                </a:lnTo>
                <a:lnTo>
                  <a:pt x="29215" y="56983"/>
                </a:lnTo>
                <a:lnTo>
                  <a:pt x="29215" y="26862"/>
                </a:lnTo>
                <a:lnTo>
                  <a:pt x="29411" y="55243"/>
                </a:lnTo>
                <a:lnTo>
                  <a:pt x="29632" y="55243"/>
                </a:lnTo>
                <a:lnTo>
                  <a:pt x="29632" y="24705"/>
                </a:lnTo>
                <a:lnTo>
                  <a:pt x="29828" y="52890"/>
                </a:lnTo>
                <a:cubicBezTo>
                  <a:pt x="29828" y="53013"/>
                  <a:pt x="29926" y="53013"/>
                  <a:pt x="29926" y="53013"/>
                </a:cubicBezTo>
                <a:cubicBezTo>
                  <a:pt x="29926" y="53013"/>
                  <a:pt x="30024" y="53013"/>
                  <a:pt x="30024" y="52890"/>
                </a:cubicBezTo>
                <a:lnTo>
                  <a:pt x="30024" y="28186"/>
                </a:lnTo>
                <a:lnTo>
                  <a:pt x="30244" y="61469"/>
                </a:lnTo>
                <a:lnTo>
                  <a:pt x="30440" y="61469"/>
                </a:lnTo>
                <a:lnTo>
                  <a:pt x="30440" y="24828"/>
                </a:lnTo>
                <a:lnTo>
                  <a:pt x="30637" y="53307"/>
                </a:lnTo>
                <a:cubicBezTo>
                  <a:pt x="30637" y="53405"/>
                  <a:pt x="30735" y="53405"/>
                  <a:pt x="30735" y="53405"/>
                </a:cubicBezTo>
                <a:cubicBezTo>
                  <a:pt x="30735" y="53405"/>
                  <a:pt x="30857" y="53405"/>
                  <a:pt x="30857" y="53307"/>
                </a:cubicBezTo>
                <a:lnTo>
                  <a:pt x="30857" y="23897"/>
                </a:lnTo>
                <a:lnTo>
                  <a:pt x="31053" y="57081"/>
                </a:lnTo>
                <a:lnTo>
                  <a:pt x="31151" y="57179"/>
                </a:lnTo>
                <a:lnTo>
                  <a:pt x="31249" y="57081"/>
                </a:lnTo>
                <a:lnTo>
                  <a:pt x="31249" y="25931"/>
                </a:lnTo>
                <a:lnTo>
                  <a:pt x="31470" y="64336"/>
                </a:lnTo>
                <a:cubicBezTo>
                  <a:pt x="31470" y="64434"/>
                  <a:pt x="31568" y="64434"/>
                  <a:pt x="31568" y="64434"/>
                </a:cubicBezTo>
                <a:cubicBezTo>
                  <a:pt x="31568" y="64434"/>
                  <a:pt x="31666" y="64434"/>
                  <a:pt x="31666" y="64336"/>
                </a:cubicBezTo>
                <a:lnTo>
                  <a:pt x="31666" y="25122"/>
                </a:lnTo>
                <a:lnTo>
                  <a:pt x="31862" y="63111"/>
                </a:lnTo>
                <a:lnTo>
                  <a:pt x="31960" y="63209"/>
                </a:lnTo>
                <a:lnTo>
                  <a:pt x="32083" y="63111"/>
                </a:lnTo>
                <a:lnTo>
                  <a:pt x="32083" y="24411"/>
                </a:lnTo>
                <a:lnTo>
                  <a:pt x="32279" y="54238"/>
                </a:lnTo>
                <a:lnTo>
                  <a:pt x="32377" y="54336"/>
                </a:lnTo>
                <a:lnTo>
                  <a:pt x="32475" y="54238"/>
                </a:lnTo>
                <a:lnTo>
                  <a:pt x="32475" y="23186"/>
                </a:lnTo>
                <a:lnTo>
                  <a:pt x="32695" y="53822"/>
                </a:lnTo>
                <a:lnTo>
                  <a:pt x="32793" y="53920"/>
                </a:lnTo>
                <a:lnTo>
                  <a:pt x="32891" y="53822"/>
                </a:lnTo>
                <a:lnTo>
                  <a:pt x="32891" y="27573"/>
                </a:lnTo>
                <a:lnTo>
                  <a:pt x="33087" y="60758"/>
                </a:lnTo>
                <a:cubicBezTo>
                  <a:pt x="33087" y="60856"/>
                  <a:pt x="33185" y="60856"/>
                  <a:pt x="33185" y="60856"/>
                </a:cubicBezTo>
                <a:cubicBezTo>
                  <a:pt x="33185" y="60856"/>
                  <a:pt x="33308" y="60856"/>
                  <a:pt x="33308" y="60758"/>
                </a:cubicBezTo>
                <a:lnTo>
                  <a:pt x="33308" y="25539"/>
                </a:lnTo>
                <a:lnTo>
                  <a:pt x="33504" y="57498"/>
                </a:lnTo>
                <a:lnTo>
                  <a:pt x="33602" y="57596"/>
                </a:lnTo>
                <a:lnTo>
                  <a:pt x="33700" y="57498"/>
                </a:lnTo>
                <a:lnTo>
                  <a:pt x="33700" y="27990"/>
                </a:lnTo>
                <a:lnTo>
                  <a:pt x="33921" y="63527"/>
                </a:lnTo>
                <a:cubicBezTo>
                  <a:pt x="33921" y="63625"/>
                  <a:pt x="34019" y="63625"/>
                  <a:pt x="34019" y="63625"/>
                </a:cubicBezTo>
                <a:cubicBezTo>
                  <a:pt x="34019" y="63625"/>
                  <a:pt x="34117" y="63625"/>
                  <a:pt x="34117" y="63527"/>
                </a:cubicBezTo>
                <a:lnTo>
                  <a:pt x="34117" y="22573"/>
                </a:lnTo>
                <a:lnTo>
                  <a:pt x="34313" y="55047"/>
                </a:lnTo>
                <a:cubicBezTo>
                  <a:pt x="34313" y="55145"/>
                  <a:pt x="34411" y="55145"/>
                  <a:pt x="34411" y="55145"/>
                </a:cubicBezTo>
                <a:cubicBezTo>
                  <a:pt x="34411" y="55145"/>
                  <a:pt x="34533" y="55145"/>
                  <a:pt x="34533" y="55047"/>
                </a:cubicBezTo>
                <a:lnTo>
                  <a:pt x="34533" y="21960"/>
                </a:lnTo>
                <a:lnTo>
                  <a:pt x="34729" y="52498"/>
                </a:lnTo>
                <a:cubicBezTo>
                  <a:pt x="34729" y="52596"/>
                  <a:pt x="34828" y="52596"/>
                  <a:pt x="34828" y="52596"/>
                </a:cubicBezTo>
                <a:cubicBezTo>
                  <a:pt x="34828" y="52596"/>
                  <a:pt x="34926" y="52596"/>
                  <a:pt x="34926" y="52498"/>
                </a:cubicBezTo>
                <a:lnTo>
                  <a:pt x="34926" y="25637"/>
                </a:lnTo>
                <a:lnTo>
                  <a:pt x="35146" y="53724"/>
                </a:lnTo>
                <a:lnTo>
                  <a:pt x="35244" y="53822"/>
                </a:lnTo>
                <a:lnTo>
                  <a:pt x="35342" y="53724"/>
                </a:lnTo>
                <a:lnTo>
                  <a:pt x="35342" y="19926"/>
                </a:lnTo>
                <a:lnTo>
                  <a:pt x="35538" y="54018"/>
                </a:lnTo>
                <a:cubicBezTo>
                  <a:pt x="35538" y="54116"/>
                  <a:pt x="35636" y="54116"/>
                  <a:pt x="35636" y="54116"/>
                </a:cubicBezTo>
                <a:cubicBezTo>
                  <a:pt x="35636" y="54116"/>
                  <a:pt x="35759" y="54116"/>
                  <a:pt x="35759" y="54018"/>
                </a:cubicBezTo>
                <a:lnTo>
                  <a:pt x="35759" y="24828"/>
                </a:lnTo>
                <a:lnTo>
                  <a:pt x="35955" y="59630"/>
                </a:lnTo>
                <a:cubicBezTo>
                  <a:pt x="35955" y="59753"/>
                  <a:pt x="36053" y="59753"/>
                  <a:pt x="36053" y="59753"/>
                </a:cubicBezTo>
                <a:cubicBezTo>
                  <a:pt x="36053" y="59753"/>
                  <a:pt x="36151" y="59753"/>
                  <a:pt x="36151" y="59630"/>
                </a:cubicBezTo>
                <a:lnTo>
                  <a:pt x="36151" y="20416"/>
                </a:lnTo>
                <a:lnTo>
                  <a:pt x="36372" y="55243"/>
                </a:lnTo>
                <a:lnTo>
                  <a:pt x="36568" y="55243"/>
                </a:lnTo>
                <a:lnTo>
                  <a:pt x="36568" y="27573"/>
                </a:lnTo>
                <a:lnTo>
                  <a:pt x="36764" y="61885"/>
                </a:lnTo>
                <a:lnTo>
                  <a:pt x="36984" y="61885"/>
                </a:lnTo>
                <a:lnTo>
                  <a:pt x="36984" y="28896"/>
                </a:lnTo>
                <a:lnTo>
                  <a:pt x="37180" y="61885"/>
                </a:lnTo>
                <a:cubicBezTo>
                  <a:pt x="37180" y="61983"/>
                  <a:pt x="37278" y="61983"/>
                  <a:pt x="37278" y="61983"/>
                </a:cubicBezTo>
                <a:cubicBezTo>
                  <a:pt x="37278" y="61983"/>
                  <a:pt x="37376" y="61983"/>
                  <a:pt x="37376" y="61885"/>
                </a:cubicBezTo>
                <a:lnTo>
                  <a:pt x="37376" y="27671"/>
                </a:lnTo>
                <a:lnTo>
                  <a:pt x="37597" y="64140"/>
                </a:lnTo>
                <a:cubicBezTo>
                  <a:pt x="37597" y="64238"/>
                  <a:pt x="37695" y="64238"/>
                  <a:pt x="37695" y="64238"/>
                </a:cubicBezTo>
                <a:cubicBezTo>
                  <a:pt x="37695" y="64238"/>
                  <a:pt x="37793" y="64238"/>
                  <a:pt x="37793" y="64140"/>
                </a:cubicBezTo>
                <a:lnTo>
                  <a:pt x="37793" y="24411"/>
                </a:lnTo>
                <a:lnTo>
                  <a:pt x="37989" y="64238"/>
                </a:lnTo>
                <a:lnTo>
                  <a:pt x="38210" y="64238"/>
                </a:lnTo>
                <a:lnTo>
                  <a:pt x="38210" y="23995"/>
                </a:lnTo>
                <a:lnTo>
                  <a:pt x="38406" y="62817"/>
                </a:lnTo>
                <a:lnTo>
                  <a:pt x="38602" y="62817"/>
                </a:lnTo>
                <a:lnTo>
                  <a:pt x="38602" y="25637"/>
                </a:lnTo>
                <a:lnTo>
                  <a:pt x="38822" y="64042"/>
                </a:lnTo>
                <a:lnTo>
                  <a:pt x="39019" y="64042"/>
                </a:lnTo>
                <a:lnTo>
                  <a:pt x="39019" y="20833"/>
                </a:lnTo>
                <a:lnTo>
                  <a:pt x="39215" y="57915"/>
                </a:lnTo>
                <a:lnTo>
                  <a:pt x="39435" y="57915"/>
                </a:lnTo>
                <a:lnTo>
                  <a:pt x="39435" y="21642"/>
                </a:lnTo>
                <a:lnTo>
                  <a:pt x="39631" y="54336"/>
                </a:lnTo>
                <a:lnTo>
                  <a:pt x="39729" y="54435"/>
                </a:lnTo>
                <a:lnTo>
                  <a:pt x="39827" y="54336"/>
                </a:lnTo>
                <a:lnTo>
                  <a:pt x="39827" y="27892"/>
                </a:lnTo>
                <a:lnTo>
                  <a:pt x="40048" y="61076"/>
                </a:lnTo>
                <a:lnTo>
                  <a:pt x="40146" y="61174"/>
                </a:lnTo>
                <a:lnTo>
                  <a:pt x="40244" y="61076"/>
                </a:lnTo>
                <a:lnTo>
                  <a:pt x="40244" y="29509"/>
                </a:lnTo>
                <a:lnTo>
                  <a:pt x="40440" y="60978"/>
                </a:lnTo>
                <a:lnTo>
                  <a:pt x="40661" y="60978"/>
                </a:lnTo>
                <a:lnTo>
                  <a:pt x="40661" y="24313"/>
                </a:lnTo>
                <a:lnTo>
                  <a:pt x="40857" y="52792"/>
                </a:lnTo>
                <a:lnTo>
                  <a:pt x="41053" y="52792"/>
                </a:lnTo>
                <a:lnTo>
                  <a:pt x="41053" y="26347"/>
                </a:lnTo>
                <a:lnTo>
                  <a:pt x="41273" y="59753"/>
                </a:lnTo>
                <a:cubicBezTo>
                  <a:pt x="41273" y="59851"/>
                  <a:pt x="41371" y="59851"/>
                  <a:pt x="41371" y="59851"/>
                </a:cubicBezTo>
                <a:cubicBezTo>
                  <a:pt x="41371" y="59851"/>
                  <a:pt x="41469" y="59851"/>
                  <a:pt x="41469" y="59753"/>
                </a:cubicBezTo>
                <a:lnTo>
                  <a:pt x="41469" y="22254"/>
                </a:lnTo>
                <a:lnTo>
                  <a:pt x="41665" y="56175"/>
                </a:lnTo>
                <a:cubicBezTo>
                  <a:pt x="41665" y="56273"/>
                  <a:pt x="41764" y="56273"/>
                  <a:pt x="41764" y="56273"/>
                </a:cubicBezTo>
                <a:cubicBezTo>
                  <a:pt x="41764" y="56273"/>
                  <a:pt x="41886" y="56273"/>
                  <a:pt x="41886" y="56175"/>
                </a:cubicBezTo>
                <a:lnTo>
                  <a:pt x="41886" y="20931"/>
                </a:lnTo>
                <a:lnTo>
                  <a:pt x="42082" y="51665"/>
                </a:lnTo>
                <a:cubicBezTo>
                  <a:pt x="42082" y="51788"/>
                  <a:pt x="42180" y="51788"/>
                  <a:pt x="42180" y="51788"/>
                </a:cubicBezTo>
                <a:cubicBezTo>
                  <a:pt x="42180" y="51788"/>
                  <a:pt x="42278" y="51788"/>
                  <a:pt x="42278" y="51665"/>
                </a:cubicBezTo>
                <a:lnTo>
                  <a:pt x="42278" y="24313"/>
                </a:lnTo>
                <a:lnTo>
                  <a:pt x="42499" y="63209"/>
                </a:lnTo>
                <a:lnTo>
                  <a:pt x="42597" y="63307"/>
                </a:lnTo>
                <a:lnTo>
                  <a:pt x="42695" y="63209"/>
                </a:lnTo>
                <a:lnTo>
                  <a:pt x="42695" y="29509"/>
                </a:lnTo>
                <a:lnTo>
                  <a:pt x="42891" y="60660"/>
                </a:lnTo>
                <a:lnTo>
                  <a:pt x="42989" y="60758"/>
                </a:lnTo>
                <a:lnTo>
                  <a:pt x="43111" y="60660"/>
                </a:lnTo>
                <a:lnTo>
                  <a:pt x="43111" y="21250"/>
                </a:lnTo>
                <a:lnTo>
                  <a:pt x="43308" y="54533"/>
                </a:lnTo>
                <a:lnTo>
                  <a:pt x="43406" y="54631"/>
                </a:lnTo>
                <a:lnTo>
                  <a:pt x="43504" y="54533"/>
                </a:lnTo>
                <a:lnTo>
                  <a:pt x="43504" y="23186"/>
                </a:lnTo>
                <a:lnTo>
                  <a:pt x="43724" y="52694"/>
                </a:lnTo>
                <a:cubicBezTo>
                  <a:pt x="43724" y="52792"/>
                  <a:pt x="43822" y="52792"/>
                  <a:pt x="43822" y="52792"/>
                </a:cubicBezTo>
                <a:cubicBezTo>
                  <a:pt x="43822" y="52792"/>
                  <a:pt x="43920" y="52792"/>
                  <a:pt x="43920" y="52694"/>
                </a:cubicBezTo>
                <a:lnTo>
                  <a:pt x="43920" y="22254"/>
                </a:lnTo>
                <a:lnTo>
                  <a:pt x="44116" y="59336"/>
                </a:lnTo>
                <a:lnTo>
                  <a:pt x="44214" y="59434"/>
                </a:lnTo>
                <a:lnTo>
                  <a:pt x="44337" y="59336"/>
                </a:lnTo>
                <a:lnTo>
                  <a:pt x="44337" y="29828"/>
                </a:lnTo>
                <a:lnTo>
                  <a:pt x="44533" y="63821"/>
                </a:lnTo>
                <a:cubicBezTo>
                  <a:pt x="44533" y="63919"/>
                  <a:pt x="44631" y="63919"/>
                  <a:pt x="44631" y="63919"/>
                </a:cubicBezTo>
                <a:cubicBezTo>
                  <a:pt x="44631" y="63919"/>
                  <a:pt x="44729" y="63919"/>
                  <a:pt x="44729" y="63821"/>
                </a:cubicBezTo>
                <a:lnTo>
                  <a:pt x="44729" y="21250"/>
                </a:lnTo>
                <a:lnTo>
                  <a:pt x="44950" y="59532"/>
                </a:lnTo>
                <a:lnTo>
                  <a:pt x="45146" y="59532"/>
                </a:lnTo>
                <a:lnTo>
                  <a:pt x="45146" y="22377"/>
                </a:lnTo>
                <a:lnTo>
                  <a:pt x="45342" y="52082"/>
                </a:lnTo>
                <a:lnTo>
                  <a:pt x="45440" y="52180"/>
                </a:lnTo>
                <a:lnTo>
                  <a:pt x="45562" y="52082"/>
                </a:lnTo>
                <a:lnTo>
                  <a:pt x="45562" y="23382"/>
                </a:lnTo>
                <a:lnTo>
                  <a:pt x="45758" y="51984"/>
                </a:lnTo>
                <a:cubicBezTo>
                  <a:pt x="45758" y="52082"/>
                  <a:pt x="45856" y="52082"/>
                  <a:pt x="45856" y="52082"/>
                </a:cubicBezTo>
                <a:cubicBezTo>
                  <a:pt x="45856" y="52082"/>
                  <a:pt x="45955" y="52082"/>
                  <a:pt x="45955" y="51984"/>
                </a:cubicBezTo>
                <a:lnTo>
                  <a:pt x="45955" y="27156"/>
                </a:lnTo>
                <a:lnTo>
                  <a:pt x="46175" y="54533"/>
                </a:lnTo>
                <a:lnTo>
                  <a:pt x="46371" y="54533"/>
                </a:lnTo>
                <a:lnTo>
                  <a:pt x="46371" y="21862"/>
                </a:lnTo>
                <a:lnTo>
                  <a:pt x="46567" y="60366"/>
                </a:lnTo>
                <a:cubicBezTo>
                  <a:pt x="46567" y="60464"/>
                  <a:pt x="46665" y="60464"/>
                  <a:pt x="46665" y="60464"/>
                </a:cubicBezTo>
                <a:cubicBezTo>
                  <a:pt x="46665" y="60464"/>
                  <a:pt x="46788" y="60464"/>
                  <a:pt x="46788" y="60366"/>
                </a:cubicBezTo>
                <a:lnTo>
                  <a:pt x="46788" y="23480"/>
                </a:lnTo>
                <a:lnTo>
                  <a:pt x="46984" y="52890"/>
                </a:lnTo>
                <a:cubicBezTo>
                  <a:pt x="46984" y="53013"/>
                  <a:pt x="47082" y="53013"/>
                  <a:pt x="47082" y="53013"/>
                </a:cubicBezTo>
                <a:cubicBezTo>
                  <a:pt x="47082" y="53013"/>
                  <a:pt x="47180" y="53013"/>
                  <a:pt x="47180" y="52890"/>
                </a:cubicBezTo>
                <a:lnTo>
                  <a:pt x="47180" y="27892"/>
                </a:lnTo>
                <a:lnTo>
                  <a:pt x="47401" y="64140"/>
                </a:lnTo>
                <a:cubicBezTo>
                  <a:pt x="47401" y="64238"/>
                  <a:pt x="47499" y="64238"/>
                  <a:pt x="47499" y="64238"/>
                </a:cubicBezTo>
                <a:cubicBezTo>
                  <a:pt x="47499" y="64238"/>
                  <a:pt x="47597" y="64238"/>
                  <a:pt x="47597" y="64140"/>
                </a:cubicBezTo>
                <a:lnTo>
                  <a:pt x="47597" y="23897"/>
                </a:lnTo>
                <a:lnTo>
                  <a:pt x="47793" y="63429"/>
                </a:lnTo>
                <a:lnTo>
                  <a:pt x="47891" y="63527"/>
                </a:lnTo>
                <a:lnTo>
                  <a:pt x="48013" y="63429"/>
                </a:lnTo>
                <a:lnTo>
                  <a:pt x="48013" y="23382"/>
                </a:lnTo>
                <a:lnTo>
                  <a:pt x="48209" y="59018"/>
                </a:lnTo>
                <a:lnTo>
                  <a:pt x="48307" y="59140"/>
                </a:lnTo>
                <a:lnTo>
                  <a:pt x="48405" y="59018"/>
                </a:lnTo>
                <a:lnTo>
                  <a:pt x="48405" y="21152"/>
                </a:lnTo>
                <a:lnTo>
                  <a:pt x="48626" y="57596"/>
                </a:lnTo>
                <a:lnTo>
                  <a:pt x="48822" y="57596"/>
                </a:lnTo>
                <a:lnTo>
                  <a:pt x="48822" y="25220"/>
                </a:lnTo>
                <a:lnTo>
                  <a:pt x="49018" y="56371"/>
                </a:lnTo>
                <a:lnTo>
                  <a:pt x="49116" y="56469"/>
                </a:lnTo>
                <a:lnTo>
                  <a:pt x="49239" y="56371"/>
                </a:lnTo>
                <a:lnTo>
                  <a:pt x="49239" y="25024"/>
                </a:lnTo>
                <a:lnTo>
                  <a:pt x="49435" y="53405"/>
                </a:lnTo>
                <a:lnTo>
                  <a:pt x="49631" y="53405"/>
                </a:lnTo>
                <a:lnTo>
                  <a:pt x="49631" y="27058"/>
                </a:lnTo>
                <a:lnTo>
                  <a:pt x="49851" y="52890"/>
                </a:lnTo>
                <a:lnTo>
                  <a:pt x="49949" y="53013"/>
                </a:lnTo>
                <a:lnTo>
                  <a:pt x="50047" y="52890"/>
                </a:lnTo>
                <a:lnTo>
                  <a:pt x="50047" y="27769"/>
                </a:lnTo>
                <a:lnTo>
                  <a:pt x="50244" y="56077"/>
                </a:lnTo>
                <a:lnTo>
                  <a:pt x="50342" y="56175"/>
                </a:lnTo>
                <a:lnTo>
                  <a:pt x="50464" y="56077"/>
                </a:lnTo>
                <a:lnTo>
                  <a:pt x="50464" y="24926"/>
                </a:lnTo>
                <a:lnTo>
                  <a:pt x="50660" y="61885"/>
                </a:lnTo>
                <a:lnTo>
                  <a:pt x="50758" y="61983"/>
                </a:lnTo>
                <a:lnTo>
                  <a:pt x="50856" y="61885"/>
                </a:lnTo>
                <a:lnTo>
                  <a:pt x="50856" y="25220"/>
                </a:lnTo>
                <a:lnTo>
                  <a:pt x="51077" y="61591"/>
                </a:lnTo>
                <a:cubicBezTo>
                  <a:pt x="51077" y="61689"/>
                  <a:pt x="51175" y="61689"/>
                  <a:pt x="51175" y="61689"/>
                </a:cubicBezTo>
                <a:cubicBezTo>
                  <a:pt x="51175" y="61689"/>
                  <a:pt x="51273" y="61689"/>
                  <a:pt x="51273" y="61591"/>
                </a:cubicBezTo>
                <a:lnTo>
                  <a:pt x="51273" y="25833"/>
                </a:lnTo>
                <a:lnTo>
                  <a:pt x="51469" y="52180"/>
                </a:lnTo>
                <a:lnTo>
                  <a:pt x="51567" y="52278"/>
                </a:lnTo>
                <a:lnTo>
                  <a:pt x="51690" y="52180"/>
                </a:lnTo>
                <a:lnTo>
                  <a:pt x="51690" y="22990"/>
                </a:lnTo>
                <a:lnTo>
                  <a:pt x="51886" y="64336"/>
                </a:lnTo>
                <a:lnTo>
                  <a:pt x="52082" y="64336"/>
                </a:lnTo>
                <a:lnTo>
                  <a:pt x="52082" y="25637"/>
                </a:lnTo>
                <a:lnTo>
                  <a:pt x="52302" y="60660"/>
                </a:lnTo>
                <a:lnTo>
                  <a:pt x="52498" y="60660"/>
                </a:lnTo>
                <a:lnTo>
                  <a:pt x="52498" y="21348"/>
                </a:lnTo>
                <a:lnTo>
                  <a:pt x="52694" y="57400"/>
                </a:lnTo>
                <a:cubicBezTo>
                  <a:pt x="52694" y="57498"/>
                  <a:pt x="52792" y="57498"/>
                  <a:pt x="52792" y="57498"/>
                </a:cubicBezTo>
                <a:cubicBezTo>
                  <a:pt x="52792" y="57498"/>
                  <a:pt x="52915" y="57498"/>
                  <a:pt x="52915" y="57400"/>
                </a:cubicBezTo>
                <a:lnTo>
                  <a:pt x="52915" y="24509"/>
                </a:lnTo>
                <a:lnTo>
                  <a:pt x="53111" y="61689"/>
                </a:lnTo>
                <a:lnTo>
                  <a:pt x="53307" y="61689"/>
                </a:lnTo>
                <a:lnTo>
                  <a:pt x="53307" y="27892"/>
                </a:lnTo>
                <a:lnTo>
                  <a:pt x="53528" y="56689"/>
                </a:lnTo>
                <a:lnTo>
                  <a:pt x="53724" y="56689"/>
                </a:lnTo>
                <a:lnTo>
                  <a:pt x="53724" y="19411"/>
                </a:lnTo>
                <a:lnTo>
                  <a:pt x="53920" y="51788"/>
                </a:lnTo>
                <a:lnTo>
                  <a:pt x="54140" y="51788"/>
                </a:lnTo>
                <a:lnTo>
                  <a:pt x="54140" y="24509"/>
                </a:lnTo>
                <a:lnTo>
                  <a:pt x="54336" y="55856"/>
                </a:lnTo>
                <a:lnTo>
                  <a:pt x="54435" y="55954"/>
                </a:lnTo>
                <a:lnTo>
                  <a:pt x="54533" y="55856"/>
                </a:lnTo>
                <a:lnTo>
                  <a:pt x="54533" y="25539"/>
                </a:lnTo>
                <a:lnTo>
                  <a:pt x="54753" y="54435"/>
                </a:lnTo>
                <a:cubicBezTo>
                  <a:pt x="54753" y="54533"/>
                  <a:pt x="54851" y="54533"/>
                  <a:pt x="54851" y="54533"/>
                </a:cubicBezTo>
                <a:cubicBezTo>
                  <a:pt x="54851" y="54533"/>
                  <a:pt x="54949" y="54533"/>
                  <a:pt x="54949" y="54435"/>
                </a:cubicBezTo>
                <a:lnTo>
                  <a:pt x="54949" y="25024"/>
                </a:lnTo>
                <a:lnTo>
                  <a:pt x="55145" y="55758"/>
                </a:lnTo>
                <a:cubicBezTo>
                  <a:pt x="55145" y="55856"/>
                  <a:pt x="55243" y="55856"/>
                  <a:pt x="55243" y="55856"/>
                </a:cubicBezTo>
                <a:cubicBezTo>
                  <a:pt x="55243" y="55856"/>
                  <a:pt x="55366" y="55856"/>
                  <a:pt x="55366" y="55758"/>
                </a:cubicBezTo>
                <a:lnTo>
                  <a:pt x="55366" y="21960"/>
                </a:lnTo>
                <a:lnTo>
                  <a:pt x="55562" y="60145"/>
                </a:lnTo>
                <a:lnTo>
                  <a:pt x="55660" y="60243"/>
                </a:lnTo>
                <a:lnTo>
                  <a:pt x="55758" y="60145"/>
                </a:lnTo>
                <a:lnTo>
                  <a:pt x="55758" y="26151"/>
                </a:lnTo>
                <a:lnTo>
                  <a:pt x="55979" y="60464"/>
                </a:lnTo>
                <a:cubicBezTo>
                  <a:pt x="55979" y="60562"/>
                  <a:pt x="56077" y="60562"/>
                  <a:pt x="56077" y="60562"/>
                </a:cubicBezTo>
                <a:cubicBezTo>
                  <a:pt x="56077" y="60562"/>
                  <a:pt x="56175" y="60562"/>
                  <a:pt x="56175" y="60464"/>
                </a:cubicBezTo>
                <a:lnTo>
                  <a:pt x="56175" y="28700"/>
                </a:lnTo>
                <a:lnTo>
                  <a:pt x="56371" y="60562"/>
                </a:lnTo>
                <a:lnTo>
                  <a:pt x="56591" y="60562"/>
                </a:lnTo>
                <a:lnTo>
                  <a:pt x="56591" y="23897"/>
                </a:lnTo>
                <a:lnTo>
                  <a:pt x="56787" y="59238"/>
                </a:lnTo>
                <a:cubicBezTo>
                  <a:pt x="56787" y="59336"/>
                  <a:pt x="56885" y="59336"/>
                  <a:pt x="56885" y="59336"/>
                </a:cubicBezTo>
                <a:cubicBezTo>
                  <a:pt x="56885" y="59336"/>
                  <a:pt x="56983" y="59336"/>
                  <a:pt x="56983" y="59238"/>
                </a:cubicBezTo>
                <a:lnTo>
                  <a:pt x="56983" y="25931"/>
                </a:lnTo>
                <a:lnTo>
                  <a:pt x="57204" y="61885"/>
                </a:lnTo>
                <a:cubicBezTo>
                  <a:pt x="57204" y="61983"/>
                  <a:pt x="57302" y="61983"/>
                  <a:pt x="57302" y="61983"/>
                </a:cubicBezTo>
                <a:cubicBezTo>
                  <a:pt x="57302" y="61983"/>
                  <a:pt x="57400" y="61983"/>
                  <a:pt x="57400" y="61885"/>
                </a:cubicBezTo>
                <a:lnTo>
                  <a:pt x="57400" y="20931"/>
                </a:lnTo>
                <a:lnTo>
                  <a:pt x="57596" y="56469"/>
                </a:lnTo>
                <a:lnTo>
                  <a:pt x="57694" y="56567"/>
                </a:lnTo>
                <a:lnTo>
                  <a:pt x="57817" y="56469"/>
                </a:lnTo>
                <a:lnTo>
                  <a:pt x="57817" y="29730"/>
                </a:lnTo>
                <a:lnTo>
                  <a:pt x="58013" y="63111"/>
                </a:lnTo>
                <a:lnTo>
                  <a:pt x="58209" y="63111"/>
                </a:lnTo>
                <a:lnTo>
                  <a:pt x="58209" y="21764"/>
                </a:lnTo>
                <a:lnTo>
                  <a:pt x="58429" y="51788"/>
                </a:lnTo>
                <a:lnTo>
                  <a:pt x="58527" y="51886"/>
                </a:lnTo>
                <a:lnTo>
                  <a:pt x="58626" y="51788"/>
                </a:lnTo>
                <a:lnTo>
                  <a:pt x="58626" y="26445"/>
                </a:lnTo>
                <a:lnTo>
                  <a:pt x="58822" y="63919"/>
                </a:lnTo>
                <a:lnTo>
                  <a:pt x="59042" y="63919"/>
                </a:lnTo>
                <a:lnTo>
                  <a:pt x="59042" y="26764"/>
                </a:lnTo>
                <a:lnTo>
                  <a:pt x="59238" y="62915"/>
                </a:lnTo>
                <a:cubicBezTo>
                  <a:pt x="59238" y="63013"/>
                  <a:pt x="59336" y="63013"/>
                  <a:pt x="59336" y="63013"/>
                </a:cubicBezTo>
                <a:cubicBezTo>
                  <a:pt x="59336" y="63013"/>
                  <a:pt x="59434" y="63013"/>
                  <a:pt x="59434" y="62915"/>
                </a:cubicBezTo>
                <a:lnTo>
                  <a:pt x="59434" y="24093"/>
                </a:lnTo>
                <a:lnTo>
                  <a:pt x="59655" y="57302"/>
                </a:lnTo>
                <a:cubicBezTo>
                  <a:pt x="59655" y="57400"/>
                  <a:pt x="59753" y="57400"/>
                  <a:pt x="59753" y="57400"/>
                </a:cubicBezTo>
                <a:cubicBezTo>
                  <a:pt x="59753" y="57400"/>
                  <a:pt x="59851" y="57400"/>
                  <a:pt x="59851" y="57302"/>
                </a:cubicBezTo>
                <a:lnTo>
                  <a:pt x="59851" y="23897"/>
                </a:lnTo>
                <a:lnTo>
                  <a:pt x="60047" y="51665"/>
                </a:lnTo>
                <a:lnTo>
                  <a:pt x="60145" y="51788"/>
                </a:lnTo>
                <a:lnTo>
                  <a:pt x="60268" y="51665"/>
                </a:lnTo>
                <a:lnTo>
                  <a:pt x="60268" y="22254"/>
                </a:lnTo>
                <a:lnTo>
                  <a:pt x="60464" y="53503"/>
                </a:lnTo>
                <a:lnTo>
                  <a:pt x="60562" y="53626"/>
                </a:lnTo>
                <a:lnTo>
                  <a:pt x="60660" y="53503"/>
                </a:lnTo>
                <a:lnTo>
                  <a:pt x="60660" y="21029"/>
                </a:lnTo>
                <a:lnTo>
                  <a:pt x="60880" y="55145"/>
                </a:lnTo>
                <a:cubicBezTo>
                  <a:pt x="60880" y="55243"/>
                  <a:pt x="60978" y="55243"/>
                  <a:pt x="60978" y="55243"/>
                </a:cubicBezTo>
                <a:cubicBezTo>
                  <a:pt x="60978" y="55243"/>
                  <a:pt x="61076" y="55243"/>
                  <a:pt x="61076" y="55145"/>
                </a:cubicBezTo>
                <a:lnTo>
                  <a:pt x="61076" y="22058"/>
                </a:lnTo>
                <a:lnTo>
                  <a:pt x="61272" y="54238"/>
                </a:lnTo>
                <a:cubicBezTo>
                  <a:pt x="61272" y="54336"/>
                  <a:pt x="61371" y="54336"/>
                  <a:pt x="61371" y="54336"/>
                </a:cubicBezTo>
                <a:cubicBezTo>
                  <a:pt x="61371" y="54336"/>
                  <a:pt x="61493" y="54336"/>
                  <a:pt x="61493" y="54238"/>
                </a:cubicBezTo>
                <a:lnTo>
                  <a:pt x="61493" y="25024"/>
                </a:lnTo>
                <a:lnTo>
                  <a:pt x="61689" y="56885"/>
                </a:lnTo>
                <a:lnTo>
                  <a:pt x="61787" y="56983"/>
                </a:lnTo>
                <a:lnTo>
                  <a:pt x="61885" y="56885"/>
                </a:lnTo>
                <a:lnTo>
                  <a:pt x="61885" y="24828"/>
                </a:lnTo>
                <a:lnTo>
                  <a:pt x="62106" y="53724"/>
                </a:lnTo>
                <a:lnTo>
                  <a:pt x="62302" y="53724"/>
                </a:lnTo>
                <a:lnTo>
                  <a:pt x="62302" y="26151"/>
                </a:lnTo>
                <a:lnTo>
                  <a:pt x="62498" y="60562"/>
                </a:lnTo>
                <a:lnTo>
                  <a:pt x="62718" y="60562"/>
                </a:lnTo>
                <a:lnTo>
                  <a:pt x="62718" y="27892"/>
                </a:lnTo>
                <a:lnTo>
                  <a:pt x="62915" y="63013"/>
                </a:lnTo>
                <a:lnTo>
                  <a:pt x="63013" y="63111"/>
                </a:lnTo>
                <a:lnTo>
                  <a:pt x="63111" y="63013"/>
                </a:lnTo>
                <a:lnTo>
                  <a:pt x="63111" y="21250"/>
                </a:lnTo>
                <a:lnTo>
                  <a:pt x="63331" y="56273"/>
                </a:lnTo>
                <a:cubicBezTo>
                  <a:pt x="63331" y="56371"/>
                  <a:pt x="63429" y="56371"/>
                  <a:pt x="63429" y="56371"/>
                </a:cubicBezTo>
                <a:cubicBezTo>
                  <a:pt x="63429" y="56371"/>
                  <a:pt x="63527" y="56371"/>
                  <a:pt x="63527" y="56273"/>
                </a:cubicBezTo>
                <a:lnTo>
                  <a:pt x="63527" y="25122"/>
                </a:lnTo>
                <a:lnTo>
                  <a:pt x="63723" y="63307"/>
                </a:lnTo>
                <a:lnTo>
                  <a:pt x="63821" y="63429"/>
                </a:lnTo>
                <a:lnTo>
                  <a:pt x="63944" y="63307"/>
                </a:lnTo>
                <a:lnTo>
                  <a:pt x="63944" y="26862"/>
                </a:lnTo>
                <a:lnTo>
                  <a:pt x="64140" y="59532"/>
                </a:lnTo>
                <a:cubicBezTo>
                  <a:pt x="64140" y="59630"/>
                  <a:pt x="64238" y="59630"/>
                  <a:pt x="64238" y="59630"/>
                </a:cubicBezTo>
                <a:cubicBezTo>
                  <a:pt x="64238" y="59630"/>
                  <a:pt x="64336" y="59630"/>
                  <a:pt x="64336" y="59532"/>
                </a:cubicBezTo>
                <a:lnTo>
                  <a:pt x="64336" y="24828"/>
                </a:lnTo>
                <a:lnTo>
                  <a:pt x="64557" y="52792"/>
                </a:lnTo>
                <a:cubicBezTo>
                  <a:pt x="64557" y="52890"/>
                  <a:pt x="64655" y="52890"/>
                  <a:pt x="64655" y="52890"/>
                </a:cubicBezTo>
                <a:cubicBezTo>
                  <a:pt x="64655" y="52890"/>
                  <a:pt x="64753" y="52890"/>
                  <a:pt x="64753" y="52792"/>
                </a:cubicBezTo>
                <a:lnTo>
                  <a:pt x="64753" y="26249"/>
                </a:lnTo>
                <a:lnTo>
                  <a:pt x="64949" y="61469"/>
                </a:lnTo>
                <a:cubicBezTo>
                  <a:pt x="64949" y="61591"/>
                  <a:pt x="65047" y="61591"/>
                  <a:pt x="65047" y="61591"/>
                </a:cubicBezTo>
                <a:cubicBezTo>
                  <a:pt x="65047" y="61591"/>
                  <a:pt x="65169" y="61591"/>
                  <a:pt x="65169" y="61469"/>
                </a:cubicBezTo>
                <a:lnTo>
                  <a:pt x="65169" y="20416"/>
                </a:lnTo>
                <a:lnTo>
                  <a:pt x="65365" y="54018"/>
                </a:lnTo>
                <a:lnTo>
                  <a:pt x="65463" y="54116"/>
                </a:lnTo>
                <a:lnTo>
                  <a:pt x="65562" y="54018"/>
                </a:lnTo>
                <a:lnTo>
                  <a:pt x="65562" y="24607"/>
                </a:lnTo>
                <a:lnTo>
                  <a:pt x="65782" y="60145"/>
                </a:lnTo>
                <a:lnTo>
                  <a:pt x="65978" y="60145"/>
                </a:lnTo>
                <a:lnTo>
                  <a:pt x="65978" y="20833"/>
                </a:lnTo>
                <a:lnTo>
                  <a:pt x="66174" y="56273"/>
                </a:lnTo>
                <a:lnTo>
                  <a:pt x="66272" y="56371"/>
                </a:lnTo>
                <a:lnTo>
                  <a:pt x="66395" y="56273"/>
                </a:lnTo>
                <a:lnTo>
                  <a:pt x="66395" y="24705"/>
                </a:lnTo>
                <a:lnTo>
                  <a:pt x="66591" y="55562"/>
                </a:lnTo>
                <a:lnTo>
                  <a:pt x="66787" y="55562"/>
                </a:lnTo>
                <a:lnTo>
                  <a:pt x="66787" y="25637"/>
                </a:lnTo>
                <a:lnTo>
                  <a:pt x="67008" y="59753"/>
                </a:lnTo>
                <a:cubicBezTo>
                  <a:pt x="67008" y="59851"/>
                  <a:pt x="67106" y="59851"/>
                  <a:pt x="67106" y="59851"/>
                </a:cubicBezTo>
                <a:cubicBezTo>
                  <a:pt x="67106" y="59851"/>
                  <a:pt x="67204" y="59851"/>
                  <a:pt x="67204" y="59753"/>
                </a:cubicBezTo>
                <a:lnTo>
                  <a:pt x="67204" y="21446"/>
                </a:lnTo>
                <a:lnTo>
                  <a:pt x="67400" y="52278"/>
                </a:lnTo>
                <a:lnTo>
                  <a:pt x="67620" y="52278"/>
                </a:lnTo>
                <a:lnTo>
                  <a:pt x="67620" y="21152"/>
                </a:lnTo>
                <a:lnTo>
                  <a:pt x="67816" y="55758"/>
                </a:lnTo>
                <a:lnTo>
                  <a:pt x="67914" y="55856"/>
                </a:lnTo>
                <a:lnTo>
                  <a:pt x="68012" y="55758"/>
                </a:lnTo>
                <a:lnTo>
                  <a:pt x="68012" y="21642"/>
                </a:lnTo>
                <a:lnTo>
                  <a:pt x="68233" y="57498"/>
                </a:lnTo>
                <a:cubicBezTo>
                  <a:pt x="68233" y="57596"/>
                  <a:pt x="68331" y="57596"/>
                  <a:pt x="68331" y="57596"/>
                </a:cubicBezTo>
                <a:cubicBezTo>
                  <a:pt x="68331" y="57596"/>
                  <a:pt x="68429" y="57596"/>
                  <a:pt x="68429" y="57498"/>
                </a:cubicBezTo>
                <a:lnTo>
                  <a:pt x="68429" y="27475"/>
                </a:lnTo>
                <a:lnTo>
                  <a:pt x="68625" y="56175"/>
                </a:lnTo>
                <a:cubicBezTo>
                  <a:pt x="68625" y="56273"/>
                  <a:pt x="68723" y="56273"/>
                  <a:pt x="68723" y="56273"/>
                </a:cubicBezTo>
                <a:cubicBezTo>
                  <a:pt x="68723" y="56273"/>
                  <a:pt x="68846" y="56273"/>
                  <a:pt x="68846" y="56175"/>
                </a:cubicBezTo>
                <a:lnTo>
                  <a:pt x="68846" y="27671"/>
                </a:lnTo>
                <a:lnTo>
                  <a:pt x="69042" y="59018"/>
                </a:lnTo>
                <a:lnTo>
                  <a:pt x="69238" y="59018"/>
                </a:lnTo>
                <a:lnTo>
                  <a:pt x="69238" y="27475"/>
                </a:lnTo>
                <a:lnTo>
                  <a:pt x="69458" y="58527"/>
                </a:lnTo>
                <a:lnTo>
                  <a:pt x="69556" y="58626"/>
                </a:lnTo>
                <a:lnTo>
                  <a:pt x="69654" y="58527"/>
                </a:lnTo>
                <a:lnTo>
                  <a:pt x="69654" y="22475"/>
                </a:lnTo>
                <a:lnTo>
                  <a:pt x="69851" y="59018"/>
                </a:lnTo>
                <a:lnTo>
                  <a:pt x="69949" y="59140"/>
                </a:lnTo>
                <a:lnTo>
                  <a:pt x="70071" y="59018"/>
                </a:lnTo>
                <a:lnTo>
                  <a:pt x="70071" y="30024"/>
                </a:lnTo>
                <a:lnTo>
                  <a:pt x="70267" y="63209"/>
                </a:lnTo>
                <a:lnTo>
                  <a:pt x="70365" y="63307"/>
                </a:lnTo>
                <a:lnTo>
                  <a:pt x="70463" y="63209"/>
                </a:lnTo>
                <a:lnTo>
                  <a:pt x="70463" y="22671"/>
                </a:lnTo>
                <a:lnTo>
                  <a:pt x="70684" y="54018"/>
                </a:lnTo>
                <a:lnTo>
                  <a:pt x="70782" y="54116"/>
                </a:lnTo>
                <a:lnTo>
                  <a:pt x="70880" y="54018"/>
                </a:lnTo>
                <a:lnTo>
                  <a:pt x="70880" y="21960"/>
                </a:lnTo>
                <a:lnTo>
                  <a:pt x="71076" y="53503"/>
                </a:lnTo>
                <a:lnTo>
                  <a:pt x="71076" y="53626"/>
                </a:lnTo>
                <a:lnTo>
                  <a:pt x="71297" y="53626"/>
                </a:lnTo>
                <a:lnTo>
                  <a:pt x="71297" y="27475"/>
                </a:lnTo>
                <a:lnTo>
                  <a:pt x="71493" y="55464"/>
                </a:lnTo>
                <a:lnTo>
                  <a:pt x="71591" y="55562"/>
                </a:lnTo>
                <a:lnTo>
                  <a:pt x="71689" y="55464"/>
                </a:lnTo>
                <a:lnTo>
                  <a:pt x="71689" y="26053"/>
                </a:lnTo>
                <a:lnTo>
                  <a:pt x="71909" y="52792"/>
                </a:lnTo>
                <a:lnTo>
                  <a:pt x="72105" y="52792"/>
                </a:lnTo>
                <a:lnTo>
                  <a:pt x="72105" y="26544"/>
                </a:lnTo>
                <a:lnTo>
                  <a:pt x="72301" y="63919"/>
                </a:lnTo>
                <a:cubicBezTo>
                  <a:pt x="72301" y="64042"/>
                  <a:pt x="72399" y="64042"/>
                  <a:pt x="72399" y="64042"/>
                </a:cubicBezTo>
                <a:cubicBezTo>
                  <a:pt x="72399" y="64042"/>
                  <a:pt x="72522" y="64042"/>
                  <a:pt x="72522" y="63919"/>
                </a:cubicBezTo>
                <a:lnTo>
                  <a:pt x="72522" y="25024"/>
                </a:lnTo>
                <a:lnTo>
                  <a:pt x="72718" y="63209"/>
                </a:lnTo>
                <a:lnTo>
                  <a:pt x="72914" y="63209"/>
                </a:lnTo>
                <a:lnTo>
                  <a:pt x="72914" y="20637"/>
                </a:lnTo>
                <a:lnTo>
                  <a:pt x="73135" y="57915"/>
                </a:lnTo>
                <a:lnTo>
                  <a:pt x="73233" y="58013"/>
                </a:lnTo>
                <a:lnTo>
                  <a:pt x="73331" y="57915"/>
                </a:lnTo>
                <a:lnTo>
                  <a:pt x="73331" y="21250"/>
                </a:lnTo>
                <a:lnTo>
                  <a:pt x="73527" y="56371"/>
                </a:lnTo>
                <a:lnTo>
                  <a:pt x="73625" y="56469"/>
                </a:lnTo>
                <a:lnTo>
                  <a:pt x="73747" y="56371"/>
                </a:lnTo>
                <a:lnTo>
                  <a:pt x="73747" y="26053"/>
                </a:lnTo>
                <a:lnTo>
                  <a:pt x="73944" y="60464"/>
                </a:lnTo>
                <a:lnTo>
                  <a:pt x="74042" y="60562"/>
                </a:lnTo>
                <a:lnTo>
                  <a:pt x="74140" y="60464"/>
                </a:lnTo>
                <a:lnTo>
                  <a:pt x="74140" y="24215"/>
                </a:lnTo>
                <a:lnTo>
                  <a:pt x="74360" y="59753"/>
                </a:lnTo>
                <a:lnTo>
                  <a:pt x="74556" y="59753"/>
                </a:lnTo>
                <a:lnTo>
                  <a:pt x="74556" y="20220"/>
                </a:lnTo>
                <a:lnTo>
                  <a:pt x="74752" y="51886"/>
                </a:lnTo>
                <a:lnTo>
                  <a:pt x="74850" y="51984"/>
                </a:lnTo>
                <a:lnTo>
                  <a:pt x="74973" y="51886"/>
                </a:lnTo>
                <a:lnTo>
                  <a:pt x="74973" y="19804"/>
                </a:lnTo>
                <a:lnTo>
                  <a:pt x="75169" y="54729"/>
                </a:lnTo>
                <a:lnTo>
                  <a:pt x="75365" y="54729"/>
                </a:lnTo>
                <a:lnTo>
                  <a:pt x="75365" y="25931"/>
                </a:lnTo>
                <a:lnTo>
                  <a:pt x="75586" y="60978"/>
                </a:lnTo>
                <a:lnTo>
                  <a:pt x="75684" y="61076"/>
                </a:lnTo>
                <a:lnTo>
                  <a:pt x="75782" y="60978"/>
                </a:lnTo>
                <a:lnTo>
                  <a:pt x="75782" y="29411"/>
                </a:lnTo>
                <a:lnTo>
                  <a:pt x="75978" y="62596"/>
                </a:lnTo>
                <a:cubicBezTo>
                  <a:pt x="75978" y="62694"/>
                  <a:pt x="76076" y="62694"/>
                  <a:pt x="76076" y="62694"/>
                </a:cubicBezTo>
                <a:cubicBezTo>
                  <a:pt x="76076" y="62694"/>
                  <a:pt x="76198" y="62694"/>
                  <a:pt x="76198" y="62596"/>
                </a:cubicBezTo>
                <a:lnTo>
                  <a:pt x="76198" y="26053"/>
                </a:lnTo>
                <a:lnTo>
                  <a:pt x="76394" y="56983"/>
                </a:lnTo>
                <a:lnTo>
                  <a:pt x="76492" y="57081"/>
                </a:lnTo>
                <a:lnTo>
                  <a:pt x="76590" y="56983"/>
                </a:lnTo>
                <a:lnTo>
                  <a:pt x="76590" y="21250"/>
                </a:lnTo>
                <a:lnTo>
                  <a:pt x="76811" y="56567"/>
                </a:lnTo>
                <a:cubicBezTo>
                  <a:pt x="76811" y="56689"/>
                  <a:pt x="76909" y="56689"/>
                  <a:pt x="76909" y="56689"/>
                </a:cubicBezTo>
                <a:cubicBezTo>
                  <a:pt x="76909" y="56689"/>
                  <a:pt x="77007" y="56689"/>
                  <a:pt x="77007" y="56567"/>
                </a:cubicBezTo>
                <a:lnTo>
                  <a:pt x="77007" y="22475"/>
                </a:lnTo>
                <a:lnTo>
                  <a:pt x="77203" y="57302"/>
                </a:lnTo>
                <a:cubicBezTo>
                  <a:pt x="77203" y="57400"/>
                  <a:pt x="77301" y="57400"/>
                  <a:pt x="77301" y="57400"/>
                </a:cubicBezTo>
                <a:cubicBezTo>
                  <a:pt x="77301" y="57400"/>
                  <a:pt x="77424" y="57400"/>
                  <a:pt x="77424" y="57302"/>
                </a:cubicBezTo>
                <a:lnTo>
                  <a:pt x="77424" y="24828"/>
                </a:lnTo>
                <a:lnTo>
                  <a:pt x="77620" y="58307"/>
                </a:lnTo>
                <a:lnTo>
                  <a:pt x="77816" y="58307"/>
                </a:lnTo>
                <a:lnTo>
                  <a:pt x="77816" y="29828"/>
                </a:lnTo>
                <a:lnTo>
                  <a:pt x="78036" y="62694"/>
                </a:lnTo>
                <a:lnTo>
                  <a:pt x="78233" y="62694"/>
                </a:lnTo>
                <a:lnTo>
                  <a:pt x="78233" y="20220"/>
                </a:lnTo>
                <a:lnTo>
                  <a:pt x="78429" y="52082"/>
                </a:lnTo>
                <a:cubicBezTo>
                  <a:pt x="78429" y="52180"/>
                  <a:pt x="78527" y="52180"/>
                  <a:pt x="78527" y="52180"/>
                </a:cubicBezTo>
                <a:cubicBezTo>
                  <a:pt x="78527" y="52180"/>
                  <a:pt x="78649" y="52180"/>
                  <a:pt x="78649" y="52082"/>
                </a:cubicBezTo>
                <a:lnTo>
                  <a:pt x="78649" y="23995"/>
                </a:lnTo>
                <a:lnTo>
                  <a:pt x="78845" y="62817"/>
                </a:lnTo>
                <a:cubicBezTo>
                  <a:pt x="78845" y="62915"/>
                  <a:pt x="78943" y="62915"/>
                  <a:pt x="78943" y="62915"/>
                </a:cubicBezTo>
                <a:cubicBezTo>
                  <a:pt x="78943" y="62915"/>
                  <a:pt x="79041" y="62915"/>
                  <a:pt x="79041" y="62817"/>
                </a:cubicBezTo>
                <a:lnTo>
                  <a:pt x="79041" y="21642"/>
                </a:lnTo>
                <a:lnTo>
                  <a:pt x="79262" y="57596"/>
                </a:lnTo>
                <a:lnTo>
                  <a:pt x="79360" y="57694"/>
                </a:lnTo>
                <a:lnTo>
                  <a:pt x="79458" y="57596"/>
                </a:lnTo>
                <a:lnTo>
                  <a:pt x="79458" y="26249"/>
                </a:lnTo>
                <a:lnTo>
                  <a:pt x="79654" y="57498"/>
                </a:lnTo>
                <a:cubicBezTo>
                  <a:pt x="79654" y="57596"/>
                  <a:pt x="79752" y="57596"/>
                  <a:pt x="79752" y="57596"/>
                </a:cubicBezTo>
                <a:cubicBezTo>
                  <a:pt x="79752" y="57596"/>
                  <a:pt x="79875" y="57596"/>
                  <a:pt x="79875" y="57498"/>
                </a:cubicBezTo>
                <a:lnTo>
                  <a:pt x="79875" y="19608"/>
                </a:lnTo>
                <a:lnTo>
                  <a:pt x="80071" y="55047"/>
                </a:lnTo>
                <a:cubicBezTo>
                  <a:pt x="80071" y="55145"/>
                  <a:pt x="80169" y="55145"/>
                  <a:pt x="80169" y="55145"/>
                </a:cubicBezTo>
                <a:cubicBezTo>
                  <a:pt x="80169" y="55145"/>
                  <a:pt x="80267" y="55145"/>
                  <a:pt x="80267" y="55047"/>
                </a:cubicBezTo>
                <a:lnTo>
                  <a:pt x="80267" y="26249"/>
                </a:lnTo>
                <a:lnTo>
                  <a:pt x="80487" y="62694"/>
                </a:lnTo>
                <a:cubicBezTo>
                  <a:pt x="80487" y="62817"/>
                  <a:pt x="80585" y="62817"/>
                  <a:pt x="80585" y="62817"/>
                </a:cubicBezTo>
                <a:lnTo>
                  <a:pt x="80683" y="62694"/>
                </a:lnTo>
                <a:lnTo>
                  <a:pt x="80683" y="28186"/>
                </a:lnTo>
                <a:lnTo>
                  <a:pt x="80879" y="62204"/>
                </a:lnTo>
                <a:lnTo>
                  <a:pt x="81100" y="62204"/>
                </a:lnTo>
                <a:lnTo>
                  <a:pt x="81100" y="23701"/>
                </a:lnTo>
                <a:lnTo>
                  <a:pt x="81296" y="55464"/>
                </a:lnTo>
                <a:lnTo>
                  <a:pt x="81492" y="55464"/>
                </a:lnTo>
                <a:lnTo>
                  <a:pt x="81492" y="21642"/>
                </a:lnTo>
                <a:lnTo>
                  <a:pt x="81713" y="60243"/>
                </a:lnTo>
                <a:lnTo>
                  <a:pt x="81909" y="60243"/>
                </a:lnTo>
                <a:lnTo>
                  <a:pt x="81909" y="21764"/>
                </a:lnTo>
                <a:lnTo>
                  <a:pt x="82105" y="56689"/>
                </a:lnTo>
                <a:cubicBezTo>
                  <a:pt x="82105" y="56787"/>
                  <a:pt x="82203" y="56787"/>
                  <a:pt x="82203" y="56787"/>
                </a:cubicBezTo>
                <a:cubicBezTo>
                  <a:pt x="82203" y="56787"/>
                  <a:pt x="82325" y="56787"/>
                  <a:pt x="82325" y="56689"/>
                </a:cubicBezTo>
                <a:lnTo>
                  <a:pt x="82325" y="24215"/>
                </a:lnTo>
                <a:lnTo>
                  <a:pt x="82522" y="61689"/>
                </a:lnTo>
                <a:cubicBezTo>
                  <a:pt x="82522" y="61787"/>
                  <a:pt x="82620" y="61787"/>
                  <a:pt x="82620" y="61787"/>
                </a:cubicBezTo>
                <a:cubicBezTo>
                  <a:pt x="82620" y="61787"/>
                  <a:pt x="82718" y="61787"/>
                  <a:pt x="82718" y="61689"/>
                </a:cubicBezTo>
                <a:lnTo>
                  <a:pt x="82718" y="24093"/>
                </a:lnTo>
                <a:lnTo>
                  <a:pt x="82938" y="54435"/>
                </a:lnTo>
                <a:lnTo>
                  <a:pt x="83036" y="54533"/>
                </a:lnTo>
                <a:lnTo>
                  <a:pt x="83134" y="54435"/>
                </a:lnTo>
                <a:lnTo>
                  <a:pt x="83134" y="21544"/>
                </a:lnTo>
                <a:lnTo>
                  <a:pt x="83330" y="54018"/>
                </a:lnTo>
                <a:lnTo>
                  <a:pt x="83551" y="54018"/>
                </a:lnTo>
                <a:lnTo>
                  <a:pt x="83551" y="27377"/>
                </a:lnTo>
                <a:lnTo>
                  <a:pt x="83747" y="55856"/>
                </a:lnTo>
                <a:lnTo>
                  <a:pt x="83845" y="55954"/>
                </a:lnTo>
                <a:lnTo>
                  <a:pt x="83943" y="55856"/>
                </a:lnTo>
                <a:lnTo>
                  <a:pt x="83943" y="26249"/>
                </a:lnTo>
                <a:lnTo>
                  <a:pt x="84164" y="64042"/>
                </a:lnTo>
                <a:lnTo>
                  <a:pt x="84262" y="64140"/>
                </a:lnTo>
                <a:lnTo>
                  <a:pt x="84360" y="64042"/>
                </a:lnTo>
                <a:lnTo>
                  <a:pt x="84360" y="27058"/>
                </a:lnTo>
                <a:lnTo>
                  <a:pt x="84556" y="62400"/>
                </a:lnTo>
                <a:cubicBezTo>
                  <a:pt x="84556" y="62498"/>
                  <a:pt x="84654" y="62498"/>
                  <a:pt x="84654" y="62498"/>
                </a:cubicBezTo>
                <a:cubicBezTo>
                  <a:pt x="84654" y="62498"/>
                  <a:pt x="84776" y="62498"/>
                  <a:pt x="84776" y="62400"/>
                </a:cubicBezTo>
                <a:lnTo>
                  <a:pt x="84776" y="24926"/>
                </a:lnTo>
                <a:lnTo>
                  <a:pt x="84972" y="57694"/>
                </a:lnTo>
                <a:lnTo>
                  <a:pt x="85070" y="57792"/>
                </a:lnTo>
                <a:lnTo>
                  <a:pt x="85169" y="57694"/>
                </a:lnTo>
                <a:lnTo>
                  <a:pt x="85169" y="27058"/>
                </a:lnTo>
                <a:lnTo>
                  <a:pt x="85389" y="55047"/>
                </a:lnTo>
                <a:lnTo>
                  <a:pt x="85585" y="55047"/>
                </a:lnTo>
                <a:lnTo>
                  <a:pt x="85585" y="24607"/>
                </a:lnTo>
                <a:lnTo>
                  <a:pt x="85781" y="62817"/>
                </a:lnTo>
                <a:lnTo>
                  <a:pt x="85879" y="62915"/>
                </a:lnTo>
                <a:lnTo>
                  <a:pt x="86002" y="62817"/>
                </a:lnTo>
                <a:lnTo>
                  <a:pt x="86002" y="22573"/>
                </a:lnTo>
                <a:lnTo>
                  <a:pt x="86198" y="60562"/>
                </a:lnTo>
                <a:cubicBezTo>
                  <a:pt x="86198" y="60660"/>
                  <a:pt x="86296" y="60660"/>
                  <a:pt x="86296" y="60660"/>
                </a:cubicBezTo>
                <a:cubicBezTo>
                  <a:pt x="86296" y="60660"/>
                  <a:pt x="86394" y="60660"/>
                  <a:pt x="86394" y="60562"/>
                </a:cubicBezTo>
                <a:lnTo>
                  <a:pt x="86394" y="26666"/>
                </a:lnTo>
                <a:lnTo>
                  <a:pt x="86615" y="60047"/>
                </a:lnTo>
                <a:lnTo>
                  <a:pt x="86811" y="60047"/>
                </a:lnTo>
                <a:lnTo>
                  <a:pt x="86811" y="23284"/>
                </a:lnTo>
                <a:lnTo>
                  <a:pt x="87007" y="61174"/>
                </a:lnTo>
                <a:cubicBezTo>
                  <a:pt x="87007" y="61272"/>
                  <a:pt x="87105" y="61272"/>
                  <a:pt x="87105" y="61272"/>
                </a:cubicBezTo>
                <a:cubicBezTo>
                  <a:pt x="87105" y="61272"/>
                  <a:pt x="87227" y="61272"/>
                  <a:pt x="87227" y="61174"/>
                </a:cubicBezTo>
                <a:lnTo>
                  <a:pt x="87227" y="24313"/>
                </a:lnTo>
                <a:lnTo>
                  <a:pt x="87423" y="59238"/>
                </a:lnTo>
                <a:cubicBezTo>
                  <a:pt x="87423" y="59336"/>
                  <a:pt x="87521" y="59336"/>
                  <a:pt x="87521" y="59336"/>
                </a:cubicBezTo>
                <a:cubicBezTo>
                  <a:pt x="87521" y="59336"/>
                  <a:pt x="87619" y="59336"/>
                  <a:pt x="87619" y="59238"/>
                </a:cubicBezTo>
                <a:lnTo>
                  <a:pt x="87619" y="23602"/>
                </a:lnTo>
                <a:lnTo>
                  <a:pt x="87840" y="52278"/>
                </a:lnTo>
                <a:cubicBezTo>
                  <a:pt x="87840" y="52400"/>
                  <a:pt x="87938" y="52400"/>
                  <a:pt x="87938" y="52400"/>
                </a:cubicBezTo>
                <a:cubicBezTo>
                  <a:pt x="87938" y="52400"/>
                  <a:pt x="88036" y="52400"/>
                  <a:pt x="88036" y="52278"/>
                </a:cubicBezTo>
                <a:lnTo>
                  <a:pt x="88036" y="29411"/>
                </a:lnTo>
                <a:lnTo>
                  <a:pt x="88232" y="61272"/>
                </a:lnTo>
                <a:cubicBezTo>
                  <a:pt x="88232" y="61370"/>
                  <a:pt x="88330" y="61370"/>
                  <a:pt x="88330" y="61370"/>
                </a:cubicBezTo>
                <a:cubicBezTo>
                  <a:pt x="88330" y="61370"/>
                  <a:pt x="88453" y="61370"/>
                  <a:pt x="88453" y="61272"/>
                </a:cubicBezTo>
                <a:lnTo>
                  <a:pt x="88453" y="26544"/>
                </a:lnTo>
                <a:lnTo>
                  <a:pt x="88649" y="58626"/>
                </a:lnTo>
                <a:cubicBezTo>
                  <a:pt x="88649" y="58724"/>
                  <a:pt x="88747" y="58724"/>
                  <a:pt x="88747" y="58724"/>
                </a:cubicBezTo>
                <a:cubicBezTo>
                  <a:pt x="88747" y="58724"/>
                  <a:pt x="88845" y="58724"/>
                  <a:pt x="88845" y="58626"/>
                </a:cubicBezTo>
                <a:lnTo>
                  <a:pt x="88845" y="27156"/>
                </a:lnTo>
                <a:lnTo>
                  <a:pt x="89065" y="56273"/>
                </a:lnTo>
                <a:cubicBezTo>
                  <a:pt x="89065" y="56371"/>
                  <a:pt x="89163" y="56371"/>
                  <a:pt x="89163" y="56371"/>
                </a:cubicBezTo>
                <a:cubicBezTo>
                  <a:pt x="89163" y="56371"/>
                  <a:pt x="89261" y="56371"/>
                  <a:pt x="89261" y="56273"/>
                </a:cubicBezTo>
                <a:lnTo>
                  <a:pt x="89261" y="23088"/>
                </a:lnTo>
                <a:lnTo>
                  <a:pt x="89458" y="55856"/>
                </a:lnTo>
                <a:cubicBezTo>
                  <a:pt x="89458" y="55954"/>
                  <a:pt x="89556" y="55954"/>
                  <a:pt x="89556" y="55954"/>
                </a:cubicBezTo>
                <a:cubicBezTo>
                  <a:pt x="89556" y="55954"/>
                  <a:pt x="89678" y="55954"/>
                  <a:pt x="89678" y="55856"/>
                </a:cubicBezTo>
                <a:lnTo>
                  <a:pt x="89678" y="28088"/>
                </a:lnTo>
                <a:lnTo>
                  <a:pt x="89874" y="60660"/>
                </a:lnTo>
                <a:cubicBezTo>
                  <a:pt x="89874" y="60758"/>
                  <a:pt x="89972" y="60758"/>
                  <a:pt x="89972" y="60758"/>
                </a:cubicBezTo>
                <a:cubicBezTo>
                  <a:pt x="89972" y="60758"/>
                  <a:pt x="90070" y="60758"/>
                  <a:pt x="90070" y="60660"/>
                </a:cubicBezTo>
                <a:lnTo>
                  <a:pt x="90070" y="19608"/>
                </a:lnTo>
                <a:lnTo>
                  <a:pt x="90291" y="54435"/>
                </a:lnTo>
                <a:cubicBezTo>
                  <a:pt x="90291" y="54533"/>
                  <a:pt x="90389" y="54533"/>
                  <a:pt x="90389" y="54533"/>
                </a:cubicBezTo>
                <a:cubicBezTo>
                  <a:pt x="90389" y="54533"/>
                  <a:pt x="90487" y="54533"/>
                  <a:pt x="90487" y="54435"/>
                </a:cubicBezTo>
                <a:lnTo>
                  <a:pt x="90487" y="26666"/>
                </a:lnTo>
                <a:lnTo>
                  <a:pt x="90683" y="64140"/>
                </a:lnTo>
                <a:lnTo>
                  <a:pt x="90904" y="64140"/>
                </a:lnTo>
                <a:lnTo>
                  <a:pt x="90904" y="22058"/>
                </a:lnTo>
                <a:lnTo>
                  <a:pt x="91100" y="59336"/>
                </a:lnTo>
                <a:cubicBezTo>
                  <a:pt x="91100" y="59434"/>
                  <a:pt x="91198" y="59434"/>
                  <a:pt x="91198" y="59434"/>
                </a:cubicBezTo>
                <a:cubicBezTo>
                  <a:pt x="91198" y="59434"/>
                  <a:pt x="91296" y="59434"/>
                  <a:pt x="91296" y="59336"/>
                </a:cubicBezTo>
                <a:lnTo>
                  <a:pt x="91296" y="25833"/>
                </a:lnTo>
                <a:lnTo>
                  <a:pt x="91516" y="54949"/>
                </a:lnTo>
                <a:lnTo>
                  <a:pt x="91712" y="54949"/>
                </a:lnTo>
                <a:lnTo>
                  <a:pt x="91712" y="28186"/>
                </a:lnTo>
                <a:lnTo>
                  <a:pt x="91908" y="60047"/>
                </a:lnTo>
                <a:cubicBezTo>
                  <a:pt x="91908" y="60145"/>
                  <a:pt x="92006" y="60145"/>
                  <a:pt x="92006" y="60145"/>
                </a:cubicBezTo>
                <a:cubicBezTo>
                  <a:pt x="92006" y="60145"/>
                  <a:pt x="92129" y="60145"/>
                  <a:pt x="92129" y="60047"/>
                </a:cubicBezTo>
                <a:lnTo>
                  <a:pt x="92129" y="26862"/>
                </a:lnTo>
                <a:lnTo>
                  <a:pt x="92325" y="60978"/>
                </a:lnTo>
                <a:cubicBezTo>
                  <a:pt x="92325" y="61076"/>
                  <a:pt x="92423" y="61076"/>
                  <a:pt x="92423" y="61076"/>
                </a:cubicBezTo>
                <a:cubicBezTo>
                  <a:pt x="92423" y="61076"/>
                  <a:pt x="92521" y="61076"/>
                  <a:pt x="92521" y="60978"/>
                </a:cubicBezTo>
                <a:lnTo>
                  <a:pt x="92521" y="23186"/>
                </a:lnTo>
                <a:lnTo>
                  <a:pt x="92742" y="53405"/>
                </a:lnTo>
                <a:cubicBezTo>
                  <a:pt x="92742" y="53503"/>
                  <a:pt x="92840" y="53503"/>
                  <a:pt x="92840" y="53503"/>
                </a:cubicBezTo>
                <a:cubicBezTo>
                  <a:pt x="92840" y="53503"/>
                  <a:pt x="92938" y="53503"/>
                  <a:pt x="92938" y="53405"/>
                </a:cubicBezTo>
                <a:lnTo>
                  <a:pt x="92938" y="21152"/>
                </a:lnTo>
                <a:lnTo>
                  <a:pt x="93134" y="59532"/>
                </a:lnTo>
                <a:cubicBezTo>
                  <a:pt x="93134" y="59630"/>
                  <a:pt x="93232" y="59630"/>
                  <a:pt x="93232" y="59630"/>
                </a:cubicBezTo>
                <a:cubicBezTo>
                  <a:pt x="93232" y="59630"/>
                  <a:pt x="93354" y="59630"/>
                  <a:pt x="93354" y="59532"/>
                </a:cubicBezTo>
                <a:lnTo>
                  <a:pt x="93354" y="23897"/>
                </a:lnTo>
                <a:lnTo>
                  <a:pt x="93551" y="62915"/>
                </a:lnTo>
                <a:lnTo>
                  <a:pt x="93649" y="63013"/>
                </a:lnTo>
                <a:lnTo>
                  <a:pt x="93747" y="62915"/>
                </a:lnTo>
                <a:lnTo>
                  <a:pt x="93747" y="21250"/>
                </a:lnTo>
                <a:lnTo>
                  <a:pt x="93967" y="52082"/>
                </a:lnTo>
                <a:cubicBezTo>
                  <a:pt x="93967" y="52180"/>
                  <a:pt x="94065" y="52180"/>
                  <a:pt x="94065" y="52180"/>
                </a:cubicBezTo>
                <a:cubicBezTo>
                  <a:pt x="94065" y="52180"/>
                  <a:pt x="94163" y="52180"/>
                  <a:pt x="94163" y="52082"/>
                </a:cubicBezTo>
                <a:lnTo>
                  <a:pt x="94163" y="22671"/>
                </a:lnTo>
                <a:lnTo>
                  <a:pt x="94359" y="57792"/>
                </a:lnTo>
                <a:cubicBezTo>
                  <a:pt x="94359" y="57915"/>
                  <a:pt x="94457" y="57915"/>
                  <a:pt x="94457" y="57915"/>
                </a:cubicBezTo>
                <a:cubicBezTo>
                  <a:pt x="94457" y="57915"/>
                  <a:pt x="94580" y="57915"/>
                  <a:pt x="94580" y="57792"/>
                </a:cubicBezTo>
                <a:lnTo>
                  <a:pt x="94580" y="24313"/>
                </a:lnTo>
                <a:lnTo>
                  <a:pt x="94776" y="54336"/>
                </a:lnTo>
                <a:cubicBezTo>
                  <a:pt x="94776" y="54435"/>
                  <a:pt x="94874" y="54435"/>
                  <a:pt x="94874" y="54435"/>
                </a:cubicBezTo>
                <a:cubicBezTo>
                  <a:pt x="94874" y="54435"/>
                  <a:pt x="94972" y="54435"/>
                  <a:pt x="94972" y="54336"/>
                </a:cubicBezTo>
                <a:lnTo>
                  <a:pt x="94972" y="25318"/>
                </a:lnTo>
                <a:lnTo>
                  <a:pt x="95193" y="61076"/>
                </a:lnTo>
                <a:lnTo>
                  <a:pt x="95389" y="61076"/>
                </a:lnTo>
                <a:lnTo>
                  <a:pt x="95389" y="23602"/>
                </a:lnTo>
                <a:lnTo>
                  <a:pt x="95585" y="53111"/>
                </a:lnTo>
                <a:cubicBezTo>
                  <a:pt x="95585" y="53209"/>
                  <a:pt x="95683" y="53209"/>
                  <a:pt x="95683" y="53209"/>
                </a:cubicBezTo>
                <a:cubicBezTo>
                  <a:pt x="95683" y="53209"/>
                  <a:pt x="95805" y="53209"/>
                  <a:pt x="95805" y="53111"/>
                </a:cubicBezTo>
                <a:lnTo>
                  <a:pt x="95805" y="22769"/>
                </a:lnTo>
                <a:lnTo>
                  <a:pt x="96001" y="51567"/>
                </a:lnTo>
                <a:cubicBezTo>
                  <a:pt x="96001" y="51665"/>
                  <a:pt x="96099" y="51665"/>
                  <a:pt x="96099" y="51665"/>
                </a:cubicBezTo>
                <a:cubicBezTo>
                  <a:pt x="96099" y="51665"/>
                  <a:pt x="96197" y="51665"/>
                  <a:pt x="96197" y="51567"/>
                </a:cubicBezTo>
                <a:lnTo>
                  <a:pt x="96197" y="26151"/>
                </a:lnTo>
                <a:lnTo>
                  <a:pt x="96418" y="55758"/>
                </a:lnTo>
                <a:cubicBezTo>
                  <a:pt x="96418" y="55856"/>
                  <a:pt x="96516" y="55856"/>
                  <a:pt x="96516" y="55856"/>
                </a:cubicBezTo>
                <a:cubicBezTo>
                  <a:pt x="96516" y="55856"/>
                  <a:pt x="96614" y="55856"/>
                  <a:pt x="96614" y="55758"/>
                </a:cubicBezTo>
                <a:lnTo>
                  <a:pt x="96614" y="24607"/>
                </a:lnTo>
                <a:lnTo>
                  <a:pt x="96810" y="61885"/>
                </a:lnTo>
                <a:lnTo>
                  <a:pt x="96908" y="61983"/>
                </a:lnTo>
                <a:lnTo>
                  <a:pt x="97031" y="61885"/>
                </a:lnTo>
                <a:lnTo>
                  <a:pt x="97031" y="24509"/>
                </a:lnTo>
                <a:lnTo>
                  <a:pt x="97227" y="52596"/>
                </a:lnTo>
                <a:lnTo>
                  <a:pt x="97325" y="52694"/>
                </a:lnTo>
                <a:lnTo>
                  <a:pt x="97423" y="52596"/>
                </a:lnTo>
                <a:lnTo>
                  <a:pt x="97423" y="26666"/>
                </a:lnTo>
                <a:lnTo>
                  <a:pt x="97643" y="56371"/>
                </a:lnTo>
                <a:cubicBezTo>
                  <a:pt x="97643" y="56469"/>
                  <a:pt x="97742" y="56469"/>
                  <a:pt x="97742" y="56469"/>
                </a:cubicBezTo>
                <a:cubicBezTo>
                  <a:pt x="97742" y="56469"/>
                  <a:pt x="97840" y="56469"/>
                  <a:pt x="97840" y="56371"/>
                </a:cubicBezTo>
                <a:lnTo>
                  <a:pt x="97840" y="26053"/>
                </a:lnTo>
                <a:lnTo>
                  <a:pt x="98036" y="52400"/>
                </a:lnTo>
                <a:cubicBezTo>
                  <a:pt x="98036" y="52498"/>
                  <a:pt x="98134" y="52498"/>
                  <a:pt x="98134" y="52498"/>
                </a:cubicBezTo>
                <a:cubicBezTo>
                  <a:pt x="98134" y="52498"/>
                  <a:pt x="98256" y="52498"/>
                  <a:pt x="98256" y="52400"/>
                </a:cubicBezTo>
                <a:lnTo>
                  <a:pt x="98256" y="21250"/>
                </a:lnTo>
                <a:lnTo>
                  <a:pt x="98452" y="53111"/>
                </a:lnTo>
                <a:cubicBezTo>
                  <a:pt x="98452" y="53209"/>
                  <a:pt x="98550" y="53209"/>
                  <a:pt x="98550" y="53209"/>
                </a:cubicBezTo>
                <a:cubicBezTo>
                  <a:pt x="98550" y="53209"/>
                  <a:pt x="98648" y="53209"/>
                  <a:pt x="98648" y="53111"/>
                </a:cubicBezTo>
                <a:lnTo>
                  <a:pt x="98648" y="22377"/>
                </a:lnTo>
                <a:lnTo>
                  <a:pt x="98869" y="62204"/>
                </a:lnTo>
                <a:lnTo>
                  <a:pt x="98967" y="62302"/>
                </a:lnTo>
                <a:lnTo>
                  <a:pt x="99065" y="62204"/>
                </a:lnTo>
                <a:lnTo>
                  <a:pt x="99065" y="18578"/>
                </a:lnTo>
                <a:lnTo>
                  <a:pt x="99261" y="52278"/>
                </a:lnTo>
                <a:lnTo>
                  <a:pt x="99359" y="52400"/>
                </a:lnTo>
                <a:lnTo>
                  <a:pt x="99482" y="52278"/>
                </a:lnTo>
                <a:lnTo>
                  <a:pt x="99482" y="20416"/>
                </a:lnTo>
                <a:lnTo>
                  <a:pt x="99678" y="56885"/>
                </a:lnTo>
                <a:cubicBezTo>
                  <a:pt x="99678" y="56983"/>
                  <a:pt x="99776" y="56983"/>
                  <a:pt x="99776" y="56983"/>
                </a:cubicBezTo>
                <a:cubicBezTo>
                  <a:pt x="99776" y="56983"/>
                  <a:pt x="99874" y="56983"/>
                  <a:pt x="99874" y="56885"/>
                </a:cubicBezTo>
                <a:lnTo>
                  <a:pt x="99874" y="23995"/>
                </a:lnTo>
                <a:lnTo>
                  <a:pt x="100094" y="52400"/>
                </a:lnTo>
                <a:cubicBezTo>
                  <a:pt x="100094" y="52498"/>
                  <a:pt x="100192" y="52498"/>
                  <a:pt x="100192" y="52498"/>
                </a:cubicBezTo>
                <a:cubicBezTo>
                  <a:pt x="100192" y="52498"/>
                  <a:pt x="100290" y="52498"/>
                  <a:pt x="100290" y="52400"/>
                </a:cubicBezTo>
                <a:lnTo>
                  <a:pt x="100290" y="23480"/>
                </a:lnTo>
                <a:lnTo>
                  <a:pt x="100486" y="64434"/>
                </a:lnTo>
                <a:lnTo>
                  <a:pt x="100707" y="64434"/>
                </a:lnTo>
                <a:lnTo>
                  <a:pt x="100707" y="21348"/>
                </a:lnTo>
                <a:lnTo>
                  <a:pt x="100903" y="52498"/>
                </a:lnTo>
                <a:cubicBezTo>
                  <a:pt x="100903" y="52596"/>
                  <a:pt x="101001" y="52596"/>
                  <a:pt x="101001" y="52596"/>
                </a:cubicBezTo>
                <a:cubicBezTo>
                  <a:pt x="101001" y="52596"/>
                  <a:pt x="101099" y="52596"/>
                  <a:pt x="101099" y="52498"/>
                </a:cubicBezTo>
                <a:lnTo>
                  <a:pt x="101099" y="24926"/>
                </a:lnTo>
                <a:lnTo>
                  <a:pt x="101320" y="61370"/>
                </a:lnTo>
                <a:cubicBezTo>
                  <a:pt x="101320" y="61469"/>
                  <a:pt x="101418" y="61469"/>
                  <a:pt x="101418" y="61469"/>
                </a:cubicBezTo>
                <a:cubicBezTo>
                  <a:pt x="101418" y="61469"/>
                  <a:pt x="101516" y="61469"/>
                  <a:pt x="101516" y="61370"/>
                </a:cubicBezTo>
                <a:lnTo>
                  <a:pt x="101516" y="26445"/>
                </a:lnTo>
                <a:lnTo>
                  <a:pt x="101712" y="64336"/>
                </a:lnTo>
                <a:lnTo>
                  <a:pt x="101810" y="64434"/>
                </a:lnTo>
                <a:lnTo>
                  <a:pt x="101933" y="64336"/>
                </a:lnTo>
                <a:lnTo>
                  <a:pt x="101933" y="20318"/>
                </a:lnTo>
                <a:lnTo>
                  <a:pt x="102129" y="56983"/>
                </a:lnTo>
                <a:cubicBezTo>
                  <a:pt x="102129" y="57081"/>
                  <a:pt x="102227" y="57081"/>
                  <a:pt x="102227" y="57081"/>
                </a:cubicBezTo>
                <a:cubicBezTo>
                  <a:pt x="102227" y="57081"/>
                  <a:pt x="102325" y="57081"/>
                  <a:pt x="102325" y="56983"/>
                </a:cubicBezTo>
                <a:lnTo>
                  <a:pt x="102325" y="22867"/>
                </a:lnTo>
                <a:lnTo>
                  <a:pt x="102545" y="54533"/>
                </a:lnTo>
                <a:cubicBezTo>
                  <a:pt x="102545" y="54631"/>
                  <a:pt x="102643" y="54631"/>
                  <a:pt x="102643" y="54631"/>
                </a:cubicBezTo>
                <a:cubicBezTo>
                  <a:pt x="102643" y="54631"/>
                  <a:pt x="102741" y="54631"/>
                  <a:pt x="102741" y="54533"/>
                </a:cubicBezTo>
                <a:lnTo>
                  <a:pt x="102741" y="27156"/>
                </a:lnTo>
                <a:lnTo>
                  <a:pt x="102937" y="61272"/>
                </a:lnTo>
                <a:cubicBezTo>
                  <a:pt x="102937" y="61370"/>
                  <a:pt x="103035" y="61370"/>
                  <a:pt x="103035" y="61370"/>
                </a:cubicBezTo>
                <a:cubicBezTo>
                  <a:pt x="103035" y="61370"/>
                  <a:pt x="103158" y="61370"/>
                  <a:pt x="103158" y="61272"/>
                </a:cubicBezTo>
                <a:lnTo>
                  <a:pt x="103158" y="27990"/>
                </a:lnTo>
                <a:lnTo>
                  <a:pt x="103354" y="63723"/>
                </a:lnTo>
                <a:cubicBezTo>
                  <a:pt x="103354" y="63821"/>
                  <a:pt x="103452" y="63821"/>
                  <a:pt x="103452" y="63821"/>
                </a:cubicBezTo>
                <a:cubicBezTo>
                  <a:pt x="103452" y="63821"/>
                  <a:pt x="103550" y="63821"/>
                  <a:pt x="103550" y="63723"/>
                </a:cubicBezTo>
                <a:lnTo>
                  <a:pt x="103550" y="24215"/>
                </a:lnTo>
                <a:lnTo>
                  <a:pt x="103771" y="55047"/>
                </a:lnTo>
                <a:cubicBezTo>
                  <a:pt x="103771" y="55145"/>
                  <a:pt x="103869" y="55145"/>
                  <a:pt x="103869" y="55145"/>
                </a:cubicBezTo>
                <a:cubicBezTo>
                  <a:pt x="103869" y="55145"/>
                  <a:pt x="103967" y="55145"/>
                  <a:pt x="103967" y="55047"/>
                </a:cubicBezTo>
                <a:lnTo>
                  <a:pt x="103967" y="19804"/>
                </a:lnTo>
                <a:lnTo>
                  <a:pt x="104163" y="53111"/>
                </a:lnTo>
                <a:lnTo>
                  <a:pt x="104383" y="53111"/>
                </a:lnTo>
                <a:lnTo>
                  <a:pt x="104383" y="27671"/>
                </a:lnTo>
                <a:lnTo>
                  <a:pt x="104579" y="61174"/>
                </a:lnTo>
                <a:cubicBezTo>
                  <a:pt x="104579" y="61272"/>
                  <a:pt x="104677" y="61272"/>
                  <a:pt x="104677" y="61272"/>
                </a:cubicBezTo>
                <a:cubicBezTo>
                  <a:pt x="104677" y="61272"/>
                  <a:pt x="104776" y="61272"/>
                  <a:pt x="104776" y="61174"/>
                </a:cubicBezTo>
                <a:lnTo>
                  <a:pt x="104776" y="25441"/>
                </a:lnTo>
                <a:lnTo>
                  <a:pt x="104996" y="53013"/>
                </a:lnTo>
                <a:cubicBezTo>
                  <a:pt x="104996" y="53111"/>
                  <a:pt x="105094" y="53111"/>
                  <a:pt x="105094" y="53111"/>
                </a:cubicBezTo>
                <a:cubicBezTo>
                  <a:pt x="105094" y="53111"/>
                  <a:pt x="105192" y="53111"/>
                  <a:pt x="105192" y="53013"/>
                </a:cubicBezTo>
                <a:lnTo>
                  <a:pt x="105192" y="27156"/>
                </a:lnTo>
                <a:lnTo>
                  <a:pt x="105388" y="57596"/>
                </a:lnTo>
                <a:lnTo>
                  <a:pt x="105486" y="57694"/>
                </a:lnTo>
                <a:lnTo>
                  <a:pt x="105609" y="57596"/>
                </a:lnTo>
                <a:lnTo>
                  <a:pt x="105609" y="28602"/>
                </a:lnTo>
                <a:lnTo>
                  <a:pt x="105805" y="63209"/>
                </a:lnTo>
                <a:lnTo>
                  <a:pt x="105903" y="63307"/>
                </a:lnTo>
                <a:lnTo>
                  <a:pt x="106001" y="63209"/>
                </a:lnTo>
                <a:lnTo>
                  <a:pt x="106001" y="24705"/>
                </a:lnTo>
                <a:lnTo>
                  <a:pt x="106222" y="61885"/>
                </a:lnTo>
                <a:lnTo>
                  <a:pt x="106320" y="61983"/>
                </a:lnTo>
                <a:lnTo>
                  <a:pt x="106418" y="61885"/>
                </a:lnTo>
                <a:lnTo>
                  <a:pt x="106418" y="22990"/>
                </a:lnTo>
                <a:lnTo>
                  <a:pt x="106614" y="54533"/>
                </a:lnTo>
                <a:lnTo>
                  <a:pt x="106834" y="54533"/>
                </a:lnTo>
                <a:lnTo>
                  <a:pt x="106834" y="23186"/>
                </a:lnTo>
                <a:lnTo>
                  <a:pt x="107030" y="57400"/>
                </a:lnTo>
                <a:lnTo>
                  <a:pt x="107128" y="57498"/>
                </a:lnTo>
                <a:lnTo>
                  <a:pt x="107226" y="57400"/>
                </a:lnTo>
                <a:lnTo>
                  <a:pt x="107226" y="20416"/>
                </a:lnTo>
                <a:lnTo>
                  <a:pt x="107447" y="57596"/>
                </a:lnTo>
                <a:cubicBezTo>
                  <a:pt x="107447" y="57694"/>
                  <a:pt x="107545" y="57694"/>
                  <a:pt x="107545" y="57694"/>
                </a:cubicBezTo>
                <a:cubicBezTo>
                  <a:pt x="107545" y="57694"/>
                  <a:pt x="107643" y="57694"/>
                  <a:pt x="107643" y="57596"/>
                </a:cubicBezTo>
                <a:lnTo>
                  <a:pt x="107643" y="25735"/>
                </a:lnTo>
                <a:lnTo>
                  <a:pt x="107839" y="57915"/>
                </a:lnTo>
                <a:cubicBezTo>
                  <a:pt x="107839" y="58013"/>
                  <a:pt x="107937" y="58013"/>
                  <a:pt x="107937" y="58013"/>
                </a:cubicBezTo>
                <a:cubicBezTo>
                  <a:pt x="107937" y="58013"/>
                  <a:pt x="108060" y="58013"/>
                  <a:pt x="108060" y="57915"/>
                </a:cubicBezTo>
                <a:lnTo>
                  <a:pt x="108060" y="25539"/>
                </a:lnTo>
                <a:lnTo>
                  <a:pt x="108256" y="60464"/>
                </a:lnTo>
                <a:cubicBezTo>
                  <a:pt x="108256" y="60562"/>
                  <a:pt x="108354" y="60562"/>
                  <a:pt x="108354" y="60562"/>
                </a:cubicBezTo>
                <a:cubicBezTo>
                  <a:pt x="108354" y="60562"/>
                  <a:pt x="108452" y="60562"/>
                  <a:pt x="108452" y="60464"/>
                </a:cubicBezTo>
                <a:lnTo>
                  <a:pt x="108452" y="23284"/>
                </a:lnTo>
                <a:lnTo>
                  <a:pt x="108672" y="62817"/>
                </a:lnTo>
                <a:cubicBezTo>
                  <a:pt x="108672" y="62915"/>
                  <a:pt x="108770" y="62915"/>
                  <a:pt x="108770" y="62915"/>
                </a:cubicBezTo>
                <a:cubicBezTo>
                  <a:pt x="108770" y="62915"/>
                  <a:pt x="108868" y="62915"/>
                  <a:pt x="108868" y="62817"/>
                </a:cubicBezTo>
                <a:lnTo>
                  <a:pt x="108868" y="25735"/>
                </a:lnTo>
                <a:lnTo>
                  <a:pt x="109065" y="60243"/>
                </a:lnTo>
                <a:lnTo>
                  <a:pt x="109163" y="60366"/>
                </a:lnTo>
                <a:lnTo>
                  <a:pt x="109285" y="60243"/>
                </a:lnTo>
                <a:lnTo>
                  <a:pt x="109285" y="27377"/>
                </a:lnTo>
                <a:lnTo>
                  <a:pt x="109481" y="56983"/>
                </a:lnTo>
                <a:cubicBezTo>
                  <a:pt x="109481" y="57081"/>
                  <a:pt x="109579" y="57081"/>
                  <a:pt x="109579" y="57081"/>
                </a:cubicBezTo>
                <a:cubicBezTo>
                  <a:pt x="109579" y="57081"/>
                  <a:pt x="109677" y="57081"/>
                  <a:pt x="109677" y="56983"/>
                </a:cubicBezTo>
                <a:lnTo>
                  <a:pt x="109677" y="22573"/>
                </a:lnTo>
                <a:lnTo>
                  <a:pt x="109898" y="59336"/>
                </a:lnTo>
                <a:cubicBezTo>
                  <a:pt x="109898" y="59434"/>
                  <a:pt x="109996" y="59434"/>
                  <a:pt x="109996" y="59434"/>
                </a:cubicBezTo>
                <a:cubicBezTo>
                  <a:pt x="109996" y="59434"/>
                  <a:pt x="110094" y="59434"/>
                  <a:pt x="110094" y="59336"/>
                </a:cubicBezTo>
                <a:lnTo>
                  <a:pt x="110094" y="23382"/>
                </a:lnTo>
                <a:lnTo>
                  <a:pt x="110290" y="56273"/>
                </a:lnTo>
                <a:cubicBezTo>
                  <a:pt x="110290" y="56371"/>
                  <a:pt x="110388" y="56371"/>
                  <a:pt x="110388" y="56371"/>
                </a:cubicBezTo>
                <a:cubicBezTo>
                  <a:pt x="110388" y="56371"/>
                  <a:pt x="110511" y="56371"/>
                  <a:pt x="110511" y="56273"/>
                </a:cubicBezTo>
                <a:lnTo>
                  <a:pt x="110511" y="28382"/>
                </a:lnTo>
                <a:lnTo>
                  <a:pt x="110707" y="56689"/>
                </a:lnTo>
                <a:cubicBezTo>
                  <a:pt x="110707" y="56787"/>
                  <a:pt x="110805" y="56787"/>
                  <a:pt x="110805" y="56787"/>
                </a:cubicBezTo>
                <a:cubicBezTo>
                  <a:pt x="110805" y="56787"/>
                  <a:pt x="110903" y="56787"/>
                  <a:pt x="110903" y="56689"/>
                </a:cubicBezTo>
                <a:lnTo>
                  <a:pt x="110903" y="24215"/>
                </a:lnTo>
                <a:lnTo>
                  <a:pt x="111123" y="60856"/>
                </a:lnTo>
                <a:lnTo>
                  <a:pt x="111221" y="60978"/>
                </a:lnTo>
                <a:lnTo>
                  <a:pt x="111319" y="60856"/>
                </a:lnTo>
                <a:lnTo>
                  <a:pt x="111319" y="21764"/>
                </a:lnTo>
                <a:lnTo>
                  <a:pt x="111515" y="56567"/>
                </a:lnTo>
                <a:cubicBezTo>
                  <a:pt x="111515" y="56689"/>
                  <a:pt x="111613" y="56689"/>
                  <a:pt x="111613" y="56689"/>
                </a:cubicBezTo>
                <a:cubicBezTo>
                  <a:pt x="111613" y="56689"/>
                  <a:pt x="111736" y="56689"/>
                  <a:pt x="111736" y="56567"/>
                </a:cubicBezTo>
                <a:lnTo>
                  <a:pt x="111736" y="25735"/>
                </a:lnTo>
                <a:lnTo>
                  <a:pt x="111932" y="63013"/>
                </a:lnTo>
                <a:cubicBezTo>
                  <a:pt x="111932" y="63111"/>
                  <a:pt x="112030" y="63111"/>
                  <a:pt x="112030" y="63111"/>
                </a:cubicBezTo>
                <a:cubicBezTo>
                  <a:pt x="112030" y="63111"/>
                  <a:pt x="112128" y="63111"/>
                  <a:pt x="112128" y="63013"/>
                </a:cubicBezTo>
                <a:lnTo>
                  <a:pt x="112128" y="20122"/>
                </a:lnTo>
                <a:lnTo>
                  <a:pt x="112349" y="54851"/>
                </a:lnTo>
                <a:lnTo>
                  <a:pt x="112545" y="54851"/>
                </a:lnTo>
                <a:lnTo>
                  <a:pt x="112545" y="26764"/>
                </a:lnTo>
                <a:lnTo>
                  <a:pt x="112741" y="57498"/>
                </a:lnTo>
                <a:lnTo>
                  <a:pt x="112961" y="57498"/>
                </a:lnTo>
                <a:lnTo>
                  <a:pt x="112961" y="21862"/>
                </a:lnTo>
                <a:lnTo>
                  <a:pt x="113158" y="55341"/>
                </a:lnTo>
                <a:lnTo>
                  <a:pt x="113354" y="55341"/>
                </a:lnTo>
                <a:lnTo>
                  <a:pt x="113354" y="27475"/>
                </a:lnTo>
                <a:lnTo>
                  <a:pt x="113574" y="63013"/>
                </a:lnTo>
                <a:lnTo>
                  <a:pt x="113672" y="63111"/>
                </a:lnTo>
                <a:lnTo>
                  <a:pt x="113770" y="63013"/>
                </a:lnTo>
                <a:lnTo>
                  <a:pt x="113770" y="27671"/>
                </a:lnTo>
                <a:lnTo>
                  <a:pt x="113966" y="56689"/>
                </a:lnTo>
                <a:lnTo>
                  <a:pt x="114187" y="56689"/>
                </a:lnTo>
                <a:lnTo>
                  <a:pt x="114187" y="22377"/>
                </a:lnTo>
                <a:lnTo>
                  <a:pt x="114383" y="54533"/>
                </a:lnTo>
                <a:lnTo>
                  <a:pt x="114481" y="54631"/>
                </a:lnTo>
                <a:lnTo>
                  <a:pt x="114579" y="54533"/>
                </a:lnTo>
                <a:lnTo>
                  <a:pt x="114579" y="22671"/>
                </a:lnTo>
                <a:lnTo>
                  <a:pt x="114800" y="57179"/>
                </a:lnTo>
                <a:lnTo>
                  <a:pt x="114996" y="57179"/>
                </a:lnTo>
                <a:lnTo>
                  <a:pt x="114996" y="27769"/>
                </a:lnTo>
                <a:lnTo>
                  <a:pt x="115192" y="60464"/>
                </a:lnTo>
                <a:lnTo>
                  <a:pt x="115290" y="60562"/>
                </a:lnTo>
                <a:lnTo>
                  <a:pt x="115412" y="60464"/>
                </a:lnTo>
                <a:lnTo>
                  <a:pt x="115412" y="24926"/>
                </a:lnTo>
                <a:lnTo>
                  <a:pt x="115608" y="58013"/>
                </a:lnTo>
                <a:cubicBezTo>
                  <a:pt x="115608" y="58111"/>
                  <a:pt x="115706" y="58111"/>
                  <a:pt x="115706" y="58111"/>
                </a:cubicBezTo>
                <a:cubicBezTo>
                  <a:pt x="115706" y="58111"/>
                  <a:pt x="115804" y="58111"/>
                  <a:pt x="115804" y="58013"/>
                </a:cubicBezTo>
                <a:lnTo>
                  <a:pt x="115804" y="25220"/>
                </a:lnTo>
                <a:lnTo>
                  <a:pt x="116025" y="62302"/>
                </a:lnTo>
                <a:lnTo>
                  <a:pt x="116123" y="62400"/>
                </a:lnTo>
                <a:lnTo>
                  <a:pt x="116221" y="62302"/>
                </a:lnTo>
                <a:lnTo>
                  <a:pt x="116221" y="25318"/>
                </a:lnTo>
                <a:lnTo>
                  <a:pt x="116417" y="60047"/>
                </a:lnTo>
                <a:lnTo>
                  <a:pt x="116638" y="60047"/>
                </a:lnTo>
                <a:lnTo>
                  <a:pt x="116638" y="22058"/>
                </a:lnTo>
                <a:lnTo>
                  <a:pt x="116834" y="56371"/>
                </a:lnTo>
                <a:cubicBezTo>
                  <a:pt x="116834" y="56469"/>
                  <a:pt x="116932" y="56469"/>
                  <a:pt x="116932" y="56469"/>
                </a:cubicBezTo>
                <a:cubicBezTo>
                  <a:pt x="116932" y="56469"/>
                  <a:pt x="117030" y="56469"/>
                  <a:pt x="117030" y="56371"/>
                </a:cubicBezTo>
                <a:lnTo>
                  <a:pt x="117030" y="26347"/>
                </a:lnTo>
                <a:lnTo>
                  <a:pt x="117250" y="55341"/>
                </a:lnTo>
                <a:lnTo>
                  <a:pt x="117447" y="55341"/>
                </a:lnTo>
                <a:lnTo>
                  <a:pt x="117447" y="26666"/>
                </a:lnTo>
                <a:lnTo>
                  <a:pt x="117643" y="55758"/>
                </a:lnTo>
                <a:cubicBezTo>
                  <a:pt x="117643" y="55856"/>
                  <a:pt x="117741" y="55856"/>
                  <a:pt x="117741" y="55856"/>
                </a:cubicBezTo>
                <a:cubicBezTo>
                  <a:pt x="117741" y="55856"/>
                  <a:pt x="117863" y="55856"/>
                  <a:pt x="117863" y="55758"/>
                </a:cubicBezTo>
                <a:lnTo>
                  <a:pt x="117863" y="28994"/>
                </a:lnTo>
                <a:lnTo>
                  <a:pt x="118059" y="62596"/>
                </a:lnTo>
                <a:cubicBezTo>
                  <a:pt x="118059" y="62694"/>
                  <a:pt x="118157" y="62694"/>
                  <a:pt x="118157" y="62694"/>
                </a:cubicBezTo>
                <a:cubicBezTo>
                  <a:pt x="118157" y="62694"/>
                  <a:pt x="118255" y="62694"/>
                  <a:pt x="118255" y="62596"/>
                </a:cubicBezTo>
                <a:lnTo>
                  <a:pt x="118255" y="21446"/>
                </a:lnTo>
                <a:lnTo>
                  <a:pt x="118476" y="59532"/>
                </a:lnTo>
                <a:cubicBezTo>
                  <a:pt x="118476" y="59630"/>
                  <a:pt x="118574" y="59630"/>
                  <a:pt x="118574" y="59630"/>
                </a:cubicBezTo>
                <a:cubicBezTo>
                  <a:pt x="118574" y="59630"/>
                  <a:pt x="118672" y="59630"/>
                  <a:pt x="118672" y="59532"/>
                </a:cubicBezTo>
                <a:lnTo>
                  <a:pt x="118672" y="25931"/>
                </a:lnTo>
                <a:lnTo>
                  <a:pt x="118868" y="59238"/>
                </a:lnTo>
                <a:lnTo>
                  <a:pt x="118966" y="59336"/>
                </a:lnTo>
                <a:lnTo>
                  <a:pt x="119089" y="59238"/>
                </a:lnTo>
                <a:lnTo>
                  <a:pt x="119089" y="20931"/>
                </a:lnTo>
                <a:lnTo>
                  <a:pt x="119285" y="55856"/>
                </a:lnTo>
                <a:lnTo>
                  <a:pt x="119481" y="55856"/>
                </a:lnTo>
                <a:lnTo>
                  <a:pt x="119481" y="25833"/>
                </a:lnTo>
                <a:lnTo>
                  <a:pt x="119701" y="52400"/>
                </a:lnTo>
                <a:cubicBezTo>
                  <a:pt x="119701" y="52498"/>
                  <a:pt x="119799" y="52498"/>
                  <a:pt x="119799" y="52498"/>
                </a:cubicBezTo>
                <a:cubicBezTo>
                  <a:pt x="119799" y="52498"/>
                  <a:pt x="119897" y="52498"/>
                  <a:pt x="119897" y="52400"/>
                </a:cubicBezTo>
                <a:lnTo>
                  <a:pt x="119897" y="28088"/>
                </a:lnTo>
                <a:lnTo>
                  <a:pt x="120093" y="60464"/>
                </a:lnTo>
                <a:lnTo>
                  <a:pt x="120314" y="60464"/>
                </a:lnTo>
                <a:lnTo>
                  <a:pt x="120314" y="22671"/>
                </a:lnTo>
                <a:lnTo>
                  <a:pt x="120510" y="57596"/>
                </a:lnTo>
                <a:cubicBezTo>
                  <a:pt x="120510" y="57694"/>
                  <a:pt x="120608" y="57694"/>
                  <a:pt x="120608" y="57694"/>
                </a:cubicBezTo>
                <a:cubicBezTo>
                  <a:pt x="120608" y="57694"/>
                  <a:pt x="120706" y="57694"/>
                  <a:pt x="120706" y="57596"/>
                </a:cubicBezTo>
                <a:lnTo>
                  <a:pt x="120706" y="30220"/>
                </a:lnTo>
                <a:lnTo>
                  <a:pt x="120927" y="63429"/>
                </a:lnTo>
                <a:lnTo>
                  <a:pt x="121025" y="63527"/>
                </a:lnTo>
                <a:lnTo>
                  <a:pt x="121123" y="63429"/>
                </a:lnTo>
                <a:lnTo>
                  <a:pt x="121123" y="26764"/>
                </a:lnTo>
                <a:lnTo>
                  <a:pt x="121319" y="63209"/>
                </a:lnTo>
                <a:lnTo>
                  <a:pt x="121540" y="63209"/>
                </a:lnTo>
                <a:lnTo>
                  <a:pt x="121540" y="21862"/>
                </a:lnTo>
                <a:lnTo>
                  <a:pt x="121736" y="52278"/>
                </a:lnTo>
                <a:lnTo>
                  <a:pt x="121834" y="52400"/>
                </a:lnTo>
                <a:lnTo>
                  <a:pt x="121932" y="52278"/>
                </a:lnTo>
                <a:lnTo>
                  <a:pt x="121932" y="23382"/>
                </a:lnTo>
                <a:lnTo>
                  <a:pt x="122152" y="55145"/>
                </a:lnTo>
                <a:lnTo>
                  <a:pt x="122250" y="55243"/>
                </a:lnTo>
                <a:lnTo>
                  <a:pt x="122348" y="55145"/>
                </a:lnTo>
                <a:lnTo>
                  <a:pt x="122348" y="5417"/>
                </a:lnTo>
                <a:cubicBezTo>
                  <a:pt x="122348" y="5319"/>
                  <a:pt x="122250" y="5319"/>
                  <a:pt x="122250" y="5319"/>
                </a:cubicBezTo>
                <a:cubicBezTo>
                  <a:pt x="122250" y="5319"/>
                  <a:pt x="122152" y="5319"/>
                  <a:pt x="122152" y="5417"/>
                </a:cubicBezTo>
                <a:lnTo>
                  <a:pt x="122152" y="37695"/>
                </a:lnTo>
                <a:lnTo>
                  <a:pt x="121932" y="6030"/>
                </a:lnTo>
                <a:cubicBezTo>
                  <a:pt x="121932" y="5932"/>
                  <a:pt x="121834" y="5932"/>
                  <a:pt x="121834" y="5932"/>
                </a:cubicBezTo>
                <a:cubicBezTo>
                  <a:pt x="121834" y="5932"/>
                  <a:pt x="121736" y="5932"/>
                  <a:pt x="121736" y="6030"/>
                </a:cubicBezTo>
                <a:lnTo>
                  <a:pt x="121736" y="35538"/>
                </a:lnTo>
                <a:lnTo>
                  <a:pt x="121540" y="5098"/>
                </a:lnTo>
                <a:lnTo>
                  <a:pt x="121417" y="5000"/>
                </a:lnTo>
                <a:lnTo>
                  <a:pt x="121319" y="5098"/>
                </a:lnTo>
                <a:lnTo>
                  <a:pt x="121319" y="43209"/>
                </a:lnTo>
                <a:lnTo>
                  <a:pt x="121123" y="6740"/>
                </a:lnTo>
                <a:lnTo>
                  <a:pt x="121025" y="6642"/>
                </a:lnTo>
                <a:lnTo>
                  <a:pt x="120927" y="6740"/>
                </a:lnTo>
                <a:lnTo>
                  <a:pt x="120927" y="45244"/>
                </a:lnTo>
                <a:lnTo>
                  <a:pt x="120706" y="12059"/>
                </a:lnTo>
                <a:cubicBezTo>
                  <a:pt x="120706" y="11961"/>
                  <a:pt x="120608" y="11961"/>
                  <a:pt x="120608" y="11961"/>
                </a:cubicBezTo>
                <a:cubicBezTo>
                  <a:pt x="120608" y="11961"/>
                  <a:pt x="120510" y="11961"/>
                  <a:pt x="120510" y="12059"/>
                </a:cubicBezTo>
                <a:lnTo>
                  <a:pt x="120510" y="38406"/>
                </a:lnTo>
                <a:lnTo>
                  <a:pt x="120314" y="3481"/>
                </a:lnTo>
                <a:cubicBezTo>
                  <a:pt x="120314" y="3383"/>
                  <a:pt x="120192" y="3383"/>
                  <a:pt x="120192" y="3383"/>
                </a:cubicBezTo>
                <a:cubicBezTo>
                  <a:pt x="120192" y="3383"/>
                  <a:pt x="120093" y="3383"/>
                  <a:pt x="120093" y="3481"/>
                </a:cubicBezTo>
                <a:lnTo>
                  <a:pt x="120093" y="42695"/>
                </a:lnTo>
                <a:lnTo>
                  <a:pt x="119897" y="10417"/>
                </a:lnTo>
                <a:lnTo>
                  <a:pt x="119799" y="10319"/>
                </a:lnTo>
                <a:lnTo>
                  <a:pt x="119701" y="10417"/>
                </a:lnTo>
                <a:lnTo>
                  <a:pt x="119701" y="37891"/>
                </a:lnTo>
                <a:lnTo>
                  <a:pt x="119481" y="11226"/>
                </a:lnTo>
                <a:lnTo>
                  <a:pt x="119285" y="11226"/>
                </a:lnTo>
                <a:lnTo>
                  <a:pt x="119285" y="36666"/>
                </a:lnTo>
                <a:lnTo>
                  <a:pt x="119089" y="1741"/>
                </a:lnTo>
                <a:cubicBezTo>
                  <a:pt x="119089" y="1643"/>
                  <a:pt x="118966" y="1643"/>
                  <a:pt x="118966" y="1643"/>
                </a:cubicBezTo>
                <a:cubicBezTo>
                  <a:pt x="118966" y="1643"/>
                  <a:pt x="118868" y="1643"/>
                  <a:pt x="118868" y="1741"/>
                </a:cubicBezTo>
                <a:lnTo>
                  <a:pt x="118868" y="40955"/>
                </a:lnTo>
                <a:lnTo>
                  <a:pt x="118672" y="7770"/>
                </a:lnTo>
                <a:cubicBezTo>
                  <a:pt x="118672" y="7672"/>
                  <a:pt x="118574" y="7672"/>
                  <a:pt x="118574" y="7672"/>
                </a:cubicBezTo>
                <a:cubicBezTo>
                  <a:pt x="118574" y="7672"/>
                  <a:pt x="118476" y="7672"/>
                  <a:pt x="118476" y="7770"/>
                </a:cubicBezTo>
                <a:lnTo>
                  <a:pt x="118476" y="38602"/>
                </a:lnTo>
                <a:lnTo>
                  <a:pt x="118255" y="417"/>
                </a:lnTo>
                <a:lnTo>
                  <a:pt x="118059" y="417"/>
                </a:lnTo>
                <a:lnTo>
                  <a:pt x="118059" y="44214"/>
                </a:lnTo>
                <a:lnTo>
                  <a:pt x="117863" y="10613"/>
                </a:lnTo>
                <a:cubicBezTo>
                  <a:pt x="117863" y="10515"/>
                  <a:pt x="117741" y="10515"/>
                  <a:pt x="117741" y="10515"/>
                </a:cubicBezTo>
                <a:cubicBezTo>
                  <a:pt x="117741" y="10515"/>
                  <a:pt x="117643" y="10515"/>
                  <a:pt x="117643" y="10613"/>
                </a:cubicBezTo>
                <a:lnTo>
                  <a:pt x="117643" y="39827"/>
                </a:lnTo>
                <a:lnTo>
                  <a:pt x="117447" y="10613"/>
                </a:lnTo>
                <a:lnTo>
                  <a:pt x="117250" y="10613"/>
                </a:lnTo>
                <a:lnTo>
                  <a:pt x="117250" y="39411"/>
                </a:lnTo>
                <a:lnTo>
                  <a:pt x="117030" y="10515"/>
                </a:lnTo>
                <a:cubicBezTo>
                  <a:pt x="117030" y="10417"/>
                  <a:pt x="116932" y="10417"/>
                  <a:pt x="116932" y="10417"/>
                </a:cubicBezTo>
                <a:cubicBezTo>
                  <a:pt x="116932" y="10417"/>
                  <a:pt x="116834" y="10417"/>
                  <a:pt x="116834" y="10515"/>
                </a:cubicBezTo>
                <a:lnTo>
                  <a:pt x="116834" y="37572"/>
                </a:lnTo>
                <a:lnTo>
                  <a:pt x="116638" y="3260"/>
                </a:lnTo>
                <a:cubicBezTo>
                  <a:pt x="116638" y="3162"/>
                  <a:pt x="116515" y="3162"/>
                  <a:pt x="116515" y="3162"/>
                </a:cubicBezTo>
                <a:cubicBezTo>
                  <a:pt x="116515" y="3162"/>
                  <a:pt x="116417" y="3162"/>
                  <a:pt x="116417" y="3260"/>
                </a:cubicBezTo>
                <a:lnTo>
                  <a:pt x="116417" y="40955"/>
                </a:lnTo>
                <a:lnTo>
                  <a:pt x="116221" y="6226"/>
                </a:lnTo>
                <a:lnTo>
                  <a:pt x="116123" y="6128"/>
                </a:lnTo>
                <a:lnTo>
                  <a:pt x="116025" y="6226"/>
                </a:lnTo>
                <a:lnTo>
                  <a:pt x="116025" y="41984"/>
                </a:lnTo>
                <a:lnTo>
                  <a:pt x="115804" y="4902"/>
                </a:lnTo>
                <a:cubicBezTo>
                  <a:pt x="115804" y="4804"/>
                  <a:pt x="115706" y="4804"/>
                  <a:pt x="115706" y="4804"/>
                </a:cubicBezTo>
                <a:cubicBezTo>
                  <a:pt x="115706" y="4804"/>
                  <a:pt x="115608" y="4804"/>
                  <a:pt x="115608" y="4902"/>
                </a:cubicBezTo>
                <a:lnTo>
                  <a:pt x="115608" y="39827"/>
                </a:lnTo>
                <a:lnTo>
                  <a:pt x="115412" y="6740"/>
                </a:lnTo>
                <a:lnTo>
                  <a:pt x="115290" y="6642"/>
                </a:lnTo>
                <a:lnTo>
                  <a:pt x="115192" y="6740"/>
                </a:lnTo>
                <a:lnTo>
                  <a:pt x="115192" y="42474"/>
                </a:lnTo>
                <a:lnTo>
                  <a:pt x="114996" y="9804"/>
                </a:lnTo>
                <a:lnTo>
                  <a:pt x="114898" y="9706"/>
                </a:lnTo>
                <a:lnTo>
                  <a:pt x="114800" y="9804"/>
                </a:lnTo>
                <a:lnTo>
                  <a:pt x="114800" y="38185"/>
                </a:lnTo>
                <a:lnTo>
                  <a:pt x="114579" y="3775"/>
                </a:lnTo>
                <a:cubicBezTo>
                  <a:pt x="114579" y="3677"/>
                  <a:pt x="114481" y="3677"/>
                  <a:pt x="114481" y="3677"/>
                </a:cubicBezTo>
                <a:cubicBezTo>
                  <a:pt x="114481" y="3677"/>
                  <a:pt x="114383" y="3677"/>
                  <a:pt x="114383" y="3775"/>
                </a:cubicBezTo>
                <a:lnTo>
                  <a:pt x="114383" y="36862"/>
                </a:lnTo>
                <a:lnTo>
                  <a:pt x="114187" y="4706"/>
                </a:lnTo>
                <a:lnTo>
                  <a:pt x="114187" y="4608"/>
                </a:lnTo>
                <a:lnTo>
                  <a:pt x="114064" y="4608"/>
                </a:lnTo>
                <a:cubicBezTo>
                  <a:pt x="114064" y="4608"/>
                  <a:pt x="113966" y="4608"/>
                  <a:pt x="113966" y="4706"/>
                </a:cubicBezTo>
                <a:lnTo>
                  <a:pt x="113966" y="40759"/>
                </a:lnTo>
                <a:lnTo>
                  <a:pt x="113770" y="11838"/>
                </a:lnTo>
                <a:lnTo>
                  <a:pt x="113672" y="11740"/>
                </a:lnTo>
                <a:lnTo>
                  <a:pt x="113574" y="11838"/>
                </a:lnTo>
                <a:lnTo>
                  <a:pt x="113574" y="43504"/>
                </a:lnTo>
                <a:lnTo>
                  <a:pt x="113354" y="7966"/>
                </a:lnTo>
                <a:lnTo>
                  <a:pt x="113158" y="7966"/>
                </a:lnTo>
                <a:lnTo>
                  <a:pt x="113158" y="36960"/>
                </a:lnTo>
                <a:lnTo>
                  <a:pt x="112961" y="3579"/>
                </a:lnTo>
                <a:cubicBezTo>
                  <a:pt x="112961" y="3481"/>
                  <a:pt x="112839" y="3481"/>
                  <a:pt x="112839" y="3481"/>
                </a:cubicBezTo>
                <a:cubicBezTo>
                  <a:pt x="112839" y="3481"/>
                  <a:pt x="112741" y="3481"/>
                  <a:pt x="112741" y="3579"/>
                </a:cubicBezTo>
                <a:lnTo>
                  <a:pt x="112741" y="40636"/>
                </a:lnTo>
                <a:lnTo>
                  <a:pt x="112545" y="9902"/>
                </a:lnTo>
                <a:lnTo>
                  <a:pt x="112349" y="9902"/>
                </a:lnTo>
                <a:lnTo>
                  <a:pt x="112349" y="35734"/>
                </a:lnTo>
                <a:lnTo>
                  <a:pt x="112128" y="1128"/>
                </a:lnTo>
                <a:cubicBezTo>
                  <a:pt x="112128" y="1030"/>
                  <a:pt x="112030" y="1030"/>
                  <a:pt x="112030" y="1030"/>
                </a:cubicBezTo>
                <a:cubicBezTo>
                  <a:pt x="112030" y="1030"/>
                  <a:pt x="111932" y="1030"/>
                  <a:pt x="111932" y="1128"/>
                </a:cubicBezTo>
                <a:lnTo>
                  <a:pt x="111932" y="42597"/>
                </a:lnTo>
                <a:lnTo>
                  <a:pt x="111736" y="5221"/>
                </a:lnTo>
                <a:lnTo>
                  <a:pt x="111515" y="5221"/>
                </a:lnTo>
                <a:lnTo>
                  <a:pt x="111515" y="37474"/>
                </a:lnTo>
                <a:lnTo>
                  <a:pt x="111319" y="2647"/>
                </a:lnTo>
                <a:lnTo>
                  <a:pt x="111123" y="2647"/>
                </a:lnTo>
                <a:lnTo>
                  <a:pt x="111123" y="40759"/>
                </a:lnTo>
                <a:lnTo>
                  <a:pt x="110903" y="4192"/>
                </a:lnTo>
                <a:cubicBezTo>
                  <a:pt x="110903" y="4093"/>
                  <a:pt x="110805" y="4093"/>
                  <a:pt x="110805" y="4093"/>
                </a:cubicBezTo>
                <a:cubicBezTo>
                  <a:pt x="110805" y="4093"/>
                  <a:pt x="110707" y="4093"/>
                  <a:pt x="110707" y="4192"/>
                </a:cubicBezTo>
                <a:lnTo>
                  <a:pt x="110707" y="41151"/>
                </a:lnTo>
                <a:lnTo>
                  <a:pt x="110511" y="12868"/>
                </a:lnTo>
                <a:cubicBezTo>
                  <a:pt x="110511" y="12770"/>
                  <a:pt x="110388" y="12770"/>
                  <a:pt x="110388" y="12770"/>
                </a:cubicBezTo>
                <a:cubicBezTo>
                  <a:pt x="110388" y="12770"/>
                  <a:pt x="110290" y="12770"/>
                  <a:pt x="110290" y="12868"/>
                </a:cubicBezTo>
                <a:lnTo>
                  <a:pt x="110290" y="38185"/>
                </a:lnTo>
                <a:lnTo>
                  <a:pt x="110094" y="5319"/>
                </a:lnTo>
                <a:cubicBezTo>
                  <a:pt x="110094" y="5221"/>
                  <a:pt x="109996" y="5221"/>
                  <a:pt x="109996" y="5221"/>
                </a:cubicBezTo>
                <a:cubicBezTo>
                  <a:pt x="109996" y="5221"/>
                  <a:pt x="109898" y="5221"/>
                  <a:pt x="109898" y="5319"/>
                </a:cubicBezTo>
                <a:lnTo>
                  <a:pt x="109898" y="39117"/>
                </a:lnTo>
                <a:lnTo>
                  <a:pt x="109677" y="2353"/>
                </a:lnTo>
                <a:cubicBezTo>
                  <a:pt x="109677" y="2255"/>
                  <a:pt x="109579" y="2255"/>
                  <a:pt x="109579" y="2255"/>
                </a:cubicBezTo>
                <a:cubicBezTo>
                  <a:pt x="109579" y="2255"/>
                  <a:pt x="109481" y="2255"/>
                  <a:pt x="109481" y="2353"/>
                </a:cubicBezTo>
                <a:lnTo>
                  <a:pt x="109481" y="40759"/>
                </a:lnTo>
                <a:lnTo>
                  <a:pt x="109285" y="11029"/>
                </a:lnTo>
                <a:lnTo>
                  <a:pt x="109163" y="10931"/>
                </a:lnTo>
                <a:lnTo>
                  <a:pt x="109065" y="11029"/>
                </a:lnTo>
                <a:lnTo>
                  <a:pt x="109065" y="41249"/>
                </a:lnTo>
                <a:lnTo>
                  <a:pt x="108868" y="6740"/>
                </a:lnTo>
                <a:lnTo>
                  <a:pt x="108770" y="6642"/>
                </a:lnTo>
                <a:lnTo>
                  <a:pt x="108672" y="6740"/>
                </a:lnTo>
                <a:lnTo>
                  <a:pt x="108672" y="41151"/>
                </a:lnTo>
                <a:lnTo>
                  <a:pt x="108452" y="1545"/>
                </a:lnTo>
                <a:lnTo>
                  <a:pt x="108354" y="1422"/>
                </a:lnTo>
                <a:lnTo>
                  <a:pt x="108256" y="1545"/>
                </a:lnTo>
                <a:lnTo>
                  <a:pt x="108256" y="41371"/>
                </a:lnTo>
                <a:lnTo>
                  <a:pt x="108060" y="6324"/>
                </a:lnTo>
                <a:lnTo>
                  <a:pt x="107839" y="6324"/>
                </a:lnTo>
                <a:lnTo>
                  <a:pt x="107839" y="40244"/>
                </a:lnTo>
                <a:lnTo>
                  <a:pt x="107643" y="7966"/>
                </a:lnTo>
                <a:lnTo>
                  <a:pt x="107447" y="7966"/>
                </a:lnTo>
                <a:lnTo>
                  <a:pt x="107447" y="37278"/>
                </a:lnTo>
                <a:lnTo>
                  <a:pt x="107226" y="99"/>
                </a:lnTo>
                <a:cubicBezTo>
                  <a:pt x="107226" y="1"/>
                  <a:pt x="107128" y="1"/>
                  <a:pt x="107128" y="1"/>
                </a:cubicBezTo>
                <a:cubicBezTo>
                  <a:pt x="107128" y="1"/>
                  <a:pt x="107030" y="1"/>
                  <a:pt x="107030" y="99"/>
                </a:cubicBezTo>
                <a:lnTo>
                  <a:pt x="107030" y="38602"/>
                </a:lnTo>
                <a:lnTo>
                  <a:pt x="106834" y="4486"/>
                </a:lnTo>
                <a:cubicBezTo>
                  <a:pt x="106834" y="4388"/>
                  <a:pt x="106712" y="4388"/>
                  <a:pt x="106712" y="4388"/>
                </a:cubicBezTo>
                <a:cubicBezTo>
                  <a:pt x="106712" y="4388"/>
                  <a:pt x="106614" y="4388"/>
                  <a:pt x="106614" y="4486"/>
                </a:cubicBezTo>
                <a:lnTo>
                  <a:pt x="106614" y="37180"/>
                </a:lnTo>
                <a:lnTo>
                  <a:pt x="106418" y="5613"/>
                </a:lnTo>
                <a:lnTo>
                  <a:pt x="106222" y="5613"/>
                </a:lnTo>
                <a:lnTo>
                  <a:pt x="106222" y="41469"/>
                </a:lnTo>
                <a:lnTo>
                  <a:pt x="106001" y="4290"/>
                </a:lnTo>
                <a:cubicBezTo>
                  <a:pt x="106001" y="4192"/>
                  <a:pt x="105903" y="4192"/>
                  <a:pt x="105903" y="4192"/>
                </a:cubicBezTo>
                <a:cubicBezTo>
                  <a:pt x="105903" y="4192"/>
                  <a:pt x="105805" y="4192"/>
                  <a:pt x="105805" y="4290"/>
                </a:cubicBezTo>
                <a:lnTo>
                  <a:pt x="105805" y="44214"/>
                </a:lnTo>
                <a:lnTo>
                  <a:pt x="105609" y="9608"/>
                </a:lnTo>
                <a:lnTo>
                  <a:pt x="105388" y="9608"/>
                </a:lnTo>
                <a:lnTo>
                  <a:pt x="105388" y="40857"/>
                </a:lnTo>
                <a:lnTo>
                  <a:pt x="105192" y="10417"/>
                </a:lnTo>
                <a:lnTo>
                  <a:pt x="104996" y="10417"/>
                </a:lnTo>
                <a:lnTo>
                  <a:pt x="104996" y="37891"/>
                </a:lnTo>
                <a:lnTo>
                  <a:pt x="104776" y="10221"/>
                </a:lnTo>
                <a:lnTo>
                  <a:pt x="104677" y="10123"/>
                </a:lnTo>
                <a:lnTo>
                  <a:pt x="104579" y="10221"/>
                </a:lnTo>
                <a:lnTo>
                  <a:pt x="104579" y="42793"/>
                </a:lnTo>
                <a:lnTo>
                  <a:pt x="104383" y="9191"/>
                </a:lnTo>
                <a:lnTo>
                  <a:pt x="104163" y="9191"/>
                </a:lnTo>
                <a:lnTo>
                  <a:pt x="104163" y="34827"/>
                </a:lnTo>
                <a:lnTo>
                  <a:pt x="103967" y="1643"/>
                </a:lnTo>
                <a:cubicBezTo>
                  <a:pt x="103967" y="1545"/>
                  <a:pt x="103869" y="1545"/>
                  <a:pt x="103869" y="1545"/>
                </a:cubicBezTo>
                <a:cubicBezTo>
                  <a:pt x="103869" y="1545"/>
                  <a:pt x="103771" y="1545"/>
                  <a:pt x="103771" y="1643"/>
                </a:cubicBezTo>
                <a:lnTo>
                  <a:pt x="103771" y="38087"/>
                </a:lnTo>
                <a:lnTo>
                  <a:pt x="103550" y="7255"/>
                </a:lnTo>
                <a:cubicBezTo>
                  <a:pt x="103550" y="7157"/>
                  <a:pt x="103452" y="7157"/>
                  <a:pt x="103452" y="7157"/>
                </a:cubicBezTo>
                <a:cubicBezTo>
                  <a:pt x="103452" y="7157"/>
                  <a:pt x="103354" y="7157"/>
                  <a:pt x="103354" y="7255"/>
                </a:cubicBezTo>
                <a:lnTo>
                  <a:pt x="103354" y="44116"/>
                </a:lnTo>
                <a:lnTo>
                  <a:pt x="103158" y="8383"/>
                </a:lnTo>
                <a:lnTo>
                  <a:pt x="103035" y="8284"/>
                </a:lnTo>
                <a:lnTo>
                  <a:pt x="102937" y="8383"/>
                </a:lnTo>
                <a:lnTo>
                  <a:pt x="102937" y="42597"/>
                </a:lnTo>
                <a:lnTo>
                  <a:pt x="102741" y="8383"/>
                </a:lnTo>
                <a:lnTo>
                  <a:pt x="102643" y="8284"/>
                </a:lnTo>
                <a:lnTo>
                  <a:pt x="102545" y="8383"/>
                </a:lnTo>
                <a:lnTo>
                  <a:pt x="102545" y="37180"/>
                </a:lnTo>
                <a:lnTo>
                  <a:pt x="102325" y="5515"/>
                </a:lnTo>
                <a:lnTo>
                  <a:pt x="102227" y="5417"/>
                </a:lnTo>
                <a:lnTo>
                  <a:pt x="102129" y="5515"/>
                </a:lnTo>
                <a:lnTo>
                  <a:pt x="102129" y="36862"/>
                </a:lnTo>
                <a:lnTo>
                  <a:pt x="101933" y="197"/>
                </a:lnTo>
                <a:lnTo>
                  <a:pt x="101712" y="197"/>
                </a:lnTo>
                <a:lnTo>
                  <a:pt x="101712" y="43504"/>
                </a:lnTo>
                <a:lnTo>
                  <a:pt x="101516" y="5613"/>
                </a:lnTo>
                <a:lnTo>
                  <a:pt x="101320" y="5613"/>
                </a:lnTo>
                <a:lnTo>
                  <a:pt x="101320" y="41371"/>
                </a:lnTo>
                <a:lnTo>
                  <a:pt x="101099" y="4902"/>
                </a:lnTo>
                <a:lnTo>
                  <a:pt x="100903" y="4902"/>
                </a:lnTo>
                <a:lnTo>
                  <a:pt x="100903" y="35440"/>
                </a:lnTo>
                <a:lnTo>
                  <a:pt x="100707" y="4192"/>
                </a:lnTo>
                <a:lnTo>
                  <a:pt x="100585" y="4093"/>
                </a:lnTo>
                <a:lnTo>
                  <a:pt x="100486" y="4192"/>
                </a:lnTo>
                <a:lnTo>
                  <a:pt x="100486" y="41984"/>
                </a:lnTo>
                <a:lnTo>
                  <a:pt x="100290" y="1030"/>
                </a:lnTo>
                <a:lnTo>
                  <a:pt x="100192" y="932"/>
                </a:lnTo>
                <a:lnTo>
                  <a:pt x="100094" y="1030"/>
                </a:lnTo>
                <a:lnTo>
                  <a:pt x="100094" y="36862"/>
                </a:lnTo>
                <a:lnTo>
                  <a:pt x="99874" y="8481"/>
                </a:lnTo>
                <a:cubicBezTo>
                  <a:pt x="99874" y="8383"/>
                  <a:pt x="99776" y="8383"/>
                  <a:pt x="99776" y="8383"/>
                </a:cubicBezTo>
                <a:cubicBezTo>
                  <a:pt x="99776" y="8383"/>
                  <a:pt x="99678" y="8383"/>
                  <a:pt x="99678" y="8481"/>
                </a:cubicBezTo>
                <a:lnTo>
                  <a:pt x="99678" y="36862"/>
                </a:lnTo>
                <a:lnTo>
                  <a:pt x="99482" y="417"/>
                </a:lnTo>
                <a:lnTo>
                  <a:pt x="99359" y="319"/>
                </a:lnTo>
                <a:lnTo>
                  <a:pt x="99261" y="417"/>
                </a:lnTo>
                <a:lnTo>
                  <a:pt x="99261" y="33798"/>
                </a:lnTo>
                <a:lnTo>
                  <a:pt x="99065" y="1"/>
                </a:lnTo>
                <a:lnTo>
                  <a:pt x="98869" y="1"/>
                </a:lnTo>
                <a:lnTo>
                  <a:pt x="98869" y="40342"/>
                </a:lnTo>
                <a:lnTo>
                  <a:pt x="98648" y="515"/>
                </a:lnTo>
                <a:lnTo>
                  <a:pt x="98452" y="515"/>
                </a:lnTo>
                <a:lnTo>
                  <a:pt x="98452" y="35636"/>
                </a:lnTo>
                <a:lnTo>
                  <a:pt x="98256" y="3677"/>
                </a:lnTo>
                <a:lnTo>
                  <a:pt x="98134" y="3579"/>
                </a:lnTo>
                <a:lnTo>
                  <a:pt x="98036" y="3677"/>
                </a:lnTo>
                <a:lnTo>
                  <a:pt x="98036" y="37989"/>
                </a:lnTo>
                <a:lnTo>
                  <a:pt x="97840" y="11642"/>
                </a:lnTo>
                <a:cubicBezTo>
                  <a:pt x="97840" y="11544"/>
                  <a:pt x="97742" y="11544"/>
                  <a:pt x="97742" y="11544"/>
                </a:cubicBezTo>
                <a:cubicBezTo>
                  <a:pt x="97742" y="11544"/>
                  <a:pt x="97643" y="11544"/>
                  <a:pt x="97643" y="11642"/>
                </a:cubicBezTo>
                <a:lnTo>
                  <a:pt x="97643" y="40023"/>
                </a:lnTo>
                <a:lnTo>
                  <a:pt x="97423" y="10221"/>
                </a:lnTo>
                <a:lnTo>
                  <a:pt x="97227" y="10221"/>
                </a:lnTo>
                <a:lnTo>
                  <a:pt x="97227" y="37180"/>
                </a:lnTo>
                <a:lnTo>
                  <a:pt x="97031" y="9191"/>
                </a:lnTo>
                <a:cubicBezTo>
                  <a:pt x="97031" y="9093"/>
                  <a:pt x="96908" y="9093"/>
                  <a:pt x="96908" y="9093"/>
                </a:cubicBezTo>
                <a:cubicBezTo>
                  <a:pt x="96908" y="9093"/>
                  <a:pt x="96810" y="9093"/>
                  <a:pt x="96810" y="9191"/>
                </a:cubicBezTo>
                <a:lnTo>
                  <a:pt x="96810" y="41469"/>
                </a:lnTo>
                <a:lnTo>
                  <a:pt x="96614" y="4192"/>
                </a:lnTo>
                <a:lnTo>
                  <a:pt x="96516" y="4093"/>
                </a:lnTo>
                <a:lnTo>
                  <a:pt x="96418" y="4192"/>
                </a:lnTo>
                <a:lnTo>
                  <a:pt x="96418" y="39533"/>
                </a:lnTo>
                <a:lnTo>
                  <a:pt x="96197" y="9902"/>
                </a:lnTo>
                <a:cubicBezTo>
                  <a:pt x="96197" y="9804"/>
                  <a:pt x="96099" y="9804"/>
                  <a:pt x="96099" y="9804"/>
                </a:cubicBezTo>
                <a:cubicBezTo>
                  <a:pt x="96099" y="9804"/>
                  <a:pt x="96001" y="9804"/>
                  <a:pt x="96001" y="9902"/>
                </a:cubicBezTo>
                <a:lnTo>
                  <a:pt x="96001" y="35857"/>
                </a:lnTo>
                <a:lnTo>
                  <a:pt x="95805" y="6937"/>
                </a:lnTo>
                <a:lnTo>
                  <a:pt x="95585" y="6937"/>
                </a:lnTo>
                <a:lnTo>
                  <a:pt x="95585" y="36960"/>
                </a:lnTo>
                <a:lnTo>
                  <a:pt x="95389" y="7451"/>
                </a:lnTo>
                <a:cubicBezTo>
                  <a:pt x="95389" y="7353"/>
                  <a:pt x="95291" y="7353"/>
                  <a:pt x="95291" y="7353"/>
                </a:cubicBezTo>
                <a:cubicBezTo>
                  <a:pt x="95291" y="7353"/>
                  <a:pt x="95193" y="7353"/>
                  <a:pt x="95193" y="7451"/>
                </a:cubicBezTo>
                <a:lnTo>
                  <a:pt x="95193" y="41469"/>
                </a:lnTo>
                <a:lnTo>
                  <a:pt x="94972" y="5613"/>
                </a:lnTo>
                <a:lnTo>
                  <a:pt x="94776" y="5613"/>
                </a:lnTo>
                <a:lnTo>
                  <a:pt x="94776" y="37891"/>
                </a:lnTo>
                <a:lnTo>
                  <a:pt x="94580" y="7770"/>
                </a:lnTo>
                <a:lnTo>
                  <a:pt x="94457" y="7672"/>
                </a:lnTo>
                <a:lnTo>
                  <a:pt x="94359" y="7770"/>
                </a:lnTo>
                <a:lnTo>
                  <a:pt x="94359" y="38504"/>
                </a:lnTo>
                <a:lnTo>
                  <a:pt x="94163" y="3383"/>
                </a:lnTo>
                <a:cubicBezTo>
                  <a:pt x="94163" y="3260"/>
                  <a:pt x="94065" y="3260"/>
                  <a:pt x="94065" y="3260"/>
                </a:cubicBezTo>
                <a:cubicBezTo>
                  <a:pt x="94065" y="3260"/>
                  <a:pt x="93967" y="3260"/>
                  <a:pt x="93967" y="3383"/>
                </a:cubicBezTo>
                <a:lnTo>
                  <a:pt x="93967" y="35122"/>
                </a:lnTo>
                <a:lnTo>
                  <a:pt x="93747" y="4290"/>
                </a:lnTo>
                <a:cubicBezTo>
                  <a:pt x="93747" y="4192"/>
                  <a:pt x="93649" y="4192"/>
                  <a:pt x="93649" y="4192"/>
                </a:cubicBezTo>
                <a:cubicBezTo>
                  <a:pt x="93649" y="4192"/>
                  <a:pt x="93551" y="4192"/>
                  <a:pt x="93551" y="4290"/>
                </a:cubicBezTo>
                <a:lnTo>
                  <a:pt x="93551" y="41567"/>
                </a:lnTo>
                <a:lnTo>
                  <a:pt x="93354" y="2549"/>
                </a:lnTo>
                <a:lnTo>
                  <a:pt x="93232" y="2451"/>
                </a:lnTo>
                <a:lnTo>
                  <a:pt x="93134" y="2549"/>
                </a:lnTo>
                <a:lnTo>
                  <a:pt x="93134" y="38504"/>
                </a:lnTo>
                <a:lnTo>
                  <a:pt x="92938" y="99"/>
                </a:lnTo>
                <a:cubicBezTo>
                  <a:pt x="92938" y="1"/>
                  <a:pt x="92840" y="1"/>
                  <a:pt x="92840" y="1"/>
                </a:cubicBezTo>
                <a:cubicBezTo>
                  <a:pt x="92840" y="1"/>
                  <a:pt x="92742" y="1"/>
                  <a:pt x="92742" y="99"/>
                </a:cubicBezTo>
                <a:lnTo>
                  <a:pt x="92742" y="36862"/>
                </a:lnTo>
                <a:lnTo>
                  <a:pt x="92521" y="6642"/>
                </a:lnTo>
                <a:lnTo>
                  <a:pt x="92423" y="6544"/>
                </a:lnTo>
                <a:lnTo>
                  <a:pt x="92325" y="6642"/>
                </a:lnTo>
                <a:lnTo>
                  <a:pt x="92325" y="42278"/>
                </a:lnTo>
                <a:lnTo>
                  <a:pt x="92129" y="8162"/>
                </a:lnTo>
                <a:lnTo>
                  <a:pt x="92006" y="8064"/>
                </a:lnTo>
                <a:lnTo>
                  <a:pt x="91908" y="8162"/>
                </a:lnTo>
                <a:lnTo>
                  <a:pt x="91908" y="42597"/>
                </a:lnTo>
                <a:lnTo>
                  <a:pt x="91712" y="10735"/>
                </a:lnTo>
                <a:cubicBezTo>
                  <a:pt x="91712" y="10613"/>
                  <a:pt x="91614" y="10613"/>
                  <a:pt x="91614" y="10613"/>
                </a:cubicBezTo>
                <a:cubicBezTo>
                  <a:pt x="91614" y="10613"/>
                  <a:pt x="91516" y="10613"/>
                  <a:pt x="91516" y="10735"/>
                </a:cubicBezTo>
                <a:lnTo>
                  <a:pt x="91516" y="38920"/>
                </a:lnTo>
                <a:lnTo>
                  <a:pt x="91296" y="9804"/>
                </a:lnTo>
                <a:lnTo>
                  <a:pt x="91100" y="9804"/>
                </a:lnTo>
                <a:lnTo>
                  <a:pt x="91100" y="38920"/>
                </a:lnTo>
                <a:lnTo>
                  <a:pt x="90904" y="1643"/>
                </a:lnTo>
                <a:lnTo>
                  <a:pt x="90683" y="1643"/>
                </a:lnTo>
                <a:lnTo>
                  <a:pt x="90683" y="43504"/>
                </a:lnTo>
                <a:lnTo>
                  <a:pt x="90487" y="6128"/>
                </a:lnTo>
                <a:lnTo>
                  <a:pt x="90389" y="6030"/>
                </a:lnTo>
                <a:lnTo>
                  <a:pt x="90291" y="6128"/>
                </a:lnTo>
                <a:lnTo>
                  <a:pt x="90291" y="35342"/>
                </a:lnTo>
                <a:lnTo>
                  <a:pt x="90070" y="417"/>
                </a:lnTo>
                <a:lnTo>
                  <a:pt x="89874" y="417"/>
                </a:lnTo>
                <a:lnTo>
                  <a:pt x="89874" y="42793"/>
                </a:lnTo>
                <a:lnTo>
                  <a:pt x="89678" y="10319"/>
                </a:lnTo>
                <a:cubicBezTo>
                  <a:pt x="89678" y="10221"/>
                  <a:pt x="89556" y="10221"/>
                  <a:pt x="89556" y="10221"/>
                </a:cubicBezTo>
                <a:cubicBezTo>
                  <a:pt x="89556" y="10221"/>
                  <a:pt x="89458" y="10221"/>
                  <a:pt x="89458" y="10319"/>
                </a:cubicBezTo>
                <a:lnTo>
                  <a:pt x="89458" y="37891"/>
                </a:lnTo>
                <a:lnTo>
                  <a:pt x="89261" y="5000"/>
                </a:lnTo>
                <a:lnTo>
                  <a:pt x="89163" y="4902"/>
                </a:lnTo>
                <a:lnTo>
                  <a:pt x="89065" y="5000"/>
                </a:lnTo>
                <a:lnTo>
                  <a:pt x="89065" y="40342"/>
                </a:lnTo>
                <a:lnTo>
                  <a:pt x="88845" y="11226"/>
                </a:lnTo>
                <a:cubicBezTo>
                  <a:pt x="88845" y="11128"/>
                  <a:pt x="88747" y="11128"/>
                  <a:pt x="88747" y="11128"/>
                </a:cubicBezTo>
                <a:cubicBezTo>
                  <a:pt x="88747" y="11128"/>
                  <a:pt x="88649" y="11128"/>
                  <a:pt x="88649" y="11226"/>
                </a:cubicBezTo>
                <a:lnTo>
                  <a:pt x="88649" y="41053"/>
                </a:lnTo>
                <a:lnTo>
                  <a:pt x="88453" y="8995"/>
                </a:lnTo>
                <a:lnTo>
                  <a:pt x="88330" y="8897"/>
                </a:lnTo>
                <a:lnTo>
                  <a:pt x="88232" y="8995"/>
                </a:lnTo>
                <a:lnTo>
                  <a:pt x="88232" y="43822"/>
                </a:lnTo>
                <a:lnTo>
                  <a:pt x="88036" y="11838"/>
                </a:lnTo>
                <a:lnTo>
                  <a:pt x="87938" y="11740"/>
                </a:lnTo>
                <a:lnTo>
                  <a:pt x="87840" y="11838"/>
                </a:lnTo>
                <a:lnTo>
                  <a:pt x="87840" y="36568"/>
                </a:lnTo>
                <a:lnTo>
                  <a:pt x="87619" y="7770"/>
                </a:lnTo>
                <a:lnTo>
                  <a:pt x="87423" y="7770"/>
                </a:lnTo>
                <a:lnTo>
                  <a:pt x="87423" y="40023"/>
                </a:lnTo>
                <a:lnTo>
                  <a:pt x="87227" y="5098"/>
                </a:lnTo>
                <a:lnTo>
                  <a:pt x="87007" y="5098"/>
                </a:lnTo>
                <a:lnTo>
                  <a:pt x="87007" y="40342"/>
                </a:lnTo>
                <a:lnTo>
                  <a:pt x="86811" y="2451"/>
                </a:lnTo>
                <a:cubicBezTo>
                  <a:pt x="86811" y="2353"/>
                  <a:pt x="86713" y="2353"/>
                  <a:pt x="86713" y="2353"/>
                </a:cubicBezTo>
                <a:cubicBezTo>
                  <a:pt x="86713" y="2353"/>
                  <a:pt x="86615" y="2353"/>
                  <a:pt x="86615" y="2451"/>
                </a:cubicBezTo>
                <a:lnTo>
                  <a:pt x="86615" y="41665"/>
                </a:lnTo>
                <a:lnTo>
                  <a:pt x="86394" y="8284"/>
                </a:lnTo>
                <a:lnTo>
                  <a:pt x="86198" y="8284"/>
                </a:lnTo>
                <a:lnTo>
                  <a:pt x="86198" y="39729"/>
                </a:lnTo>
                <a:lnTo>
                  <a:pt x="86002" y="1741"/>
                </a:lnTo>
                <a:cubicBezTo>
                  <a:pt x="86002" y="1643"/>
                  <a:pt x="85879" y="1643"/>
                  <a:pt x="85879" y="1643"/>
                </a:cubicBezTo>
                <a:cubicBezTo>
                  <a:pt x="85879" y="1643"/>
                  <a:pt x="85781" y="1643"/>
                  <a:pt x="85781" y="1741"/>
                </a:cubicBezTo>
                <a:lnTo>
                  <a:pt x="85781" y="41862"/>
                </a:lnTo>
                <a:lnTo>
                  <a:pt x="85585" y="3579"/>
                </a:lnTo>
                <a:lnTo>
                  <a:pt x="85389" y="3579"/>
                </a:lnTo>
                <a:lnTo>
                  <a:pt x="85389" y="39729"/>
                </a:lnTo>
                <a:lnTo>
                  <a:pt x="85169" y="11740"/>
                </a:lnTo>
                <a:cubicBezTo>
                  <a:pt x="85169" y="11642"/>
                  <a:pt x="85070" y="11642"/>
                  <a:pt x="85070" y="11642"/>
                </a:cubicBezTo>
                <a:cubicBezTo>
                  <a:pt x="85070" y="11642"/>
                  <a:pt x="84972" y="11642"/>
                  <a:pt x="84972" y="11740"/>
                </a:cubicBezTo>
                <a:lnTo>
                  <a:pt x="84972" y="39729"/>
                </a:lnTo>
                <a:lnTo>
                  <a:pt x="84776" y="6937"/>
                </a:lnTo>
                <a:lnTo>
                  <a:pt x="84654" y="6838"/>
                </a:lnTo>
                <a:lnTo>
                  <a:pt x="84556" y="6937"/>
                </a:lnTo>
                <a:lnTo>
                  <a:pt x="84556" y="42989"/>
                </a:lnTo>
                <a:lnTo>
                  <a:pt x="84360" y="7672"/>
                </a:lnTo>
                <a:cubicBezTo>
                  <a:pt x="84360" y="7549"/>
                  <a:pt x="84262" y="7549"/>
                  <a:pt x="84262" y="7549"/>
                </a:cubicBezTo>
                <a:cubicBezTo>
                  <a:pt x="84262" y="7549"/>
                  <a:pt x="84164" y="7549"/>
                  <a:pt x="84164" y="7672"/>
                </a:cubicBezTo>
                <a:lnTo>
                  <a:pt x="84164" y="43308"/>
                </a:lnTo>
                <a:lnTo>
                  <a:pt x="83943" y="5515"/>
                </a:lnTo>
                <a:lnTo>
                  <a:pt x="83845" y="5417"/>
                </a:lnTo>
                <a:lnTo>
                  <a:pt x="83747" y="5515"/>
                </a:lnTo>
                <a:lnTo>
                  <a:pt x="83747" y="40244"/>
                </a:lnTo>
                <a:lnTo>
                  <a:pt x="83551" y="11642"/>
                </a:lnTo>
                <a:lnTo>
                  <a:pt x="83330" y="11642"/>
                </a:lnTo>
                <a:lnTo>
                  <a:pt x="83330" y="36249"/>
                </a:lnTo>
                <a:lnTo>
                  <a:pt x="83134" y="3775"/>
                </a:lnTo>
                <a:lnTo>
                  <a:pt x="82938" y="3775"/>
                </a:lnTo>
                <a:lnTo>
                  <a:pt x="82938" y="37793"/>
                </a:lnTo>
                <a:lnTo>
                  <a:pt x="82718" y="7451"/>
                </a:lnTo>
                <a:lnTo>
                  <a:pt x="82522" y="7451"/>
                </a:lnTo>
                <a:lnTo>
                  <a:pt x="82522" y="41151"/>
                </a:lnTo>
                <a:lnTo>
                  <a:pt x="82325" y="3579"/>
                </a:lnTo>
                <a:lnTo>
                  <a:pt x="82203" y="3481"/>
                </a:lnTo>
                <a:lnTo>
                  <a:pt x="82105" y="3579"/>
                </a:lnTo>
                <a:lnTo>
                  <a:pt x="82105" y="37474"/>
                </a:lnTo>
                <a:lnTo>
                  <a:pt x="81909" y="2451"/>
                </a:lnTo>
                <a:lnTo>
                  <a:pt x="81713" y="2451"/>
                </a:lnTo>
                <a:lnTo>
                  <a:pt x="81713" y="39018"/>
                </a:lnTo>
                <a:lnTo>
                  <a:pt x="81492" y="515"/>
                </a:lnTo>
                <a:cubicBezTo>
                  <a:pt x="81492" y="417"/>
                  <a:pt x="81394" y="417"/>
                  <a:pt x="81394" y="417"/>
                </a:cubicBezTo>
                <a:cubicBezTo>
                  <a:pt x="81394" y="417"/>
                  <a:pt x="81296" y="417"/>
                  <a:pt x="81296" y="515"/>
                </a:cubicBezTo>
                <a:lnTo>
                  <a:pt x="81296" y="37989"/>
                </a:lnTo>
                <a:lnTo>
                  <a:pt x="81100" y="6324"/>
                </a:lnTo>
                <a:lnTo>
                  <a:pt x="80978" y="6226"/>
                </a:lnTo>
                <a:lnTo>
                  <a:pt x="80879" y="6324"/>
                </a:lnTo>
                <a:lnTo>
                  <a:pt x="80879" y="43504"/>
                </a:lnTo>
                <a:lnTo>
                  <a:pt x="80683" y="9608"/>
                </a:lnTo>
                <a:cubicBezTo>
                  <a:pt x="80683" y="9510"/>
                  <a:pt x="80585" y="9510"/>
                  <a:pt x="80585" y="9510"/>
                </a:cubicBezTo>
                <a:cubicBezTo>
                  <a:pt x="80585" y="9510"/>
                  <a:pt x="80487" y="9510"/>
                  <a:pt x="80487" y="9608"/>
                </a:cubicBezTo>
                <a:lnTo>
                  <a:pt x="80487" y="42695"/>
                </a:lnTo>
                <a:lnTo>
                  <a:pt x="80267" y="6226"/>
                </a:lnTo>
                <a:cubicBezTo>
                  <a:pt x="80267" y="6128"/>
                  <a:pt x="80169" y="6128"/>
                  <a:pt x="80169" y="6128"/>
                </a:cubicBezTo>
                <a:cubicBezTo>
                  <a:pt x="80169" y="6128"/>
                  <a:pt x="80071" y="6128"/>
                  <a:pt x="80071" y="6226"/>
                </a:cubicBezTo>
                <a:lnTo>
                  <a:pt x="80071" y="35636"/>
                </a:lnTo>
                <a:lnTo>
                  <a:pt x="79875" y="99"/>
                </a:lnTo>
                <a:cubicBezTo>
                  <a:pt x="79875" y="1"/>
                  <a:pt x="79752" y="1"/>
                  <a:pt x="79752" y="1"/>
                </a:cubicBezTo>
                <a:cubicBezTo>
                  <a:pt x="79752" y="1"/>
                  <a:pt x="79654" y="1"/>
                  <a:pt x="79654" y="99"/>
                </a:cubicBezTo>
                <a:lnTo>
                  <a:pt x="79654" y="40342"/>
                </a:lnTo>
                <a:lnTo>
                  <a:pt x="79458" y="9093"/>
                </a:lnTo>
                <a:lnTo>
                  <a:pt x="79360" y="8995"/>
                </a:lnTo>
                <a:lnTo>
                  <a:pt x="79262" y="9093"/>
                </a:lnTo>
                <a:lnTo>
                  <a:pt x="79262" y="37891"/>
                </a:lnTo>
                <a:lnTo>
                  <a:pt x="79041" y="1937"/>
                </a:lnTo>
                <a:lnTo>
                  <a:pt x="78845" y="1937"/>
                </a:lnTo>
                <a:lnTo>
                  <a:pt x="78845" y="41567"/>
                </a:lnTo>
                <a:lnTo>
                  <a:pt x="78649" y="2647"/>
                </a:lnTo>
                <a:lnTo>
                  <a:pt x="78527" y="2549"/>
                </a:lnTo>
                <a:lnTo>
                  <a:pt x="78429" y="2647"/>
                </a:lnTo>
                <a:lnTo>
                  <a:pt x="78429" y="34631"/>
                </a:lnTo>
                <a:lnTo>
                  <a:pt x="78233" y="2770"/>
                </a:lnTo>
                <a:lnTo>
                  <a:pt x="78134" y="2647"/>
                </a:lnTo>
                <a:lnTo>
                  <a:pt x="78036" y="2770"/>
                </a:lnTo>
                <a:lnTo>
                  <a:pt x="78036" y="44631"/>
                </a:lnTo>
                <a:lnTo>
                  <a:pt x="77816" y="11740"/>
                </a:lnTo>
                <a:lnTo>
                  <a:pt x="77718" y="11642"/>
                </a:lnTo>
                <a:lnTo>
                  <a:pt x="77620" y="11740"/>
                </a:lnTo>
                <a:lnTo>
                  <a:pt x="77620" y="39925"/>
                </a:lnTo>
                <a:lnTo>
                  <a:pt x="77424" y="6446"/>
                </a:lnTo>
                <a:lnTo>
                  <a:pt x="77203" y="6446"/>
                </a:lnTo>
                <a:lnTo>
                  <a:pt x="77203" y="38185"/>
                </a:lnTo>
                <a:lnTo>
                  <a:pt x="77007" y="3383"/>
                </a:lnTo>
                <a:cubicBezTo>
                  <a:pt x="77007" y="3260"/>
                  <a:pt x="76909" y="3260"/>
                  <a:pt x="76909" y="3260"/>
                </a:cubicBezTo>
                <a:cubicBezTo>
                  <a:pt x="76909" y="3260"/>
                  <a:pt x="76811" y="3260"/>
                  <a:pt x="76811" y="3383"/>
                </a:cubicBezTo>
                <a:lnTo>
                  <a:pt x="76811" y="37180"/>
                </a:lnTo>
                <a:lnTo>
                  <a:pt x="76590" y="1839"/>
                </a:lnTo>
                <a:cubicBezTo>
                  <a:pt x="76590" y="1741"/>
                  <a:pt x="76492" y="1741"/>
                  <a:pt x="76492" y="1741"/>
                </a:cubicBezTo>
                <a:cubicBezTo>
                  <a:pt x="76492" y="1741"/>
                  <a:pt x="76394" y="1741"/>
                  <a:pt x="76394" y="1839"/>
                </a:cubicBezTo>
                <a:lnTo>
                  <a:pt x="76394" y="40023"/>
                </a:lnTo>
                <a:lnTo>
                  <a:pt x="76198" y="9093"/>
                </a:lnTo>
                <a:lnTo>
                  <a:pt x="76076" y="8995"/>
                </a:lnTo>
                <a:lnTo>
                  <a:pt x="75978" y="9093"/>
                </a:lnTo>
                <a:lnTo>
                  <a:pt x="75978" y="44435"/>
                </a:lnTo>
                <a:lnTo>
                  <a:pt x="75782" y="11226"/>
                </a:lnTo>
                <a:lnTo>
                  <a:pt x="75586" y="11226"/>
                </a:lnTo>
                <a:lnTo>
                  <a:pt x="75586" y="41763"/>
                </a:lnTo>
                <a:lnTo>
                  <a:pt x="75365" y="6740"/>
                </a:lnTo>
                <a:cubicBezTo>
                  <a:pt x="75365" y="6642"/>
                  <a:pt x="75267" y="6642"/>
                  <a:pt x="75267" y="6642"/>
                </a:cubicBezTo>
                <a:cubicBezTo>
                  <a:pt x="75267" y="6642"/>
                  <a:pt x="75169" y="6642"/>
                  <a:pt x="75169" y="6740"/>
                </a:cubicBezTo>
                <a:lnTo>
                  <a:pt x="75169" y="35538"/>
                </a:lnTo>
                <a:lnTo>
                  <a:pt x="74973" y="711"/>
                </a:lnTo>
                <a:lnTo>
                  <a:pt x="74752" y="711"/>
                </a:lnTo>
                <a:lnTo>
                  <a:pt x="74752" y="34509"/>
                </a:lnTo>
                <a:lnTo>
                  <a:pt x="74556" y="2868"/>
                </a:lnTo>
                <a:cubicBezTo>
                  <a:pt x="74556" y="2770"/>
                  <a:pt x="74458" y="2770"/>
                  <a:pt x="74458" y="2770"/>
                </a:cubicBezTo>
                <a:cubicBezTo>
                  <a:pt x="74458" y="2770"/>
                  <a:pt x="74360" y="2770"/>
                  <a:pt x="74360" y="2868"/>
                </a:cubicBezTo>
                <a:lnTo>
                  <a:pt x="74360" y="40244"/>
                </a:lnTo>
                <a:lnTo>
                  <a:pt x="74140" y="4706"/>
                </a:lnTo>
                <a:cubicBezTo>
                  <a:pt x="74140" y="4608"/>
                  <a:pt x="74042" y="4608"/>
                  <a:pt x="74042" y="4608"/>
                </a:cubicBezTo>
                <a:cubicBezTo>
                  <a:pt x="74042" y="4608"/>
                  <a:pt x="73944" y="4608"/>
                  <a:pt x="73944" y="4706"/>
                </a:cubicBezTo>
                <a:lnTo>
                  <a:pt x="73944" y="41567"/>
                </a:lnTo>
                <a:lnTo>
                  <a:pt x="73747" y="7157"/>
                </a:lnTo>
                <a:cubicBezTo>
                  <a:pt x="73747" y="7059"/>
                  <a:pt x="73625" y="7059"/>
                  <a:pt x="73625" y="7059"/>
                </a:cubicBezTo>
                <a:cubicBezTo>
                  <a:pt x="73625" y="7059"/>
                  <a:pt x="73527" y="7059"/>
                  <a:pt x="73527" y="7157"/>
                </a:cubicBezTo>
                <a:lnTo>
                  <a:pt x="73527" y="37082"/>
                </a:lnTo>
                <a:lnTo>
                  <a:pt x="73331" y="1937"/>
                </a:lnTo>
                <a:lnTo>
                  <a:pt x="73331" y="1839"/>
                </a:lnTo>
                <a:lnTo>
                  <a:pt x="73233" y="1839"/>
                </a:lnTo>
                <a:cubicBezTo>
                  <a:pt x="73233" y="1839"/>
                  <a:pt x="73135" y="1839"/>
                  <a:pt x="73135" y="1937"/>
                </a:cubicBezTo>
                <a:lnTo>
                  <a:pt x="73135" y="37474"/>
                </a:lnTo>
                <a:lnTo>
                  <a:pt x="72914" y="197"/>
                </a:lnTo>
                <a:lnTo>
                  <a:pt x="72718" y="197"/>
                </a:lnTo>
                <a:lnTo>
                  <a:pt x="72718" y="42278"/>
                </a:lnTo>
                <a:lnTo>
                  <a:pt x="72522" y="4093"/>
                </a:lnTo>
                <a:lnTo>
                  <a:pt x="72301" y="4093"/>
                </a:lnTo>
                <a:lnTo>
                  <a:pt x="72301" y="43406"/>
                </a:lnTo>
                <a:lnTo>
                  <a:pt x="72105" y="6030"/>
                </a:lnTo>
                <a:cubicBezTo>
                  <a:pt x="72105" y="5932"/>
                  <a:pt x="72007" y="5932"/>
                  <a:pt x="72007" y="5932"/>
                </a:cubicBezTo>
                <a:cubicBezTo>
                  <a:pt x="72007" y="5932"/>
                  <a:pt x="71909" y="5932"/>
                  <a:pt x="71909" y="6030"/>
                </a:cubicBezTo>
                <a:lnTo>
                  <a:pt x="71909" y="38087"/>
                </a:lnTo>
                <a:lnTo>
                  <a:pt x="71689" y="11446"/>
                </a:lnTo>
                <a:cubicBezTo>
                  <a:pt x="71689" y="11348"/>
                  <a:pt x="71591" y="11348"/>
                  <a:pt x="71591" y="11348"/>
                </a:cubicBezTo>
                <a:cubicBezTo>
                  <a:pt x="71591" y="11348"/>
                  <a:pt x="71493" y="11348"/>
                  <a:pt x="71493" y="11446"/>
                </a:cubicBezTo>
                <a:lnTo>
                  <a:pt x="71493" y="40146"/>
                </a:lnTo>
                <a:lnTo>
                  <a:pt x="71297" y="12157"/>
                </a:lnTo>
                <a:lnTo>
                  <a:pt x="71076" y="12157"/>
                </a:lnTo>
                <a:lnTo>
                  <a:pt x="71076" y="36249"/>
                </a:lnTo>
                <a:lnTo>
                  <a:pt x="70880" y="4608"/>
                </a:lnTo>
                <a:cubicBezTo>
                  <a:pt x="70880" y="4486"/>
                  <a:pt x="70782" y="4486"/>
                  <a:pt x="70782" y="4486"/>
                </a:cubicBezTo>
                <a:cubicBezTo>
                  <a:pt x="70782" y="4486"/>
                  <a:pt x="70684" y="4486"/>
                  <a:pt x="70684" y="4608"/>
                </a:cubicBezTo>
                <a:lnTo>
                  <a:pt x="70684" y="36862"/>
                </a:lnTo>
                <a:lnTo>
                  <a:pt x="70463" y="5515"/>
                </a:lnTo>
                <a:lnTo>
                  <a:pt x="70267" y="5515"/>
                </a:lnTo>
                <a:lnTo>
                  <a:pt x="70267" y="45048"/>
                </a:lnTo>
                <a:lnTo>
                  <a:pt x="70071" y="11838"/>
                </a:lnTo>
                <a:lnTo>
                  <a:pt x="69949" y="11740"/>
                </a:lnTo>
                <a:lnTo>
                  <a:pt x="69851" y="11838"/>
                </a:lnTo>
                <a:lnTo>
                  <a:pt x="69851" y="38920"/>
                </a:lnTo>
                <a:lnTo>
                  <a:pt x="69654" y="2353"/>
                </a:lnTo>
                <a:lnTo>
                  <a:pt x="69556" y="2255"/>
                </a:lnTo>
                <a:lnTo>
                  <a:pt x="69458" y="2353"/>
                </a:lnTo>
                <a:lnTo>
                  <a:pt x="69458" y="41469"/>
                </a:lnTo>
                <a:lnTo>
                  <a:pt x="69238" y="10417"/>
                </a:lnTo>
                <a:lnTo>
                  <a:pt x="69042" y="10417"/>
                </a:lnTo>
                <a:lnTo>
                  <a:pt x="69042" y="41763"/>
                </a:lnTo>
                <a:lnTo>
                  <a:pt x="68846" y="10417"/>
                </a:lnTo>
                <a:lnTo>
                  <a:pt x="68625" y="10417"/>
                </a:lnTo>
                <a:lnTo>
                  <a:pt x="68625" y="40440"/>
                </a:lnTo>
                <a:lnTo>
                  <a:pt x="68429" y="11740"/>
                </a:lnTo>
                <a:cubicBezTo>
                  <a:pt x="68429" y="11642"/>
                  <a:pt x="68331" y="11642"/>
                  <a:pt x="68331" y="11642"/>
                </a:cubicBezTo>
                <a:cubicBezTo>
                  <a:pt x="68331" y="11642"/>
                  <a:pt x="68233" y="11642"/>
                  <a:pt x="68233" y="11740"/>
                </a:cubicBezTo>
                <a:lnTo>
                  <a:pt x="68233" y="37793"/>
                </a:lnTo>
                <a:lnTo>
                  <a:pt x="68012" y="1937"/>
                </a:lnTo>
                <a:cubicBezTo>
                  <a:pt x="68012" y="1839"/>
                  <a:pt x="67914" y="1839"/>
                  <a:pt x="67914" y="1839"/>
                </a:cubicBezTo>
                <a:cubicBezTo>
                  <a:pt x="67914" y="1839"/>
                  <a:pt x="67816" y="1839"/>
                  <a:pt x="67816" y="1937"/>
                </a:cubicBezTo>
                <a:lnTo>
                  <a:pt x="67816" y="36764"/>
                </a:lnTo>
                <a:lnTo>
                  <a:pt x="67620" y="2157"/>
                </a:lnTo>
                <a:cubicBezTo>
                  <a:pt x="67620" y="2035"/>
                  <a:pt x="67498" y="2035"/>
                  <a:pt x="67498" y="2035"/>
                </a:cubicBezTo>
                <a:cubicBezTo>
                  <a:pt x="67498" y="2035"/>
                  <a:pt x="67400" y="2035"/>
                  <a:pt x="67400" y="2157"/>
                </a:cubicBezTo>
                <a:lnTo>
                  <a:pt x="67400" y="35342"/>
                </a:lnTo>
                <a:lnTo>
                  <a:pt x="67204" y="4486"/>
                </a:lnTo>
                <a:lnTo>
                  <a:pt x="67106" y="4388"/>
                </a:lnTo>
                <a:lnTo>
                  <a:pt x="67008" y="4486"/>
                </a:lnTo>
                <a:lnTo>
                  <a:pt x="67008" y="41053"/>
                </a:lnTo>
                <a:lnTo>
                  <a:pt x="66787" y="6838"/>
                </a:lnTo>
                <a:lnTo>
                  <a:pt x="66689" y="6740"/>
                </a:lnTo>
                <a:lnTo>
                  <a:pt x="66591" y="6838"/>
                </a:lnTo>
                <a:lnTo>
                  <a:pt x="66591" y="38602"/>
                </a:lnTo>
                <a:lnTo>
                  <a:pt x="66395" y="7770"/>
                </a:lnTo>
                <a:lnTo>
                  <a:pt x="66272" y="7672"/>
                </a:lnTo>
                <a:lnTo>
                  <a:pt x="66174" y="7770"/>
                </a:lnTo>
                <a:lnTo>
                  <a:pt x="66174" y="36764"/>
                </a:lnTo>
                <a:lnTo>
                  <a:pt x="65978" y="1324"/>
                </a:lnTo>
                <a:lnTo>
                  <a:pt x="65880" y="1226"/>
                </a:lnTo>
                <a:lnTo>
                  <a:pt x="65782" y="1324"/>
                </a:lnTo>
                <a:lnTo>
                  <a:pt x="65782" y="40636"/>
                </a:lnTo>
                <a:lnTo>
                  <a:pt x="65562" y="5098"/>
                </a:lnTo>
                <a:lnTo>
                  <a:pt x="65365" y="5098"/>
                </a:lnTo>
                <a:lnTo>
                  <a:pt x="65365" y="35538"/>
                </a:lnTo>
                <a:lnTo>
                  <a:pt x="65169" y="1937"/>
                </a:lnTo>
                <a:lnTo>
                  <a:pt x="65047" y="1839"/>
                </a:lnTo>
                <a:lnTo>
                  <a:pt x="64949" y="1937"/>
                </a:lnTo>
                <a:lnTo>
                  <a:pt x="64949" y="42180"/>
                </a:lnTo>
                <a:lnTo>
                  <a:pt x="64753" y="6937"/>
                </a:lnTo>
                <a:cubicBezTo>
                  <a:pt x="64753" y="6838"/>
                  <a:pt x="64655" y="6838"/>
                  <a:pt x="64655" y="6838"/>
                </a:cubicBezTo>
                <a:cubicBezTo>
                  <a:pt x="64655" y="6838"/>
                  <a:pt x="64557" y="6838"/>
                  <a:pt x="64557" y="6937"/>
                </a:cubicBezTo>
                <a:lnTo>
                  <a:pt x="64557" y="37474"/>
                </a:lnTo>
                <a:lnTo>
                  <a:pt x="64336" y="9510"/>
                </a:lnTo>
                <a:lnTo>
                  <a:pt x="64238" y="9387"/>
                </a:lnTo>
                <a:lnTo>
                  <a:pt x="64140" y="9510"/>
                </a:lnTo>
                <a:lnTo>
                  <a:pt x="64140" y="41665"/>
                </a:lnTo>
                <a:lnTo>
                  <a:pt x="63944" y="8897"/>
                </a:lnTo>
                <a:lnTo>
                  <a:pt x="63821" y="8775"/>
                </a:lnTo>
                <a:lnTo>
                  <a:pt x="63723" y="8897"/>
                </a:lnTo>
                <a:lnTo>
                  <a:pt x="63723" y="42376"/>
                </a:lnTo>
                <a:lnTo>
                  <a:pt x="63527" y="4192"/>
                </a:lnTo>
                <a:lnTo>
                  <a:pt x="63429" y="4093"/>
                </a:lnTo>
                <a:lnTo>
                  <a:pt x="63331" y="4192"/>
                </a:lnTo>
                <a:lnTo>
                  <a:pt x="63331" y="37082"/>
                </a:lnTo>
                <a:lnTo>
                  <a:pt x="63111" y="1937"/>
                </a:lnTo>
                <a:lnTo>
                  <a:pt x="63013" y="1839"/>
                </a:lnTo>
                <a:lnTo>
                  <a:pt x="62915" y="1937"/>
                </a:lnTo>
                <a:lnTo>
                  <a:pt x="62915" y="43700"/>
                </a:lnTo>
                <a:lnTo>
                  <a:pt x="62718" y="8677"/>
                </a:lnTo>
                <a:lnTo>
                  <a:pt x="62596" y="8579"/>
                </a:lnTo>
                <a:lnTo>
                  <a:pt x="62498" y="8677"/>
                </a:lnTo>
                <a:lnTo>
                  <a:pt x="62498" y="41665"/>
                </a:lnTo>
                <a:lnTo>
                  <a:pt x="62302" y="7353"/>
                </a:lnTo>
                <a:lnTo>
                  <a:pt x="62204" y="7255"/>
                </a:lnTo>
                <a:lnTo>
                  <a:pt x="62106" y="7353"/>
                </a:lnTo>
                <a:lnTo>
                  <a:pt x="62106" y="37891"/>
                </a:lnTo>
                <a:lnTo>
                  <a:pt x="61885" y="9093"/>
                </a:lnTo>
                <a:cubicBezTo>
                  <a:pt x="61885" y="8995"/>
                  <a:pt x="61787" y="8995"/>
                  <a:pt x="61787" y="8995"/>
                </a:cubicBezTo>
                <a:cubicBezTo>
                  <a:pt x="61787" y="8995"/>
                  <a:pt x="61689" y="8995"/>
                  <a:pt x="61689" y="9093"/>
                </a:cubicBezTo>
                <a:lnTo>
                  <a:pt x="61689" y="39411"/>
                </a:lnTo>
                <a:lnTo>
                  <a:pt x="61493" y="7451"/>
                </a:lnTo>
                <a:lnTo>
                  <a:pt x="61272" y="7451"/>
                </a:lnTo>
                <a:lnTo>
                  <a:pt x="61272" y="36568"/>
                </a:lnTo>
                <a:lnTo>
                  <a:pt x="61076" y="4388"/>
                </a:lnTo>
                <a:lnTo>
                  <a:pt x="60978" y="4290"/>
                </a:lnTo>
                <a:lnTo>
                  <a:pt x="60880" y="4388"/>
                </a:lnTo>
                <a:lnTo>
                  <a:pt x="60880" y="36470"/>
                </a:lnTo>
                <a:lnTo>
                  <a:pt x="60660" y="2255"/>
                </a:lnTo>
                <a:lnTo>
                  <a:pt x="60562" y="2157"/>
                </a:lnTo>
                <a:lnTo>
                  <a:pt x="60464" y="2255"/>
                </a:lnTo>
                <a:lnTo>
                  <a:pt x="60464" y="36347"/>
                </a:lnTo>
                <a:lnTo>
                  <a:pt x="60268" y="5098"/>
                </a:lnTo>
                <a:lnTo>
                  <a:pt x="60047" y="5098"/>
                </a:lnTo>
                <a:lnTo>
                  <a:pt x="60047" y="36347"/>
                </a:lnTo>
                <a:lnTo>
                  <a:pt x="59851" y="8579"/>
                </a:lnTo>
                <a:lnTo>
                  <a:pt x="59655" y="8579"/>
                </a:lnTo>
                <a:lnTo>
                  <a:pt x="59655" y="39117"/>
                </a:lnTo>
                <a:lnTo>
                  <a:pt x="59434" y="5834"/>
                </a:lnTo>
                <a:lnTo>
                  <a:pt x="59336" y="5711"/>
                </a:lnTo>
                <a:lnTo>
                  <a:pt x="59238" y="5834"/>
                </a:lnTo>
                <a:lnTo>
                  <a:pt x="59238" y="43087"/>
                </a:lnTo>
                <a:lnTo>
                  <a:pt x="59042" y="6937"/>
                </a:lnTo>
                <a:cubicBezTo>
                  <a:pt x="59042" y="6838"/>
                  <a:pt x="58920" y="6838"/>
                  <a:pt x="58920" y="6838"/>
                </a:cubicBezTo>
                <a:cubicBezTo>
                  <a:pt x="58920" y="6838"/>
                  <a:pt x="58822" y="6838"/>
                  <a:pt x="58822" y="6937"/>
                </a:cubicBezTo>
                <a:lnTo>
                  <a:pt x="58822" y="43308"/>
                </a:lnTo>
                <a:lnTo>
                  <a:pt x="58626" y="5834"/>
                </a:lnTo>
                <a:lnTo>
                  <a:pt x="58429" y="5834"/>
                </a:lnTo>
                <a:lnTo>
                  <a:pt x="58429" y="35342"/>
                </a:lnTo>
                <a:lnTo>
                  <a:pt x="58209" y="5221"/>
                </a:lnTo>
                <a:lnTo>
                  <a:pt x="58013" y="5221"/>
                </a:lnTo>
                <a:lnTo>
                  <a:pt x="58013" y="44729"/>
                </a:lnTo>
                <a:lnTo>
                  <a:pt x="57817" y="11446"/>
                </a:lnTo>
                <a:cubicBezTo>
                  <a:pt x="57817" y="11348"/>
                  <a:pt x="57694" y="11348"/>
                  <a:pt x="57694" y="11348"/>
                </a:cubicBezTo>
                <a:cubicBezTo>
                  <a:pt x="57694" y="11348"/>
                  <a:pt x="57596" y="11348"/>
                  <a:pt x="57596" y="11446"/>
                </a:cubicBezTo>
                <a:lnTo>
                  <a:pt x="57596" y="36960"/>
                </a:lnTo>
                <a:lnTo>
                  <a:pt x="57400" y="1422"/>
                </a:lnTo>
                <a:cubicBezTo>
                  <a:pt x="57400" y="1324"/>
                  <a:pt x="57302" y="1324"/>
                  <a:pt x="57302" y="1324"/>
                </a:cubicBezTo>
                <a:cubicBezTo>
                  <a:pt x="57302" y="1324"/>
                  <a:pt x="57204" y="1324"/>
                  <a:pt x="57204" y="1422"/>
                </a:cubicBezTo>
                <a:lnTo>
                  <a:pt x="57204" y="42180"/>
                </a:lnTo>
                <a:lnTo>
                  <a:pt x="56983" y="6226"/>
                </a:lnTo>
                <a:cubicBezTo>
                  <a:pt x="56983" y="6128"/>
                  <a:pt x="56885" y="6128"/>
                  <a:pt x="56885" y="6128"/>
                </a:cubicBezTo>
                <a:cubicBezTo>
                  <a:pt x="56885" y="6128"/>
                  <a:pt x="56787" y="6128"/>
                  <a:pt x="56787" y="6226"/>
                </a:cubicBezTo>
                <a:lnTo>
                  <a:pt x="56787" y="39827"/>
                </a:lnTo>
                <a:lnTo>
                  <a:pt x="56591" y="4388"/>
                </a:lnTo>
                <a:lnTo>
                  <a:pt x="56371" y="4388"/>
                </a:lnTo>
                <a:lnTo>
                  <a:pt x="56371" y="42989"/>
                </a:lnTo>
                <a:lnTo>
                  <a:pt x="56175" y="11128"/>
                </a:lnTo>
                <a:lnTo>
                  <a:pt x="55979" y="11128"/>
                </a:lnTo>
                <a:lnTo>
                  <a:pt x="55979" y="41665"/>
                </a:lnTo>
                <a:lnTo>
                  <a:pt x="55758" y="7353"/>
                </a:lnTo>
                <a:lnTo>
                  <a:pt x="55562" y="7353"/>
                </a:lnTo>
                <a:lnTo>
                  <a:pt x="55562" y="39215"/>
                </a:lnTo>
                <a:lnTo>
                  <a:pt x="55366" y="1128"/>
                </a:lnTo>
                <a:cubicBezTo>
                  <a:pt x="55366" y="1030"/>
                  <a:pt x="55243" y="1030"/>
                  <a:pt x="55243" y="1030"/>
                </a:cubicBezTo>
                <a:cubicBezTo>
                  <a:pt x="55243" y="1030"/>
                  <a:pt x="55145" y="1030"/>
                  <a:pt x="55145" y="1128"/>
                </a:cubicBezTo>
                <a:lnTo>
                  <a:pt x="55145" y="38920"/>
                </a:lnTo>
                <a:lnTo>
                  <a:pt x="54949" y="8064"/>
                </a:lnTo>
                <a:lnTo>
                  <a:pt x="54851" y="7966"/>
                </a:lnTo>
                <a:lnTo>
                  <a:pt x="54753" y="8064"/>
                </a:lnTo>
                <a:lnTo>
                  <a:pt x="54753" y="38602"/>
                </a:lnTo>
                <a:lnTo>
                  <a:pt x="54533" y="9706"/>
                </a:lnTo>
                <a:lnTo>
                  <a:pt x="54435" y="9608"/>
                </a:lnTo>
                <a:lnTo>
                  <a:pt x="54336" y="9706"/>
                </a:lnTo>
                <a:lnTo>
                  <a:pt x="54336" y="38602"/>
                </a:lnTo>
                <a:lnTo>
                  <a:pt x="54140" y="7255"/>
                </a:lnTo>
                <a:lnTo>
                  <a:pt x="53920" y="7255"/>
                </a:lnTo>
                <a:lnTo>
                  <a:pt x="53920" y="34019"/>
                </a:lnTo>
                <a:lnTo>
                  <a:pt x="53724" y="1741"/>
                </a:lnTo>
                <a:cubicBezTo>
                  <a:pt x="53724" y="1643"/>
                  <a:pt x="53626" y="1643"/>
                  <a:pt x="53626" y="1643"/>
                </a:cubicBezTo>
                <a:cubicBezTo>
                  <a:pt x="53626" y="1643"/>
                  <a:pt x="53528" y="1643"/>
                  <a:pt x="53528" y="1741"/>
                </a:cubicBezTo>
                <a:lnTo>
                  <a:pt x="53528" y="40857"/>
                </a:lnTo>
                <a:lnTo>
                  <a:pt x="53307" y="12157"/>
                </a:lnTo>
                <a:lnTo>
                  <a:pt x="53209" y="12059"/>
                </a:lnTo>
                <a:lnTo>
                  <a:pt x="53111" y="12157"/>
                </a:lnTo>
                <a:lnTo>
                  <a:pt x="53111" y="41249"/>
                </a:lnTo>
                <a:lnTo>
                  <a:pt x="52915" y="4192"/>
                </a:lnTo>
                <a:lnTo>
                  <a:pt x="52792" y="4093"/>
                </a:lnTo>
                <a:lnTo>
                  <a:pt x="52694" y="4192"/>
                </a:lnTo>
                <a:lnTo>
                  <a:pt x="52694" y="37572"/>
                </a:lnTo>
                <a:lnTo>
                  <a:pt x="52498" y="1545"/>
                </a:lnTo>
                <a:lnTo>
                  <a:pt x="52400" y="1422"/>
                </a:lnTo>
                <a:lnTo>
                  <a:pt x="52302" y="1545"/>
                </a:lnTo>
                <a:lnTo>
                  <a:pt x="52302" y="41469"/>
                </a:lnTo>
                <a:lnTo>
                  <a:pt x="52082" y="6446"/>
                </a:lnTo>
                <a:cubicBezTo>
                  <a:pt x="52082" y="6324"/>
                  <a:pt x="51984" y="6324"/>
                  <a:pt x="51984" y="6324"/>
                </a:cubicBezTo>
                <a:cubicBezTo>
                  <a:pt x="51984" y="6324"/>
                  <a:pt x="51886" y="6324"/>
                  <a:pt x="51886" y="6446"/>
                </a:cubicBezTo>
                <a:lnTo>
                  <a:pt x="51886" y="41665"/>
                </a:lnTo>
                <a:lnTo>
                  <a:pt x="51690" y="319"/>
                </a:lnTo>
                <a:lnTo>
                  <a:pt x="51567" y="197"/>
                </a:lnTo>
                <a:lnTo>
                  <a:pt x="51469" y="319"/>
                </a:lnTo>
                <a:lnTo>
                  <a:pt x="51469" y="37695"/>
                </a:lnTo>
                <a:lnTo>
                  <a:pt x="51273" y="11348"/>
                </a:lnTo>
                <a:cubicBezTo>
                  <a:pt x="51273" y="11226"/>
                  <a:pt x="51175" y="11226"/>
                  <a:pt x="51175" y="11226"/>
                </a:cubicBezTo>
                <a:cubicBezTo>
                  <a:pt x="51175" y="11226"/>
                  <a:pt x="51077" y="11226"/>
                  <a:pt x="51077" y="11348"/>
                </a:cubicBezTo>
                <a:lnTo>
                  <a:pt x="51077" y="41665"/>
                </a:lnTo>
                <a:lnTo>
                  <a:pt x="50856" y="5221"/>
                </a:lnTo>
                <a:lnTo>
                  <a:pt x="50660" y="5221"/>
                </a:lnTo>
                <a:lnTo>
                  <a:pt x="50660" y="41665"/>
                </a:lnTo>
                <a:lnTo>
                  <a:pt x="50464" y="4706"/>
                </a:lnTo>
                <a:cubicBezTo>
                  <a:pt x="50464" y="4608"/>
                  <a:pt x="50342" y="4608"/>
                  <a:pt x="50342" y="4608"/>
                </a:cubicBezTo>
                <a:cubicBezTo>
                  <a:pt x="50342" y="4608"/>
                  <a:pt x="50244" y="4608"/>
                  <a:pt x="50244" y="4706"/>
                </a:cubicBezTo>
                <a:lnTo>
                  <a:pt x="50244" y="40538"/>
                </a:lnTo>
                <a:lnTo>
                  <a:pt x="50047" y="12353"/>
                </a:lnTo>
                <a:cubicBezTo>
                  <a:pt x="50047" y="12255"/>
                  <a:pt x="49949" y="12255"/>
                  <a:pt x="49949" y="12255"/>
                </a:cubicBezTo>
                <a:cubicBezTo>
                  <a:pt x="49949" y="12255"/>
                  <a:pt x="49851" y="12255"/>
                  <a:pt x="49851" y="12353"/>
                </a:cubicBezTo>
                <a:lnTo>
                  <a:pt x="49851" y="38700"/>
                </a:lnTo>
                <a:lnTo>
                  <a:pt x="49631" y="12868"/>
                </a:lnTo>
                <a:cubicBezTo>
                  <a:pt x="49631" y="12770"/>
                  <a:pt x="49533" y="12770"/>
                  <a:pt x="49533" y="12770"/>
                </a:cubicBezTo>
                <a:cubicBezTo>
                  <a:pt x="49533" y="12770"/>
                  <a:pt x="49435" y="12770"/>
                  <a:pt x="49435" y="12868"/>
                </a:cubicBezTo>
                <a:lnTo>
                  <a:pt x="49435" y="37793"/>
                </a:lnTo>
                <a:lnTo>
                  <a:pt x="49239" y="9387"/>
                </a:lnTo>
                <a:lnTo>
                  <a:pt x="49116" y="9289"/>
                </a:lnTo>
                <a:lnTo>
                  <a:pt x="49018" y="9387"/>
                </a:lnTo>
                <a:lnTo>
                  <a:pt x="49018" y="39313"/>
                </a:lnTo>
                <a:lnTo>
                  <a:pt x="48822" y="8064"/>
                </a:lnTo>
                <a:lnTo>
                  <a:pt x="48626" y="8064"/>
                </a:lnTo>
                <a:lnTo>
                  <a:pt x="48626" y="37572"/>
                </a:lnTo>
                <a:lnTo>
                  <a:pt x="48405" y="1128"/>
                </a:lnTo>
                <a:lnTo>
                  <a:pt x="48307" y="1030"/>
                </a:lnTo>
                <a:lnTo>
                  <a:pt x="48209" y="1128"/>
                </a:lnTo>
                <a:lnTo>
                  <a:pt x="48209" y="39533"/>
                </a:lnTo>
                <a:lnTo>
                  <a:pt x="48013" y="3873"/>
                </a:lnTo>
                <a:cubicBezTo>
                  <a:pt x="48013" y="3775"/>
                  <a:pt x="47891" y="3775"/>
                  <a:pt x="47891" y="3775"/>
                </a:cubicBezTo>
                <a:cubicBezTo>
                  <a:pt x="47891" y="3775"/>
                  <a:pt x="47793" y="3775"/>
                  <a:pt x="47793" y="3873"/>
                </a:cubicBezTo>
                <a:lnTo>
                  <a:pt x="47793" y="41763"/>
                </a:lnTo>
                <a:lnTo>
                  <a:pt x="47597" y="2255"/>
                </a:lnTo>
                <a:lnTo>
                  <a:pt x="47499" y="2157"/>
                </a:lnTo>
                <a:lnTo>
                  <a:pt x="47401" y="2255"/>
                </a:lnTo>
                <a:lnTo>
                  <a:pt x="47401" y="44312"/>
                </a:lnTo>
                <a:lnTo>
                  <a:pt x="47180" y="7966"/>
                </a:lnTo>
                <a:lnTo>
                  <a:pt x="46984" y="7966"/>
                </a:lnTo>
                <a:lnTo>
                  <a:pt x="46984" y="36764"/>
                </a:lnTo>
                <a:lnTo>
                  <a:pt x="46788" y="7353"/>
                </a:lnTo>
                <a:cubicBezTo>
                  <a:pt x="46788" y="7255"/>
                  <a:pt x="46665" y="7255"/>
                  <a:pt x="46665" y="7255"/>
                </a:cubicBezTo>
                <a:cubicBezTo>
                  <a:pt x="46665" y="7255"/>
                  <a:pt x="46567" y="7255"/>
                  <a:pt x="46567" y="7353"/>
                </a:cubicBezTo>
                <a:lnTo>
                  <a:pt x="46567" y="39215"/>
                </a:lnTo>
                <a:lnTo>
                  <a:pt x="46371" y="809"/>
                </a:lnTo>
                <a:cubicBezTo>
                  <a:pt x="46371" y="711"/>
                  <a:pt x="46273" y="711"/>
                  <a:pt x="46273" y="711"/>
                </a:cubicBezTo>
                <a:cubicBezTo>
                  <a:pt x="46273" y="711"/>
                  <a:pt x="46175" y="711"/>
                  <a:pt x="46175" y="809"/>
                </a:cubicBezTo>
                <a:lnTo>
                  <a:pt x="46175" y="39533"/>
                </a:lnTo>
                <a:lnTo>
                  <a:pt x="45955" y="12157"/>
                </a:lnTo>
                <a:lnTo>
                  <a:pt x="45856" y="12059"/>
                </a:lnTo>
                <a:lnTo>
                  <a:pt x="45758" y="12157"/>
                </a:lnTo>
                <a:lnTo>
                  <a:pt x="45758" y="36249"/>
                </a:lnTo>
                <a:lnTo>
                  <a:pt x="45562" y="7549"/>
                </a:lnTo>
                <a:lnTo>
                  <a:pt x="45342" y="7549"/>
                </a:lnTo>
                <a:lnTo>
                  <a:pt x="45342" y="35857"/>
                </a:lnTo>
                <a:lnTo>
                  <a:pt x="45146" y="6128"/>
                </a:lnTo>
                <a:lnTo>
                  <a:pt x="45048" y="6030"/>
                </a:lnTo>
                <a:lnTo>
                  <a:pt x="44950" y="6128"/>
                </a:lnTo>
                <a:lnTo>
                  <a:pt x="44950" y="38504"/>
                </a:lnTo>
                <a:lnTo>
                  <a:pt x="44729" y="319"/>
                </a:lnTo>
                <a:cubicBezTo>
                  <a:pt x="44729" y="197"/>
                  <a:pt x="44631" y="197"/>
                  <a:pt x="44631" y="197"/>
                </a:cubicBezTo>
                <a:cubicBezTo>
                  <a:pt x="44631" y="197"/>
                  <a:pt x="44533" y="197"/>
                  <a:pt x="44533" y="319"/>
                </a:cubicBezTo>
                <a:lnTo>
                  <a:pt x="44533" y="45244"/>
                </a:lnTo>
                <a:lnTo>
                  <a:pt x="44337" y="11226"/>
                </a:lnTo>
                <a:cubicBezTo>
                  <a:pt x="44337" y="11128"/>
                  <a:pt x="44214" y="11128"/>
                  <a:pt x="44214" y="11128"/>
                </a:cubicBezTo>
                <a:cubicBezTo>
                  <a:pt x="44214" y="11128"/>
                  <a:pt x="44116" y="11128"/>
                  <a:pt x="44116" y="11226"/>
                </a:cubicBezTo>
                <a:lnTo>
                  <a:pt x="44116" y="39018"/>
                </a:lnTo>
                <a:lnTo>
                  <a:pt x="43920" y="1937"/>
                </a:lnTo>
                <a:cubicBezTo>
                  <a:pt x="43920" y="1839"/>
                  <a:pt x="43822" y="1839"/>
                  <a:pt x="43822" y="1839"/>
                </a:cubicBezTo>
                <a:cubicBezTo>
                  <a:pt x="43822" y="1839"/>
                  <a:pt x="43724" y="1839"/>
                  <a:pt x="43724" y="1937"/>
                </a:cubicBezTo>
                <a:lnTo>
                  <a:pt x="43724" y="36470"/>
                </a:lnTo>
                <a:lnTo>
                  <a:pt x="43504" y="6937"/>
                </a:lnTo>
                <a:cubicBezTo>
                  <a:pt x="43504" y="6838"/>
                  <a:pt x="43406" y="6838"/>
                  <a:pt x="43406" y="6838"/>
                </a:cubicBezTo>
                <a:cubicBezTo>
                  <a:pt x="43406" y="6838"/>
                  <a:pt x="43308" y="6838"/>
                  <a:pt x="43308" y="6937"/>
                </a:cubicBezTo>
                <a:lnTo>
                  <a:pt x="43308" y="36249"/>
                </a:lnTo>
                <a:lnTo>
                  <a:pt x="43111" y="2966"/>
                </a:lnTo>
                <a:lnTo>
                  <a:pt x="42989" y="2868"/>
                </a:lnTo>
                <a:lnTo>
                  <a:pt x="42891" y="2966"/>
                </a:lnTo>
                <a:lnTo>
                  <a:pt x="42891" y="43602"/>
                </a:lnTo>
                <a:lnTo>
                  <a:pt x="42695" y="12451"/>
                </a:lnTo>
                <a:lnTo>
                  <a:pt x="42597" y="12353"/>
                </a:lnTo>
                <a:lnTo>
                  <a:pt x="42499" y="12451"/>
                </a:lnTo>
                <a:lnTo>
                  <a:pt x="42499" y="41862"/>
                </a:lnTo>
                <a:lnTo>
                  <a:pt x="42278" y="2966"/>
                </a:lnTo>
                <a:lnTo>
                  <a:pt x="42180" y="2868"/>
                </a:lnTo>
                <a:lnTo>
                  <a:pt x="42082" y="2966"/>
                </a:lnTo>
                <a:lnTo>
                  <a:pt x="42082" y="34827"/>
                </a:lnTo>
                <a:lnTo>
                  <a:pt x="41886" y="3995"/>
                </a:lnTo>
                <a:lnTo>
                  <a:pt x="41764" y="3873"/>
                </a:lnTo>
                <a:lnTo>
                  <a:pt x="41665" y="3995"/>
                </a:lnTo>
                <a:lnTo>
                  <a:pt x="41665" y="37572"/>
                </a:lnTo>
                <a:lnTo>
                  <a:pt x="41469" y="3677"/>
                </a:lnTo>
                <a:cubicBezTo>
                  <a:pt x="41469" y="3579"/>
                  <a:pt x="41371" y="3579"/>
                  <a:pt x="41371" y="3579"/>
                </a:cubicBezTo>
                <a:cubicBezTo>
                  <a:pt x="41371" y="3579"/>
                  <a:pt x="41273" y="3579"/>
                  <a:pt x="41273" y="3677"/>
                </a:cubicBezTo>
                <a:lnTo>
                  <a:pt x="41273" y="41469"/>
                </a:lnTo>
                <a:lnTo>
                  <a:pt x="41053" y="8064"/>
                </a:lnTo>
                <a:cubicBezTo>
                  <a:pt x="41053" y="7966"/>
                  <a:pt x="40955" y="7966"/>
                  <a:pt x="40955" y="7966"/>
                </a:cubicBezTo>
                <a:cubicBezTo>
                  <a:pt x="40955" y="7966"/>
                  <a:pt x="40857" y="7966"/>
                  <a:pt x="40857" y="8064"/>
                </a:cubicBezTo>
                <a:lnTo>
                  <a:pt x="40857" y="37180"/>
                </a:lnTo>
                <a:lnTo>
                  <a:pt x="40661" y="8775"/>
                </a:lnTo>
                <a:cubicBezTo>
                  <a:pt x="40661" y="8677"/>
                  <a:pt x="40538" y="8677"/>
                  <a:pt x="40538" y="8677"/>
                </a:cubicBezTo>
                <a:cubicBezTo>
                  <a:pt x="40538" y="8677"/>
                  <a:pt x="40440" y="8677"/>
                  <a:pt x="40440" y="8775"/>
                </a:cubicBezTo>
                <a:lnTo>
                  <a:pt x="40440" y="43700"/>
                </a:lnTo>
                <a:lnTo>
                  <a:pt x="40244" y="12255"/>
                </a:lnTo>
                <a:cubicBezTo>
                  <a:pt x="40244" y="12157"/>
                  <a:pt x="40146" y="12157"/>
                  <a:pt x="40146" y="12157"/>
                </a:cubicBezTo>
                <a:cubicBezTo>
                  <a:pt x="40146" y="12157"/>
                  <a:pt x="40048" y="12157"/>
                  <a:pt x="40048" y="12255"/>
                </a:cubicBezTo>
                <a:lnTo>
                  <a:pt x="40048" y="42891"/>
                </a:lnTo>
                <a:lnTo>
                  <a:pt x="39827" y="9608"/>
                </a:lnTo>
                <a:lnTo>
                  <a:pt x="39729" y="9510"/>
                </a:lnTo>
                <a:lnTo>
                  <a:pt x="39631" y="9608"/>
                </a:lnTo>
                <a:lnTo>
                  <a:pt x="39631" y="36347"/>
                </a:lnTo>
                <a:lnTo>
                  <a:pt x="39435" y="3677"/>
                </a:lnTo>
                <a:lnTo>
                  <a:pt x="39313" y="3579"/>
                </a:lnTo>
                <a:lnTo>
                  <a:pt x="39215" y="3677"/>
                </a:lnTo>
                <a:lnTo>
                  <a:pt x="39215" y="37572"/>
                </a:lnTo>
                <a:lnTo>
                  <a:pt x="39019" y="515"/>
                </a:lnTo>
                <a:cubicBezTo>
                  <a:pt x="39019" y="417"/>
                  <a:pt x="38920" y="417"/>
                  <a:pt x="38920" y="417"/>
                </a:cubicBezTo>
                <a:cubicBezTo>
                  <a:pt x="38920" y="417"/>
                  <a:pt x="38822" y="417"/>
                  <a:pt x="38822" y="515"/>
                </a:cubicBezTo>
                <a:lnTo>
                  <a:pt x="38822" y="42989"/>
                </a:lnTo>
                <a:lnTo>
                  <a:pt x="38602" y="4608"/>
                </a:lnTo>
                <a:lnTo>
                  <a:pt x="38504" y="4486"/>
                </a:lnTo>
                <a:lnTo>
                  <a:pt x="38406" y="4608"/>
                </a:lnTo>
                <a:lnTo>
                  <a:pt x="38406" y="41469"/>
                </a:lnTo>
                <a:lnTo>
                  <a:pt x="38210" y="2647"/>
                </a:lnTo>
                <a:lnTo>
                  <a:pt x="37989" y="2647"/>
                </a:lnTo>
                <a:lnTo>
                  <a:pt x="37989" y="42376"/>
                </a:lnTo>
                <a:lnTo>
                  <a:pt x="37793" y="2549"/>
                </a:lnTo>
                <a:lnTo>
                  <a:pt x="37695" y="2451"/>
                </a:lnTo>
                <a:lnTo>
                  <a:pt x="37597" y="2549"/>
                </a:lnTo>
                <a:lnTo>
                  <a:pt x="37597" y="44116"/>
                </a:lnTo>
                <a:lnTo>
                  <a:pt x="37376" y="7672"/>
                </a:lnTo>
                <a:lnTo>
                  <a:pt x="37180" y="7672"/>
                </a:lnTo>
                <a:lnTo>
                  <a:pt x="37180" y="43822"/>
                </a:lnTo>
                <a:lnTo>
                  <a:pt x="36984" y="10735"/>
                </a:lnTo>
                <a:lnTo>
                  <a:pt x="36764" y="10735"/>
                </a:lnTo>
                <a:lnTo>
                  <a:pt x="36764" y="42989"/>
                </a:lnTo>
                <a:lnTo>
                  <a:pt x="36568" y="8677"/>
                </a:lnTo>
                <a:lnTo>
                  <a:pt x="36372" y="8677"/>
                </a:lnTo>
                <a:lnTo>
                  <a:pt x="36372" y="36151"/>
                </a:lnTo>
                <a:lnTo>
                  <a:pt x="36151" y="1324"/>
                </a:lnTo>
                <a:lnTo>
                  <a:pt x="35955" y="1324"/>
                </a:lnTo>
                <a:lnTo>
                  <a:pt x="35955" y="40538"/>
                </a:lnTo>
                <a:lnTo>
                  <a:pt x="35759" y="5711"/>
                </a:lnTo>
                <a:cubicBezTo>
                  <a:pt x="35759" y="5613"/>
                  <a:pt x="35636" y="5613"/>
                  <a:pt x="35636" y="5613"/>
                </a:cubicBezTo>
                <a:cubicBezTo>
                  <a:pt x="35636" y="5613"/>
                  <a:pt x="35538" y="5613"/>
                  <a:pt x="35538" y="5711"/>
                </a:cubicBezTo>
                <a:lnTo>
                  <a:pt x="35538" y="35342"/>
                </a:lnTo>
                <a:lnTo>
                  <a:pt x="35342" y="1226"/>
                </a:lnTo>
                <a:cubicBezTo>
                  <a:pt x="35342" y="1128"/>
                  <a:pt x="35244" y="1128"/>
                  <a:pt x="35244" y="1128"/>
                </a:cubicBezTo>
                <a:cubicBezTo>
                  <a:pt x="35244" y="1128"/>
                  <a:pt x="35146" y="1128"/>
                  <a:pt x="35146" y="1226"/>
                </a:cubicBezTo>
                <a:lnTo>
                  <a:pt x="35146" y="38308"/>
                </a:lnTo>
                <a:lnTo>
                  <a:pt x="34926" y="10221"/>
                </a:lnTo>
                <a:lnTo>
                  <a:pt x="34729" y="10221"/>
                </a:lnTo>
                <a:lnTo>
                  <a:pt x="34729" y="35734"/>
                </a:lnTo>
                <a:lnTo>
                  <a:pt x="34533" y="5221"/>
                </a:lnTo>
                <a:lnTo>
                  <a:pt x="34411" y="5098"/>
                </a:lnTo>
                <a:lnTo>
                  <a:pt x="34313" y="5221"/>
                </a:lnTo>
                <a:lnTo>
                  <a:pt x="34313" y="37278"/>
                </a:lnTo>
                <a:lnTo>
                  <a:pt x="34117" y="4804"/>
                </a:lnTo>
                <a:lnTo>
                  <a:pt x="34019" y="4706"/>
                </a:lnTo>
                <a:lnTo>
                  <a:pt x="33921" y="4804"/>
                </a:lnTo>
                <a:lnTo>
                  <a:pt x="33921" y="44018"/>
                </a:lnTo>
                <a:lnTo>
                  <a:pt x="33700" y="8579"/>
                </a:lnTo>
                <a:cubicBezTo>
                  <a:pt x="33700" y="8481"/>
                  <a:pt x="33602" y="8481"/>
                  <a:pt x="33602" y="8481"/>
                </a:cubicBezTo>
                <a:cubicBezTo>
                  <a:pt x="33602" y="8481"/>
                  <a:pt x="33504" y="8481"/>
                  <a:pt x="33504" y="8579"/>
                </a:cubicBezTo>
                <a:lnTo>
                  <a:pt x="33504" y="39925"/>
                </a:lnTo>
                <a:lnTo>
                  <a:pt x="33308" y="7966"/>
                </a:lnTo>
                <a:cubicBezTo>
                  <a:pt x="33308" y="7868"/>
                  <a:pt x="33185" y="7868"/>
                  <a:pt x="33185" y="7868"/>
                </a:cubicBezTo>
                <a:cubicBezTo>
                  <a:pt x="33185" y="7868"/>
                  <a:pt x="33087" y="7868"/>
                  <a:pt x="33087" y="7966"/>
                </a:cubicBezTo>
                <a:lnTo>
                  <a:pt x="33087" y="42597"/>
                </a:lnTo>
                <a:lnTo>
                  <a:pt x="32891" y="9289"/>
                </a:lnTo>
                <a:cubicBezTo>
                  <a:pt x="32891" y="9191"/>
                  <a:pt x="32793" y="9191"/>
                  <a:pt x="32793" y="9191"/>
                </a:cubicBezTo>
                <a:cubicBezTo>
                  <a:pt x="32793" y="9191"/>
                  <a:pt x="32695" y="9191"/>
                  <a:pt x="32695" y="9289"/>
                </a:cubicBezTo>
                <a:lnTo>
                  <a:pt x="32695" y="36960"/>
                </a:lnTo>
                <a:lnTo>
                  <a:pt x="32475" y="6324"/>
                </a:lnTo>
                <a:lnTo>
                  <a:pt x="32377" y="6226"/>
                </a:lnTo>
                <a:lnTo>
                  <a:pt x="32279" y="6324"/>
                </a:lnTo>
                <a:lnTo>
                  <a:pt x="32279" y="37891"/>
                </a:lnTo>
                <a:lnTo>
                  <a:pt x="32083" y="8064"/>
                </a:lnTo>
                <a:lnTo>
                  <a:pt x="31862" y="8064"/>
                </a:lnTo>
                <a:lnTo>
                  <a:pt x="31862" y="42278"/>
                </a:lnTo>
                <a:lnTo>
                  <a:pt x="31666" y="4192"/>
                </a:lnTo>
                <a:lnTo>
                  <a:pt x="31470" y="4192"/>
                </a:lnTo>
                <a:lnTo>
                  <a:pt x="31470" y="43308"/>
                </a:lnTo>
                <a:lnTo>
                  <a:pt x="31249" y="4902"/>
                </a:lnTo>
                <a:cubicBezTo>
                  <a:pt x="31249" y="4804"/>
                  <a:pt x="31151" y="4804"/>
                  <a:pt x="31151" y="4804"/>
                </a:cubicBezTo>
                <a:cubicBezTo>
                  <a:pt x="31151" y="4804"/>
                  <a:pt x="31053" y="4804"/>
                  <a:pt x="31053" y="4902"/>
                </a:cubicBezTo>
                <a:lnTo>
                  <a:pt x="31053" y="38798"/>
                </a:lnTo>
                <a:lnTo>
                  <a:pt x="30857" y="5613"/>
                </a:lnTo>
                <a:lnTo>
                  <a:pt x="30735" y="5515"/>
                </a:lnTo>
                <a:lnTo>
                  <a:pt x="30637" y="5613"/>
                </a:lnTo>
                <a:lnTo>
                  <a:pt x="30637" y="37695"/>
                </a:lnTo>
                <a:lnTo>
                  <a:pt x="30440" y="9093"/>
                </a:lnTo>
                <a:lnTo>
                  <a:pt x="30342" y="8995"/>
                </a:lnTo>
                <a:lnTo>
                  <a:pt x="30244" y="9093"/>
                </a:lnTo>
                <a:lnTo>
                  <a:pt x="30244" y="43209"/>
                </a:lnTo>
                <a:lnTo>
                  <a:pt x="30024" y="9902"/>
                </a:lnTo>
                <a:lnTo>
                  <a:pt x="29926" y="9804"/>
                </a:lnTo>
                <a:lnTo>
                  <a:pt x="29828" y="9902"/>
                </a:lnTo>
                <a:lnTo>
                  <a:pt x="29828" y="37474"/>
                </a:lnTo>
                <a:lnTo>
                  <a:pt x="29632" y="9191"/>
                </a:lnTo>
                <a:lnTo>
                  <a:pt x="29509" y="9093"/>
                </a:lnTo>
                <a:lnTo>
                  <a:pt x="29411" y="9191"/>
                </a:lnTo>
                <a:lnTo>
                  <a:pt x="29411" y="39631"/>
                </a:lnTo>
                <a:lnTo>
                  <a:pt x="29215" y="11348"/>
                </a:lnTo>
                <a:lnTo>
                  <a:pt x="29117" y="11226"/>
                </a:lnTo>
                <a:lnTo>
                  <a:pt x="29019" y="11348"/>
                </a:lnTo>
                <a:lnTo>
                  <a:pt x="29019" y="39215"/>
                </a:lnTo>
                <a:lnTo>
                  <a:pt x="28798" y="6838"/>
                </a:lnTo>
                <a:lnTo>
                  <a:pt x="28602" y="6838"/>
                </a:lnTo>
                <a:lnTo>
                  <a:pt x="28602" y="39827"/>
                </a:lnTo>
                <a:lnTo>
                  <a:pt x="28406" y="1324"/>
                </a:lnTo>
                <a:lnTo>
                  <a:pt x="28284" y="1226"/>
                </a:lnTo>
                <a:lnTo>
                  <a:pt x="28186" y="1324"/>
                </a:lnTo>
                <a:lnTo>
                  <a:pt x="28186" y="44435"/>
                </a:lnTo>
                <a:lnTo>
                  <a:pt x="27990" y="9387"/>
                </a:lnTo>
                <a:lnTo>
                  <a:pt x="27794" y="9387"/>
                </a:lnTo>
                <a:lnTo>
                  <a:pt x="27794" y="43308"/>
                </a:lnTo>
                <a:lnTo>
                  <a:pt x="27573" y="5319"/>
                </a:lnTo>
                <a:lnTo>
                  <a:pt x="27377" y="5319"/>
                </a:lnTo>
                <a:lnTo>
                  <a:pt x="27377" y="39631"/>
                </a:lnTo>
                <a:lnTo>
                  <a:pt x="27181" y="3873"/>
                </a:lnTo>
                <a:lnTo>
                  <a:pt x="26960" y="3873"/>
                </a:lnTo>
                <a:lnTo>
                  <a:pt x="26960" y="42597"/>
                </a:lnTo>
                <a:lnTo>
                  <a:pt x="26764" y="5098"/>
                </a:lnTo>
                <a:lnTo>
                  <a:pt x="26568" y="5098"/>
                </a:lnTo>
                <a:lnTo>
                  <a:pt x="26568" y="37180"/>
                </a:lnTo>
                <a:lnTo>
                  <a:pt x="26348" y="613"/>
                </a:lnTo>
                <a:cubicBezTo>
                  <a:pt x="26348" y="515"/>
                  <a:pt x="26249" y="515"/>
                  <a:pt x="26249" y="515"/>
                </a:cubicBezTo>
                <a:cubicBezTo>
                  <a:pt x="26249" y="515"/>
                  <a:pt x="26151" y="515"/>
                  <a:pt x="26151" y="613"/>
                </a:cubicBezTo>
                <a:lnTo>
                  <a:pt x="26151" y="37989"/>
                </a:lnTo>
                <a:lnTo>
                  <a:pt x="25955" y="4804"/>
                </a:lnTo>
                <a:lnTo>
                  <a:pt x="25833" y="4706"/>
                </a:lnTo>
                <a:lnTo>
                  <a:pt x="25735" y="4804"/>
                </a:lnTo>
                <a:lnTo>
                  <a:pt x="25735" y="43209"/>
                </a:lnTo>
                <a:lnTo>
                  <a:pt x="25539" y="6544"/>
                </a:lnTo>
                <a:cubicBezTo>
                  <a:pt x="25539" y="6446"/>
                  <a:pt x="25441" y="6446"/>
                  <a:pt x="25441" y="6446"/>
                </a:cubicBezTo>
                <a:cubicBezTo>
                  <a:pt x="25441" y="6446"/>
                  <a:pt x="25343" y="6446"/>
                  <a:pt x="25343" y="6544"/>
                </a:cubicBezTo>
                <a:lnTo>
                  <a:pt x="25343" y="37989"/>
                </a:lnTo>
                <a:lnTo>
                  <a:pt x="25122" y="7770"/>
                </a:lnTo>
                <a:lnTo>
                  <a:pt x="25024" y="7672"/>
                </a:lnTo>
                <a:lnTo>
                  <a:pt x="24926" y="7770"/>
                </a:lnTo>
                <a:lnTo>
                  <a:pt x="24926" y="38602"/>
                </a:lnTo>
                <a:lnTo>
                  <a:pt x="24730" y="7451"/>
                </a:lnTo>
                <a:cubicBezTo>
                  <a:pt x="24730" y="7353"/>
                  <a:pt x="24607" y="7353"/>
                  <a:pt x="24607" y="7353"/>
                </a:cubicBezTo>
                <a:cubicBezTo>
                  <a:pt x="24607" y="7353"/>
                  <a:pt x="24509" y="7353"/>
                  <a:pt x="24509" y="7451"/>
                </a:cubicBezTo>
                <a:lnTo>
                  <a:pt x="24509" y="42989"/>
                </a:lnTo>
                <a:lnTo>
                  <a:pt x="24313" y="9289"/>
                </a:lnTo>
                <a:cubicBezTo>
                  <a:pt x="24313" y="9191"/>
                  <a:pt x="24215" y="9191"/>
                  <a:pt x="24215" y="9191"/>
                </a:cubicBezTo>
                <a:cubicBezTo>
                  <a:pt x="24215" y="9191"/>
                  <a:pt x="24117" y="9191"/>
                  <a:pt x="24117" y="9289"/>
                </a:cubicBezTo>
                <a:lnTo>
                  <a:pt x="24117" y="41567"/>
                </a:lnTo>
                <a:lnTo>
                  <a:pt x="23897" y="12353"/>
                </a:lnTo>
                <a:lnTo>
                  <a:pt x="23701" y="12353"/>
                </a:lnTo>
                <a:lnTo>
                  <a:pt x="23701" y="44018"/>
                </a:lnTo>
                <a:lnTo>
                  <a:pt x="23504" y="8162"/>
                </a:lnTo>
                <a:lnTo>
                  <a:pt x="23382" y="8064"/>
                </a:lnTo>
                <a:lnTo>
                  <a:pt x="23284" y="8162"/>
                </a:lnTo>
                <a:lnTo>
                  <a:pt x="23284" y="40636"/>
                </a:lnTo>
                <a:lnTo>
                  <a:pt x="23088" y="197"/>
                </a:lnTo>
                <a:lnTo>
                  <a:pt x="22892" y="197"/>
                </a:lnTo>
                <a:lnTo>
                  <a:pt x="22892" y="40955"/>
                </a:lnTo>
                <a:lnTo>
                  <a:pt x="22671" y="7672"/>
                </a:lnTo>
                <a:cubicBezTo>
                  <a:pt x="22671" y="7549"/>
                  <a:pt x="22573" y="7549"/>
                  <a:pt x="22573" y="7549"/>
                </a:cubicBezTo>
                <a:cubicBezTo>
                  <a:pt x="22573" y="7549"/>
                  <a:pt x="22475" y="7549"/>
                  <a:pt x="22475" y="7672"/>
                </a:cubicBezTo>
                <a:lnTo>
                  <a:pt x="22475" y="40759"/>
                </a:lnTo>
                <a:lnTo>
                  <a:pt x="22279" y="11961"/>
                </a:lnTo>
                <a:cubicBezTo>
                  <a:pt x="22279" y="11838"/>
                  <a:pt x="22157" y="11838"/>
                  <a:pt x="22157" y="11838"/>
                </a:cubicBezTo>
                <a:cubicBezTo>
                  <a:pt x="22157" y="11838"/>
                  <a:pt x="22058" y="11838"/>
                  <a:pt x="22058" y="11961"/>
                </a:cubicBezTo>
                <a:lnTo>
                  <a:pt x="22058" y="42278"/>
                </a:lnTo>
                <a:lnTo>
                  <a:pt x="21862" y="12770"/>
                </a:lnTo>
                <a:cubicBezTo>
                  <a:pt x="21862" y="12672"/>
                  <a:pt x="21764" y="12672"/>
                  <a:pt x="21764" y="12672"/>
                </a:cubicBezTo>
                <a:cubicBezTo>
                  <a:pt x="21764" y="12672"/>
                  <a:pt x="21666" y="12672"/>
                  <a:pt x="21666" y="12770"/>
                </a:cubicBezTo>
                <a:lnTo>
                  <a:pt x="21666" y="36960"/>
                </a:lnTo>
                <a:lnTo>
                  <a:pt x="21446" y="5613"/>
                </a:lnTo>
                <a:cubicBezTo>
                  <a:pt x="21446" y="5515"/>
                  <a:pt x="21348" y="5515"/>
                  <a:pt x="21348" y="5515"/>
                </a:cubicBezTo>
                <a:cubicBezTo>
                  <a:pt x="21348" y="5515"/>
                  <a:pt x="21250" y="5515"/>
                  <a:pt x="21250" y="5613"/>
                </a:cubicBezTo>
                <a:lnTo>
                  <a:pt x="21250" y="42695"/>
                </a:lnTo>
                <a:lnTo>
                  <a:pt x="21054" y="7059"/>
                </a:lnTo>
                <a:lnTo>
                  <a:pt x="20931" y="6937"/>
                </a:lnTo>
                <a:lnTo>
                  <a:pt x="20833" y="7059"/>
                </a:lnTo>
                <a:lnTo>
                  <a:pt x="20833" y="42597"/>
                </a:lnTo>
                <a:lnTo>
                  <a:pt x="20637" y="4804"/>
                </a:lnTo>
                <a:lnTo>
                  <a:pt x="20539" y="4706"/>
                </a:lnTo>
                <a:lnTo>
                  <a:pt x="20441" y="4804"/>
                </a:lnTo>
                <a:lnTo>
                  <a:pt x="20441" y="38798"/>
                </a:lnTo>
                <a:lnTo>
                  <a:pt x="20220" y="8995"/>
                </a:lnTo>
                <a:lnTo>
                  <a:pt x="20024" y="8995"/>
                </a:lnTo>
                <a:lnTo>
                  <a:pt x="20024" y="39018"/>
                </a:lnTo>
                <a:lnTo>
                  <a:pt x="19828" y="1545"/>
                </a:lnTo>
                <a:lnTo>
                  <a:pt x="19706" y="1422"/>
                </a:lnTo>
                <a:lnTo>
                  <a:pt x="19608" y="1545"/>
                </a:lnTo>
                <a:lnTo>
                  <a:pt x="19608" y="35342"/>
                </a:lnTo>
                <a:lnTo>
                  <a:pt x="19412" y="2549"/>
                </a:lnTo>
                <a:cubicBezTo>
                  <a:pt x="19412" y="2451"/>
                  <a:pt x="19313" y="2451"/>
                  <a:pt x="19313" y="2451"/>
                </a:cubicBezTo>
                <a:cubicBezTo>
                  <a:pt x="19313" y="2451"/>
                  <a:pt x="19215" y="2451"/>
                  <a:pt x="19215" y="2549"/>
                </a:cubicBezTo>
                <a:lnTo>
                  <a:pt x="19215" y="35857"/>
                </a:lnTo>
                <a:lnTo>
                  <a:pt x="18995" y="4093"/>
                </a:lnTo>
                <a:cubicBezTo>
                  <a:pt x="18995" y="3995"/>
                  <a:pt x="18897" y="3995"/>
                  <a:pt x="18897" y="3995"/>
                </a:cubicBezTo>
                <a:cubicBezTo>
                  <a:pt x="18897" y="3995"/>
                  <a:pt x="18799" y="3995"/>
                  <a:pt x="18799" y="4093"/>
                </a:cubicBezTo>
                <a:lnTo>
                  <a:pt x="18799" y="41763"/>
                </a:lnTo>
                <a:lnTo>
                  <a:pt x="18603" y="12770"/>
                </a:lnTo>
                <a:cubicBezTo>
                  <a:pt x="18603" y="12672"/>
                  <a:pt x="18480" y="12672"/>
                  <a:pt x="18480" y="12672"/>
                </a:cubicBezTo>
                <a:cubicBezTo>
                  <a:pt x="18480" y="12672"/>
                  <a:pt x="18382" y="12672"/>
                  <a:pt x="18382" y="12770"/>
                </a:cubicBezTo>
                <a:lnTo>
                  <a:pt x="18382" y="38406"/>
                </a:lnTo>
                <a:lnTo>
                  <a:pt x="18186" y="99"/>
                </a:lnTo>
                <a:cubicBezTo>
                  <a:pt x="18186" y="1"/>
                  <a:pt x="18088" y="1"/>
                  <a:pt x="18088" y="1"/>
                </a:cubicBezTo>
                <a:cubicBezTo>
                  <a:pt x="18088" y="1"/>
                  <a:pt x="17990" y="1"/>
                  <a:pt x="17990" y="99"/>
                </a:cubicBezTo>
                <a:lnTo>
                  <a:pt x="17990" y="41053"/>
                </a:lnTo>
                <a:lnTo>
                  <a:pt x="17769" y="2770"/>
                </a:lnTo>
                <a:lnTo>
                  <a:pt x="17573" y="2770"/>
                </a:lnTo>
                <a:lnTo>
                  <a:pt x="17573" y="35440"/>
                </a:lnTo>
                <a:lnTo>
                  <a:pt x="17377" y="3383"/>
                </a:lnTo>
                <a:lnTo>
                  <a:pt x="17157" y="3383"/>
                </a:lnTo>
                <a:lnTo>
                  <a:pt x="17157" y="40440"/>
                </a:lnTo>
                <a:lnTo>
                  <a:pt x="16961" y="5932"/>
                </a:lnTo>
                <a:lnTo>
                  <a:pt x="16765" y="5932"/>
                </a:lnTo>
                <a:lnTo>
                  <a:pt x="16765" y="44214"/>
                </a:lnTo>
                <a:lnTo>
                  <a:pt x="16544" y="9510"/>
                </a:lnTo>
                <a:lnTo>
                  <a:pt x="16446" y="9387"/>
                </a:lnTo>
                <a:lnTo>
                  <a:pt x="16348" y="9510"/>
                </a:lnTo>
                <a:lnTo>
                  <a:pt x="16348" y="42793"/>
                </a:lnTo>
                <a:lnTo>
                  <a:pt x="16152" y="5319"/>
                </a:lnTo>
                <a:lnTo>
                  <a:pt x="15931" y="5319"/>
                </a:lnTo>
                <a:lnTo>
                  <a:pt x="15931" y="38087"/>
                </a:lnTo>
                <a:lnTo>
                  <a:pt x="15735" y="7966"/>
                </a:lnTo>
                <a:cubicBezTo>
                  <a:pt x="15735" y="7868"/>
                  <a:pt x="15637" y="7868"/>
                  <a:pt x="15637" y="7868"/>
                </a:cubicBezTo>
                <a:cubicBezTo>
                  <a:pt x="15637" y="7868"/>
                  <a:pt x="15539" y="7868"/>
                  <a:pt x="15539" y="7966"/>
                </a:cubicBezTo>
                <a:lnTo>
                  <a:pt x="15539" y="37989"/>
                </a:lnTo>
                <a:lnTo>
                  <a:pt x="15319" y="2157"/>
                </a:lnTo>
                <a:lnTo>
                  <a:pt x="15221" y="2035"/>
                </a:lnTo>
                <a:lnTo>
                  <a:pt x="15122" y="2157"/>
                </a:lnTo>
                <a:lnTo>
                  <a:pt x="15122" y="38798"/>
                </a:lnTo>
                <a:lnTo>
                  <a:pt x="14926" y="10515"/>
                </a:lnTo>
                <a:lnTo>
                  <a:pt x="14804" y="10417"/>
                </a:lnTo>
                <a:lnTo>
                  <a:pt x="14706" y="10515"/>
                </a:lnTo>
                <a:lnTo>
                  <a:pt x="14706" y="39018"/>
                </a:lnTo>
                <a:lnTo>
                  <a:pt x="14510" y="11642"/>
                </a:lnTo>
                <a:lnTo>
                  <a:pt x="14412" y="11544"/>
                </a:lnTo>
                <a:lnTo>
                  <a:pt x="14314" y="11642"/>
                </a:lnTo>
                <a:lnTo>
                  <a:pt x="14314" y="38602"/>
                </a:lnTo>
                <a:lnTo>
                  <a:pt x="14093" y="2035"/>
                </a:lnTo>
                <a:cubicBezTo>
                  <a:pt x="14093" y="1937"/>
                  <a:pt x="13995" y="1937"/>
                  <a:pt x="13995" y="1937"/>
                </a:cubicBezTo>
                <a:cubicBezTo>
                  <a:pt x="13995" y="1937"/>
                  <a:pt x="13897" y="1937"/>
                  <a:pt x="13897" y="2035"/>
                </a:cubicBezTo>
                <a:lnTo>
                  <a:pt x="13897" y="40023"/>
                </a:lnTo>
                <a:lnTo>
                  <a:pt x="13701" y="5098"/>
                </a:lnTo>
                <a:cubicBezTo>
                  <a:pt x="13701" y="5000"/>
                  <a:pt x="13578" y="5000"/>
                  <a:pt x="13578" y="5000"/>
                </a:cubicBezTo>
                <a:cubicBezTo>
                  <a:pt x="13578" y="5000"/>
                  <a:pt x="13480" y="5000"/>
                  <a:pt x="13480" y="5098"/>
                </a:cubicBezTo>
                <a:lnTo>
                  <a:pt x="13480" y="38087"/>
                </a:lnTo>
                <a:lnTo>
                  <a:pt x="13284" y="9706"/>
                </a:lnTo>
                <a:lnTo>
                  <a:pt x="13088" y="9706"/>
                </a:lnTo>
                <a:lnTo>
                  <a:pt x="13088" y="37989"/>
                </a:lnTo>
                <a:lnTo>
                  <a:pt x="12868" y="12451"/>
                </a:lnTo>
                <a:lnTo>
                  <a:pt x="12672" y="12451"/>
                </a:lnTo>
                <a:lnTo>
                  <a:pt x="12672" y="42180"/>
                </a:lnTo>
                <a:lnTo>
                  <a:pt x="12476" y="5098"/>
                </a:lnTo>
                <a:cubicBezTo>
                  <a:pt x="12476" y="5000"/>
                  <a:pt x="12353" y="5000"/>
                  <a:pt x="12353" y="5000"/>
                </a:cubicBezTo>
                <a:cubicBezTo>
                  <a:pt x="12353" y="5000"/>
                  <a:pt x="12255" y="5000"/>
                  <a:pt x="12255" y="5098"/>
                </a:cubicBezTo>
                <a:lnTo>
                  <a:pt x="12255" y="43504"/>
                </a:lnTo>
                <a:lnTo>
                  <a:pt x="12059" y="6937"/>
                </a:lnTo>
                <a:lnTo>
                  <a:pt x="11961" y="6838"/>
                </a:lnTo>
                <a:lnTo>
                  <a:pt x="11863" y="6937"/>
                </a:lnTo>
                <a:lnTo>
                  <a:pt x="11863" y="44631"/>
                </a:lnTo>
                <a:lnTo>
                  <a:pt x="11642" y="10000"/>
                </a:lnTo>
                <a:lnTo>
                  <a:pt x="11446" y="10000"/>
                </a:lnTo>
                <a:lnTo>
                  <a:pt x="11446" y="44533"/>
                </a:lnTo>
                <a:lnTo>
                  <a:pt x="11250" y="9902"/>
                </a:lnTo>
                <a:cubicBezTo>
                  <a:pt x="11250" y="9804"/>
                  <a:pt x="11128" y="9804"/>
                  <a:pt x="11128" y="9804"/>
                </a:cubicBezTo>
                <a:cubicBezTo>
                  <a:pt x="11128" y="9804"/>
                  <a:pt x="11030" y="9804"/>
                  <a:pt x="11030" y="9902"/>
                </a:cubicBezTo>
                <a:lnTo>
                  <a:pt x="11030" y="40759"/>
                </a:lnTo>
                <a:lnTo>
                  <a:pt x="10833" y="12574"/>
                </a:lnTo>
                <a:lnTo>
                  <a:pt x="10637" y="12574"/>
                </a:lnTo>
                <a:lnTo>
                  <a:pt x="10637" y="38504"/>
                </a:lnTo>
                <a:lnTo>
                  <a:pt x="10417" y="11446"/>
                </a:lnTo>
                <a:cubicBezTo>
                  <a:pt x="10417" y="11348"/>
                  <a:pt x="10319" y="11348"/>
                  <a:pt x="10319" y="11348"/>
                </a:cubicBezTo>
                <a:cubicBezTo>
                  <a:pt x="10319" y="11348"/>
                  <a:pt x="10221" y="11348"/>
                  <a:pt x="10221" y="11446"/>
                </a:cubicBezTo>
                <a:lnTo>
                  <a:pt x="10221" y="35122"/>
                </a:lnTo>
                <a:lnTo>
                  <a:pt x="10025" y="99"/>
                </a:lnTo>
                <a:cubicBezTo>
                  <a:pt x="10025" y="1"/>
                  <a:pt x="9902" y="1"/>
                  <a:pt x="9902" y="1"/>
                </a:cubicBezTo>
                <a:cubicBezTo>
                  <a:pt x="9902" y="1"/>
                  <a:pt x="9804" y="1"/>
                  <a:pt x="9804" y="99"/>
                </a:cubicBezTo>
                <a:lnTo>
                  <a:pt x="9804" y="41984"/>
                </a:lnTo>
                <a:lnTo>
                  <a:pt x="9608" y="4804"/>
                </a:lnTo>
                <a:lnTo>
                  <a:pt x="9412" y="4804"/>
                </a:lnTo>
                <a:lnTo>
                  <a:pt x="9412" y="42597"/>
                </a:lnTo>
                <a:lnTo>
                  <a:pt x="9191" y="11446"/>
                </a:lnTo>
                <a:cubicBezTo>
                  <a:pt x="9191" y="11348"/>
                  <a:pt x="9093" y="11348"/>
                  <a:pt x="9093" y="11348"/>
                </a:cubicBezTo>
                <a:cubicBezTo>
                  <a:pt x="9093" y="11348"/>
                  <a:pt x="8995" y="11348"/>
                  <a:pt x="8995" y="11446"/>
                </a:cubicBezTo>
                <a:lnTo>
                  <a:pt x="8995" y="39631"/>
                </a:lnTo>
                <a:lnTo>
                  <a:pt x="8799" y="7966"/>
                </a:lnTo>
                <a:lnTo>
                  <a:pt x="8579" y="7966"/>
                </a:lnTo>
                <a:lnTo>
                  <a:pt x="8579" y="42597"/>
                </a:lnTo>
                <a:lnTo>
                  <a:pt x="8383" y="7059"/>
                </a:lnTo>
                <a:lnTo>
                  <a:pt x="8187" y="7059"/>
                </a:lnTo>
                <a:lnTo>
                  <a:pt x="8187" y="42278"/>
                </a:lnTo>
                <a:lnTo>
                  <a:pt x="7966" y="5098"/>
                </a:lnTo>
                <a:lnTo>
                  <a:pt x="7868" y="5000"/>
                </a:lnTo>
                <a:lnTo>
                  <a:pt x="7770" y="5098"/>
                </a:lnTo>
                <a:lnTo>
                  <a:pt x="7770" y="42180"/>
                </a:lnTo>
                <a:lnTo>
                  <a:pt x="7574" y="7451"/>
                </a:lnTo>
                <a:lnTo>
                  <a:pt x="7353" y="7451"/>
                </a:lnTo>
                <a:lnTo>
                  <a:pt x="7353" y="40023"/>
                </a:lnTo>
                <a:lnTo>
                  <a:pt x="7157" y="12451"/>
                </a:lnTo>
                <a:lnTo>
                  <a:pt x="6961" y="12451"/>
                </a:lnTo>
                <a:lnTo>
                  <a:pt x="6961" y="42082"/>
                </a:lnTo>
                <a:lnTo>
                  <a:pt x="6741" y="7770"/>
                </a:lnTo>
                <a:lnTo>
                  <a:pt x="6642" y="7672"/>
                </a:lnTo>
                <a:lnTo>
                  <a:pt x="6544" y="7770"/>
                </a:lnTo>
                <a:lnTo>
                  <a:pt x="6544" y="40955"/>
                </a:lnTo>
                <a:lnTo>
                  <a:pt x="6348" y="7451"/>
                </a:lnTo>
                <a:lnTo>
                  <a:pt x="6128" y="7451"/>
                </a:lnTo>
                <a:lnTo>
                  <a:pt x="6128" y="39411"/>
                </a:lnTo>
                <a:lnTo>
                  <a:pt x="5932" y="12157"/>
                </a:lnTo>
                <a:cubicBezTo>
                  <a:pt x="5932" y="12059"/>
                  <a:pt x="5834" y="12059"/>
                  <a:pt x="5834" y="12059"/>
                </a:cubicBezTo>
                <a:cubicBezTo>
                  <a:pt x="5834" y="12059"/>
                  <a:pt x="5736" y="12059"/>
                  <a:pt x="5736" y="12157"/>
                </a:cubicBezTo>
                <a:lnTo>
                  <a:pt x="5736" y="38920"/>
                </a:lnTo>
                <a:lnTo>
                  <a:pt x="5515" y="10000"/>
                </a:lnTo>
                <a:lnTo>
                  <a:pt x="5417" y="9902"/>
                </a:lnTo>
                <a:cubicBezTo>
                  <a:pt x="5417" y="10000"/>
                  <a:pt x="5319" y="10000"/>
                  <a:pt x="5319" y="10000"/>
                </a:cubicBezTo>
                <a:lnTo>
                  <a:pt x="5319" y="44827"/>
                </a:lnTo>
                <a:lnTo>
                  <a:pt x="5123" y="10735"/>
                </a:lnTo>
                <a:lnTo>
                  <a:pt x="5000" y="10613"/>
                </a:lnTo>
                <a:lnTo>
                  <a:pt x="4902" y="10735"/>
                </a:lnTo>
                <a:lnTo>
                  <a:pt x="4902" y="42278"/>
                </a:lnTo>
                <a:lnTo>
                  <a:pt x="4706" y="8775"/>
                </a:lnTo>
                <a:lnTo>
                  <a:pt x="4510" y="8775"/>
                </a:lnTo>
                <a:lnTo>
                  <a:pt x="4510" y="39117"/>
                </a:lnTo>
                <a:lnTo>
                  <a:pt x="4290" y="1128"/>
                </a:lnTo>
                <a:cubicBezTo>
                  <a:pt x="4290" y="1030"/>
                  <a:pt x="4192" y="1030"/>
                  <a:pt x="4192" y="1030"/>
                </a:cubicBezTo>
                <a:cubicBezTo>
                  <a:pt x="4192" y="1030"/>
                  <a:pt x="4094" y="1030"/>
                  <a:pt x="4094" y="1128"/>
                </a:cubicBezTo>
                <a:lnTo>
                  <a:pt x="4094" y="40538"/>
                </a:lnTo>
                <a:lnTo>
                  <a:pt x="3897" y="4706"/>
                </a:lnTo>
                <a:lnTo>
                  <a:pt x="3677" y="4706"/>
                </a:lnTo>
                <a:lnTo>
                  <a:pt x="3677" y="39729"/>
                </a:lnTo>
                <a:lnTo>
                  <a:pt x="3481" y="2451"/>
                </a:lnTo>
                <a:lnTo>
                  <a:pt x="3285" y="2451"/>
                </a:lnTo>
                <a:lnTo>
                  <a:pt x="3285" y="40342"/>
                </a:lnTo>
                <a:lnTo>
                  <a:pt x="3064" y="613"/>
                </a:lnTo>
                <a:lnTo>
                  <a:pt x="2868" y="613"/>
                </a:lnTo>
                <a:lnTo>
                  <a:pt x="2868" y="44827"/>
                </a:lnTo>
                <a:lnTo>
                  <a:pt x="2672" y="10735"/>
                </a:lnTo>
                <a:lnTo>
                  <a:pt x="2550" y="10613"/>
                </a:lnTo>
                <a:lnTo>
                  <a:pt x="2451" y="10735"/>
                </a:lnTo>
                <a:lnTo>
                  <a:pt x="2451" y="40857"/>
                </a:lnTo>
                <a:lnTo>
                  <a:pt x="2255" y="197"/>
                </a:lnTo>
                <a:lnTo>
                  <a:pt x="2157" y="99"/>
                </a:lnTo>
                <a:lnTo>
                  <a:pt x="2059" y="197"/>
                </a:lnTo>
                <a:lnTo>
                  <a:pt x="2059" y="39729"/>
                </a:lnTo>
                <a:lnTo>
                  <a:pt x="1839" y="6838"/>
                </a:lnTo>
                <a:cubicBezTo>
                  <a:pt x="1839" y="6740"/>
                  <a:pt x="1741" y="6740"/>
                  <a:pt x="1741" y="6740"/>
                </a:cubicBezTo>
                <a:cubicBezTo>
                  <a:pt x="1741" y="6740"/>
                  <a:pt x="1643" y="6740"/>
                  <a:pt x="1643" y="6838"/>
                </a:cubicBezTo>
                <a:lnTo>
                  <a:pt x="1643" y="39018"/>
                </a:lnTo>
                <a:lnTo>
                  <a:pt x="1447" y="932"/>
                </a:lnTo>
                <a:lnTo>
                  <a:pt x="1324" y="809"/>
                </a:lnTo>
                <a:lnTo>
                  <a:pt x="1226" y="932"/>
                </a:lnTo>
                <a:lnTo>
                  <a:pt x="1226" y="37572"/>
                </a:lnTo>
                <a:lnTo>
                  <a:pt x="1030" y="1643"/>
                </a:lnTo>
                <a:cubicBezTo>
                  <a:pt x="1030" y="1545"/>
                  <a:pt x="932" y="1545"/>
                  <a:pt x="932" y="1545"/>
                </a:cubicBezTo>
                <a:cubicBezTo>
                  <a:pt x="932" y="1545"/>
                  <a:pt x="834" y="1545"/>
                  <a:pt x="834" y="1643"/>
                </a:cubicBezTo>
                <a:lnTo>
                  <a:pt x="834" y="44116"/>
                </a:lnTo>
                <a:lnTo>
                  <a:pt x="613" y="12157"/>
                </a:lnTo>
                <a:cubicBezTo>
                  <a:pt x="613" y="12059"/>
                  <a:pt x="515" y="12059"/>
                  <a:pt x="515" y="12059"/>
                </a:cubicBezTo>
                <a:cubicBezTo>
                  <a:pt x="515" y="12059"/>
                  <a:pt x="417" y="12059"/>
                  <a:pt x="417" y="12157"/>
                </a:cubicBezTo>
                <a:lnTo>
                  <a:pt x="417" y="41053"/>
                </a:lnTo>
                <a:lnTo>
                  <a:pt x="221" y="99"/>
                </a:lnTo>
                <a:lnTo>
                  <a:pt x="221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30000">
                <a:srgbClr val="F6D6AD"/>
              </a:gs>
              <a:gs pos="50000">
                <a:schemeClr val="lt2"/>
              </a:gs>
              <a:gs pos="69000">
                <a:srgbClr val="F6D6AD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70"/>
          <p:cNvSpPr/>
          <p:nvPr/>
        </p:nvSpPr>
        <p:spPr>
          <a:xfrm>
            <a:off x="0" y="1601525"/>
            <a:ext cx="9144000" cy="35421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70"/>
          <p:cNvCxnSpPr/>
          <p:nvPr/>
        </p:nvCxnSpPr>
        <p:spPr>
          <a:xfrm>
            <a:off x="1233588" y="4603375"/>
            <a:ext cx="6676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1"/>
          <p:cNvSpPr/>
          <p:nvPr/>
        </p:nvSpPr>
        <p:spPr>
          <a:xfrm>
            <a:off x="-660124" y="901125"/>
            <a:ext cx="6427950" cy="3434119"/>
          </a:xfrm>
          <a:custGeom>
            <a:rect b="b" l="l" r="r" t="t"/>
            <a:pathLst>
              <a:path extrusionOk="0" h="65145" w="121932">
                <a:moveTo>
                  <a:pt x="11029" y="20416"/>
                </a:moveTo>
                <a:cubicBezTo>
                  <a:pt x="11127" y="21544"/>
                  <a:pt x="11250" y="22769"/>
                  <a:pt x="11250" y="23897"/>
                </a:cubicBezTo>
                <a:lnTo>
                  <a:pt x="11250" y="24093"/>
                </a:lnTo>
                <a:cubicBezTo>
                  <a:pt x="11250" y="22867"/>
                  <a:pt x="11127" y="21740"/>
                  <a:pt x="11029" y="20612"/>
                </a:cubicBezTo>
                <a:lnTo>
                  <a:pt x="11029" y="20416"/>
                </a:lnTo>
                <a:close/>
                <a:moveTo>
                  <a:pt x="12573" y="20833"/>
                </a:moveTo>
                <a:cubicBezTo>
                  <a:pt x="12573" y="21960"/>
                  <a:pt x="12671" y="23186"/>
                  <a:pt x="12769" y="24289"/>
                </a:cubicBezTo>
                <a:lnTo>
                  <a:pt x="12769" y="24607"/>
                </a:lnTo>
                <a:cubicBezTo>
                  <a:pt x="12671" y="23480"/>
                  <a:pt x="12573" y="22255"/>
                  <a:pt x="12573" y="21127"/>
                </a:cubicBezTo>
                <a:lnTo>
                  <a:pt x="12573" y="20833"/>
                </a:lnTo>
                <a:close/>
                <a:moveTo>
                  <a:pt x="9093" y="21740"/>
                </a:moveTo>
                <a:cubicBezTo>
                  <a:pt x="9191" y="22671"/>
                  <a:pt x="9289" y="23676"/>
                  <a:pt x="9411" y="24705"/>
                </a:cubicBezTo>
                <a:lnTo>
                  <a:pt x="9411" y="24803"/>
                </a:lnTo>
                <a:cubicBezTo>
                  <a:pt x="9289" y="23799"/>
                  <a:pt x="9191" y="22769"/>
                  <a:pt x="9093" y="21838"/>
                </a:cubicBezTo>
                <a:lnTo>
                  <a:pt x="9093" y="21740"/>
                </a:lnTo>
                <a:close/>
                <a:moveTo>
                  <a:pt x="13284" y="19510"/>
                </a:moveTo>
                <a:cubicBezTo>
                  <a:pt x="13382" y="21029"/>
                  <a:pt x="13480" y="22671"/>
                  <a:pt x="13578" y="24289"/>
                </a:cubicBezTo>
                <a:lnTo>
                  <a:pt x="13578" y="25122"/>
                </a:lnTo>
                <a:cubicBezTo>
                  <a:pt x="13480" y="23480"/>
                  <a:pt x="13382" y="21960"/>
                  <a:pt x="13284" y="20318"/>
                </a:cubicBezTo>
                <a:lnTo>
                  <a:pt x="13284" y="19510"/>
                </a:lnTo>
                <a:close/>
                <a:moveTo>
                  <a:pt x="7671" y="22353"/>
                </a:moveTo>
                <a:cubicBezTo>
                  <a:pt x="7769" y="23186"/>
                  <a:pt x="7965" y="23995"/>
                  <a:pt x="8063" y="24803"/>
                </a:cubicBezTo>
                <a:lnTo>
                  <a:pt x="8063" y="25220"/>
                </a:lnTo>
                <a:cubicBezTo>
                  <a:pt x="7965" y="24411"/>
                  <a:pt x="7769" y="23480"/>
                  <a:pt x="7671" y="22769"/>
                </a:cubicBezTo>
                <a:lnTo>
                  <a:pt x="7671" y="22353"/>
                </a:lnTo>
                <a:close/>
                <a:moveTo>
                  <a:pt x="11960" y="19608"/>
                </a:moveTo>
                <a:cubicBezTo>
                  <a:pt x="12058" y="21127"/>
                  <a:pt x="12254" y="22671"/>
                  <a:pt x="12352" y="24289"/>
                </a:cubicBezTo>
                <a:lnTo>
                  <a:pt x="12352" y="25416"/>
                </a:lnTo>
                <a:cubicBezTo>
                  <a:pt x="12254" y="23897"/>
                  <a:pt x="12058" y="22255"/>
                  <a:pt x="11960" y="20735"/>
                </a:cubicBezTo>
                <a:lnTo>
                  <a:pt x="11960" y="19608"/>
                </a:lnTo>
                <a:close/>
                <a:moveTo>
                  <a:pt x="14509" y="18382"/>
                </a:moveTo>
                <a:cubicBezTo>
                  <a:pt x="14607" y="20000"/>
                  <a:pt x="14705" y="21642"/>
                  <a:pt x="14803" y="23382"/>
                </a:cubicBezTo>
                <a:lnTo>
                  <a:pt x="14803" y="25416"/>
                </a:lnTo>
                <a:cubicBezTo>
                  <a:pt x="14705" y="23676"/>
                  <a:pt x="14607" y="22058"/>
                  <a:pt x="14509" y="20318"/>
                </a:cubicBezTo>
                <a:lnTo>
                  <a:pt x="14509" y="18382"/>
                </a:lnTo>
                <a:close/>
                <a:moveTo>
                  <a:pt x="15024" y="18897"/>
                </a:moveTo>
                <a:cubicBezTo>
                  <a:pt x="15122" y="20612"/>
                  <a:pt x="15220" y="22451"/>
                  <a:pt x="15318" y="24191"/>
                </a:cubicBezTo>
                <a:lnTo>
                  <a:pt x="15318" y="25637"/>
                </a:lnTo>
                <a:cubicBezTo>
                  <a:pt x="15220" y="23799"/>
                  <a:pt x="15122" y="22058"/>
                  <a:pt x="15024" y="20318"/>
                </a:cubicBezTo>
                <a:lnTo>
                  <a:pt x="15024" y="18897"/>
                </a:lnTo>
                <a:close/>
                <a:moveTo>
                  <a:pt x="13798" y="19289"/>
                </a:moveTo>
                <a:cubicBezTo>
                  <a:pt x="13896" y="20735"/>
                  <a:pt x="13995" y="22255"/>
                  <a:pt x="14191" y="23799"/>
                </a:cubicBezTo>
                <a:lnTo>
                  <a:pt x="14191" y="26127"/>
                </a:lnTo>
                <a:cubicBezTo>
                  <a:pt x="13995" y="24509"/>
                  <a:pt x="13896" y="22965"/>
                  <a:pt x="13798" y="21544"/>
                </a:cubicBezTo>
                <a:lnTo>
                  <a:pt x="13798" y="19289"/>
                </a:lnTo>
                <a:close/>
                <a:moveTo>
                  <a:pt x="4902" y="25024"/>
                </a:moveTo>
                <a:cubicBezTo>
                  <a:pt x="5000" y="25416"/>
                  <a:pt x="5122" y="25833"/>
                  <a:pt x="5220" y="26249"/>
                </a:cubicBezTo>
                <a:lnTo>
                  <a:pt x="5220" y="26347"/>
                </a:lnTo>
                <a:cubicBezTo>
                  <a:pt x="5122" y="25833"/>
                  <a:pt x="5000" y="25416"/>
                  <a:pt x="4902" y="25122"/>
                </a:cubicBezTo>
                <a:lnTo>
                  <a:pt x="4902" y="25024"/>
                </a:lnTo>
                <a:close/>
                <a:moveTo>
                  <a:pt x="15539" y="18676"/>
                </a:moveTo>
                <a:cubicBezTo>
                  <a:pt x="15637" y="20318"/>
                  <a:pt x="15735" y="22058"/>
                  <a:pt x="15931" y="23799"/>
                </a:cubicBezTo>
                <a:lnTo>
                  <a:pt x="15931" y="26544"/>
                </a:lnTo>
                <a:cubicBezTo>
                  <a:pt x="15735" y="24803"/>
                  <a:pt x="15637" y="23063"/>
                  <a:pt x="15539" y="21348"/>
                </a:cubicBezTo>
                <a:lnTo>
                  <a:pt x="15539" y="18676"/>
                </a:lnTo>
                <a:close/>
                <a:moveTo>
                  <a:pt x="16641" y="18480"/>
                </a:moveTo>
                <a:cubicBezTo>
                  <a:pt x="16764" y="20220"/>
                  <a:pt x="16862" y="22058"/>
                  <a:pt x="16960" y="23897"/>
                </a:cubicBezTo>
                <a:lnTo>
                  <a:pt x="16960" y="26642"/>
                </a:lnTo>
                <a:cubicBezTo>
                  <a:pt x="16862" y="24803"/>
                  <a:pt x="16764" y="22965"/>
                  <a:pt x="16641" y="21225"/>
                </a:cubicBezTo>
                <a:lnTo>
                  <a:pt x="16641" y="18480"/>
                </a:lnTo>
                <a:close/>
                <a:moveTo>
                  <a:pt x="79359" y="22573"/>
                </a:moveTo>
                <a:cubicBezTo>
                  <a:pt x="79359" y="23897"/>
                  <a:pt x="79457" y="25122"/>
                  <a:pt x="79457" y="26446"/>
                </a:cubicBezTo>
                <a:lnTo>
                  <a:pt x="79457" y="26642"/>
                </a:lnTo>
                <a:cubicBezTo>
                  <a:pt x="79457" y="25318"/>
                  <a:pt x="79359" y="23995"/>
                  <a:pt x="79359" y="22671"/>
                </a:cubicBezTo>
                <a:lnTo>
                  <a:pt x="79359" y="22573"/>
                </a:lnTo>
                <a:close/>
                <a:moveTo>
                  <a:pt x="16151" y="18995"/>
                </a:moveTo>
                <a:cubicBezTo>
                  <a:pt x="16249" y="20931"/>
                  <a:pt x="16347" y="22965"/>
                  <a:pt x="16445" y="25024"/>
                </a:cubicBezTo>
                <a:lnTo>
                  <a:pt x="16445" y="26960"/>
                </a:lnTo>
                <a:cubicBezTo>
                  <a:pt x="16347" y="24901"/>
                  <a:pt x="16249" y="22965"/>
                  <a:pt x="16151" y="20931"/>
                </a:cubicBezTo>
                <a:lnTo>
                  <a:pt x="16151" y="18995"/>
                </a:lnTo>
                <a:close/>
                <a:moveTo>
                  <a:pt x="18186" y="20220"/>
                </a:moveTo>
                <a:cubicBezTo>
                  <a:pt x="18284" y="21838"/>
                  <a:pt x="18284" y="23480"/>
                  <a:pt x="18382" y="25122"/>
                </a:cubicBezTo>
                <a:lnTo>
                  <a:pt x="18382" y="27058"/>
                </a:lnTo>
                <a:cubicBezTo>
                  <a:pt x="18284" y="25416"/>
                  <a:pt x="18284" y="23799"/>
                  <a:pt x="18186" y="22156"/>
                </a:cubicBezTo>
                <a:lnTo>
                  <a:pt x="18186" y="20220"/>
                </a:lnTo>
                <a:close/>
                <a:moveTo>
                  <a:pt x="17156" y="19510"/>
                </a:moveTo>
                <a:cubicBezTo>
                  <a:pt x="17254" y="21127"/>
                  <a:pt x="17377" y="22867"/>
                  <a:pt x="17475" y="24607"/>
                </a:cubicBezTo>
                <a:lnTo>
                  <a:pt x="17475" y="27671"/>
                </a:lnTo>
                <a:cubicBezTo>
                  <a:pt x="17377" y="25931"/>
                  <a:pt x="17254" y="24191"/>
                  <a:pt x="17156" y="22451"/>
                </a:cubicBezTo>
                <a:lnTo>
                  <a:pt x="17156" y="19510"/>
                </a:lnTo>
                <a:close/>
                <a:moveTo>
                  <a:pt x="21347" y="23186"/>
                </a:moveTo>
                <a:cubicBezTo>
                  <a:pt x="21445" y="24607"/>
                  <a:pt x="21445" y="26029"/>
                  <a:pt x="21445" y="27573"/>
                </a:cubicBezTo>
                <a:lnTo>
                  <a:pt x="21445" y="28088"/>
                </a:lnTo>
                <a:cubicBezTo>
                  <a:pt x="21445" y="26642"/>
                  <a:pt x="21445" y="25122"/>
                  <a:pt x="21347" y="23676"/>
                </a:cubicBezTo>
                <a:lnTo>
                  <a:pt x="21347" y="23186"/>
                </a:lnTo>
                <a:close/>
                <a:moveTo>
                  <a:pt x="17671" y="18897"/>
                </a:moveTo>
                <a:cubicBezTo>
                  <a:pt x="17769" y="20735"/>
                  <a:pt x="17867" y="22671"/>
                  <a:pt x="17989" y="24509"/>
                </a:cubicBezTo>
                <a:lnTo>
                  <a:pt x="17989" y="28284"/>
                </a:lnTo>
                <a:cubicBezTo>
                  <a:pt x="17867" y="26347"/>
                  <a:pt x="17769" y="24411"/>
                  <a:pt x="17671" y="22573"/>
                </a:cubicBezTo>
                <a:lnTo>
                  <a:pt x="17671" y="18897"/>
                </a:lnTo>
                <a:close/>
                <a:moveTo>
                  <a:pt x="74458" y="18995"/>
                </a:moveTo>
                <a:cubicBezTo>
                  <a:pt x="74458" y="21838"/>
                  <a:pt x="74458" y="24705"/>
                  <a:pt x="74556" y="27573"/>
                </a:cubicBezTo>
                <a:lnTo>
                  <a:pt x="74556" y="28480"/>
                </a:lnTo>
                <a:cubicBezTo>
                  <a:pt x="74458" y="25637"/>
                  <a:pt x="74458" y="22769"/>
                  <a:pt x="74458" y="19804"/>
                </a:cubicBezTo>
                <a:lnTo>
                  <a:pt x="74458" y="18995"/>
                </a:lnTo>
                <a:close/>
                <a:moveTo>
                  <a:pt x="22475" y="22573"/>
                </a:moveTo>
                <a:cubicBezTo>
                  <a:pt x="22475" y="24289"/>
                  <a:pt x="22573" y="26127"/>
                  <a:pt x="22573" y="27867"/>
                </a:cubicBezTo>
                <a:lnTo>
                  <a:pt x="22573" y="29092"/>
                </a:lnTo>
                <a:cubicBezTo>
                  <a:pt x="22573" y="27254"/>
                  <a:pt x="22475" y="25514"/>
                  <a:pt x="22475" y="23676"/>
                </a:cubicBezTo>
                <a:lnTo>
                  <a:pt x="22475" y="22573"/>
                </a:lnTo>
                <a:close/>
                <a:moveTo>
                  <a:pt x="72301" y="18774"/>
                </a:moveTo>
                <a:cubicBezTo>
                  <a:pt x="72301" y="22058"/>
                  <a:pt x="72301" y="25318"/>
                  <a:pt x="72399" y="28480"/>
                </a:cubicBezTo>
                <a:lnTo>
                  <a:pt x="72399" y="29191"/>
                </a:lnTo>
                <a:cubicBezTo>
                  <a:pt x="72301" y="25931"/>
                  <a:pt x="72301" y="22671"/>
                  <a:pt x="72301" y="19387"/>
                </a:cubicBezTo>
                <a:lnTo>
                  <a:pt x="72301" y="18774"/>
                </a:lnTo>
                <a:close/>
                <a:moveTo>
                  <a:pt x="20024" y="19093"/>
                </a:moveTo>
                <a:cubicBezTo>
                  <a:pt x="20122" y="21127"/>
                  <a:pt x="20220" y="23186"/>
                  <a:pt x="20318" y="25318"/>
                </a:cubicBezTo>
                <a:lnTo>
                  <a:pt x="20318" y="29509"/>
                </a:lnTo>
                <a:cubicBezTo>
                  <a:pt x="20220" y="27352"/>
                  <a:pt x="20122" y="25318"/>
                  <a:pt x="20024" y="23186"/>
                </a:cubicBezTo>
                <a:lnTo>
                  <a:pt x="20024" y="19093"/>
                </a:lnTo>
                <a:close/>
                <a:moveTo>
                  <a:pt x="82423" y="22573"/>
                </a:moveTo>
                <a:cubicBezTo>
                  <a:pt x="82423" y="24803"/>
                  <a:pt x="82423" y="27058"/>
                  <a:pt x="82521" y="29313"/>
                </a:cubicBezTo>
                <a:lnTo>
                  <a:pt x="82521" y="29509"/>
                </a:lnTo>
                <a:cubicBezTo>
                  <a:pt x="82423" y="27254"/>
                  <a:pt x="82423" y="24901"/>
                  <a:pt x="82423" y="22671"/>
                </a:cubicBezTo>
                <a:lnTo>
                  <a:pt x="82423" y="22573"/>
                </a:lnTo>
                <a:close/>
                <a:moveTo>
                  <a:pt x="18896" y="18995"/>
                </a:moveTo>
                <a:cubicBezTo>
                  <a:pt x="18994" y="21029"/>
                  <a:pt x="19092" y="23186"/>
                  <a:pt x="19313" y="25220"/>
                </a:cubicBezTo>
                <a:lnTo>
                  <a:pt x="19313" y="29607"/>
                </a:lnTo>
                <a:cubicBezTo>
                  <a:pt x="19092" y="27475"/>
                  <a:pt x="18994" y="25416"/>
                  <a:pt x="18896" y="23284"/>
                </a:cubicBezTo>
                <a:lnTo>
                  <a:pt x="18896" y="18995"/>
                </a:lnTo>
                <a:close/>
                <a:moveTo>
                  <a:pt x="75364" y="19608"/>
                </a:moveTo>
                <a:cubicBezTo>
                  <a:pt x="75462" y="22671"/>
                  <a:pt x="75462" y="25735"/>
                  <a:pt x="75585" y="28798"/>
                </a:cubicBezTo>
                <a:lnTo>
                  <a:pt x="75585" y="29705"/>
                </a:lnTo>
                <a:cubicBezTo>
                  <a:pt x="75462" y="26544"/>
                  <a:pt x="75462" y="23480"/>
                  <a:pt x="75364" y="20416"/>
                </a:cubicBezTo>
                <a:lnTo>
                  <a:pt x="75364" y="19608"/>
                </a:lnTo>
                <a:close/>
                <a:moveTo>
                  <a:pt x="19509" y="19510"/>
                </a:moveTo>
                <a:cubicBezTo>
                  <a:pt x="19607" y="21642"/>
                  <a:pt x="19705" y="23897"/>
                  <a:pt x="19828" y="26127"/>
                </a:cubicBezTo>
                <a:lnTo>
                  <a:pt x="19828" y="29803"/>
                </a:lnTo>
                <a:cubicBezTo>
                  <a:pt x="19705" y="27573"/>
                  <a:pt x="19607" y="25318"/>
                  <a:pt x="19509" y="23186"/>
                </a:cubicBezTo>
                <a:lnTo>
                  <a:pt x="19509" y="19510"/>
                </a:lnTo>
                <a:close/>
                <a:moveTo>
                  <a:pt x="23381" y="24705"/>
                </a:moveTo>
                <a:cubicBezTo>
                  <a:pt x="23504" y="26029"/>
                  <a:pt x="23504" y="27352"/>
                  <a:pt x="23504" y="28700"/>
                </a:cubicBezTo>
                <a:lnTo>
                  <a:pt x="23504" y="30024"/>
                </a:lnTo>
                <a:cubicBezTo>
                  <a:pt x="23504" y="28700"/>
                  <a:pt x="23504" y="27352"/>
                  <a:pt x="23381" y="25931"/>
                </a:cubicBezTo>
                <a:lnTo>
                  <a:pt x="23381" y="24705"/>
                </a:lnTo>
                <a:close/>
                <a:moveTo>
                  <a:pt x="23700" y="23186"/>
                </a:moveTo>
                <a:cubicBezTo>
                  <a:pt x="23798" y="24509"/>
                  <a:pt x="23798" y="25931"/>
                  <a:pt x="23798" y="27352"/>
                </a:cubicBezTo>
                <a:lnTo>
                  <a:pt x="23798" y="30122"/>
                </a:lnTo>
                <a:cubicBezTo>
                  <a:pt x="23798" y="28798"/>
                  <a:pt x="23700" y="27352"/>
                  <a:pt x="23700" y="26029"/>
                </a:cubicBezTo>
                <a:lnTo>
                  <a:pt x="23700" y="23186"/>
                </a:lnTo>
                <a:close/>
                <a:moveTo>
                  <a:pt x="69654" y="15319"/>
                </a:moveTo>
                <a:cubicBezTo>
                  <a:pt x="69752" y="20318"/>
                  <a:pt x="69850" y="25220"/>
                  <a:pt x="69948" y="30122"/>
                </a:cubicBezTo>
                <a:lnTo>
                  <a:pt x="69948" y="30735"/>
                </a:lnTo>
                <a:cubicBezTo>
                  <a:pt x="69850" y="25637"/>
                  <a:pt x="69752" y="20514"/>
                  <a:pt x="69654" y="15417"/>
                </a:cubicBezTo>
                <a:lnTo>
                  <a:pt x="69654" y="15319"/>
                </a:lnTo>
                <a:close/>
                <a:moveTo>
                  <a:pt x="24607" y="24705"/>
                </a:moveTo>
                <a:cubicBezTo>
                  <a:pt x="24607" y="26642"/>
                  <a:pt x="24729" y="28480"/>
                  <a:pt x="24729" y="30318"/>
                </a:cubicBezTo>
                <a:lnTo>
                  <a:pt x="24729" y="31249"/>
                </a:lnTo>
                <a:cubicBezTo>
                  <a:pt x="24729" y="29411"/>
                  <a:pt x="24607" y="27573"/>
                  <a:pt x="24607" y="25735"/>
                </a:cubicBezTo>
                <a:lnTo>
                  <a:pt x="24607" y="24705"/>
                </a:lnTo>
                <a:close/>
                <a:moveTo>
                  <a:pt x="20538" y="19093"/>
                </a:moveTo>
                <a:cubicBezTo>
                  <a:pt x="20636" y="21740"/>
                  <a:pt x="20734" y="24411"/>
                  <a:pt x="20832" y="27156"/>
                </a:cubicBezTo>
                <a:lnTo>
                  <a:pt x="20832" y="31543"/>
                </a:lnTo>
                <a:cubicBezTo>
                  <a:pt x="20734" y="28700"/>
                  <a:pt x="20636" y="26029"/>
                  <a:pt x="20538" y="23284"/>
                </a:cubicBezTo>
                <a:lnTo>
                  <a:pt x="20538" y="19093"/>
                </a:lnTo>
                <a:close/>
                <a:moveTo>
                  <a:pt x="27180" y="25416"/>
                </a:moveTo>
                <a:cubicBezTo>
                  <a:pt x="27278" y="26862"/>
                  <a:pt x="27278" y="28284"/>
                  <a:pt x="27278" y="29803"/>
                </a:cubicBezTo>
                <a:lnTo>
                  <a:pt x="27278" y="31960"/>
                </a:lnTo>
                <a:cubicBezTo>
                  <a:pt x="27278" y="30538"/>
                  <a:pt x="27278" y="28994"/>
                  <a:pt x="27180" y="27573"/>
                </a:cubicBezTo>
                <a:lnTo>
                  <a:pt x="27180" y="25416"/>
                </a:lnTo>
                <a:close/>
                <a:moveTo>
                  <a:pt x="22989" y="20220"/>
                </a:moveTo>
                <a:cubicBezTo>
                  <a:pt x="22989" y="22353"/>
                  <a:pt x="23087" y="24607"/>
                  <a:pt x="23185" y="26862"/>
                </a:cubicBezTo>
                <a:lnTo>
                  <a:pt x="23185" y="32058"/>
                </a:lnTo>
                <a:cubicBezTo>
                  <a:pt x="23087" y="29803"/>
                  <a:pt x="22989" y="27671"/>
                  <a:pt x="22989" y="25514"/>
                </a:cubicBezTo>
                <a:lnTo>
                  <a:pt x="22989" y="20220"/>
                </a:lnTo>
                <a:close/>
                <a:moveTo>
                  <a:pt x="25538" y="25220"/>
                </a:moveTo>
                <a:cubicBezTo>
                  <a:pt x="25636" y="26960"/>
                  <a:pt x="25636" y="28578"/>
                  <a:pt x="25636" y="30318"/>
                </a:cubicBezTo>
                <a:lnTo>
                  <a:pt x="25636" y="32377"/>
                </a:lnTo>
                <a:cubicBezTo>
                  <a:pt x="25636" y="30637"/>
                  <a:pt x="25636" y="28994"/>
                  <a:pt x="25538" y="27254"/>
                </a:cubicBezTo>
                <a:lnTo>
                  <a:pt x="25538" y="25220"/>
                </a:lnTo>
                <a:close/>
                <a:moveTo>
                  <a:pt x="76394" y="10931"/>
                </a:moveTo>
                <a:cubicBezTo>
                  <a:pt x="76492" y="16029"/>
                  <a:pt x="76590" y="21029"/>
                  <a:pt x="76688" y="26029"/>
                </a:cubicBezTo>
                <a:lnTo>
                  <a:pt x="76688" y="32475"/>
                </a:lnTo>
                <a:cubicBezTo>
                  <a:pt x="76590" y="27352"/>
                  <a:pt x="76492" y="22255"/>
                  <a:pt x="76394" y="17157"/>
                </a:cubicBezTo>
                <a:lnTo>
                  <a:pt x="76394" y="10931"/>
                </a:lnTo>
                <a:close/>
                <a:moveTo>
                  <a:pt x="77619" y="12770"/>
                </a:moveTo>
                <a:cubicBezTo>
                  <a:pt x="77717" y="17157"/>
                  <a:pt x="77815" y="21544"/>
                  <a:pt x="77913" y="25931"/>
                </a:cubicBezTo>
                <a:lnTo>
                  <a:pt x="77913" y="32475"/>
                </a:lnTo>
                <a:cubicBezTo>
                  <a:pt x="77815" y="27965"/>
                  <a:pt x="77717" y="23480"/>
                  <a:pt x="77619" y="18995"/>
                </a:cubicBezTo>
                <a:lnTo>
                  <a:pt x="77619" y="12770"/>
                </a:lnTo>
                <a:close/>
                <a:moveTo>
                  <a:pt x="21862" y="20000"/>
                </a:moveTo>
                <a:cubicBezTo>
                  <a:pt x="22058" y="22671"/>
                  <a:pt x="22156" y="25416"/>
                  <a:pt x="22278" y="28186"/>
                </a:cubicBezTo>
                <a:lnTo>
                  <a:pt x="22278" y="33087"/>
                </a:lnTo>
                <a:cubicBezTo>
                  <a:pt x="22156" y="30318"/>
                  <a:pt x="22058" y="27573"/>
                  <a:pt x="21862" y="24803"/>
                </a:cubicBezTo>
                <a:lnTo>
                  <a:pt x="21862" y="20000"/>
                </a:lnTo>
                <a:close/>
                <a:moveTo>
                  <a:pt x="80266" y="14902"/>
                </a:moveTo>
                <a:cubicBezTo>
                  <a:pt x="80364" y="18578"/>
                  <a:pt x="80487" y="22255"/>
                  <a:pt x="80585" y="25931"/>
                </a:cubicBezTo>
                <a:lnTo>
                  <a:pt x="80585" y="33602"/>
                </a:lnTo>
                <a:cubicBezTo>
                  <a:pt x="80487" y="29926"/>
                  <a:pt x="80364" y="26249"/>
                  <a:pt x="80266" y="22573"/>
                </a:cubicBezTo>
                <a:lnTo>
                  <a:pt x="80266" y="14902"/>
                </a:lnTo>
                <a:close/>
                <a:moveTo>
                  <a:pt x="72619" y="11544"/>
                </a:moveTo>
                <a:cubicBezTo>
                  <a:pt x="72718" y="17157"/>
                  <a:pt x="72816" y="22867"/>
                  <a:pt x="73012" y="28480"/>
                </a:cubicBezTo>
                <a:lnTo>
                  <a:pt x="73012" y="33896"/>
                </a:lnTo>
                <a:cubicBezTo>
                  <a:pt x="72816" y="28186"/>
                  <a:pt x="72718" y="22353"/>
                  <a:pt x="72619" y="16642"/>
                </a:cubicBezTo>
                <a:lnTo>
                  <a:pt x="72619" y="11544"/>
                </a:lnTo>
                <a:close/>
                <a:moveTo>
                  <a:pt x="26862" y="23284"/>
                </a:moveTo>
                <a:cubicBezTo>
                  <a:pt x="26862" y="25514"/>
                  <a:pt x="26960" y="27867"/>
                  <a:pt x="26960" y="30122"/>
                </a:cubicBezTo>
                <a:lnTo>
                  <a:pt x="26960" y="33994"/>
                </a:lnTo>
                <a:cubicBezTo>
                  <a:pt x="26960" y="31764"/>
                  <a:pt x="26862" y="29509"/>
                  <a:pt x="26862" y="27156"/>
                </a:cubicBezTo>
                <a:lnTo>
                  <a:pt x="26862" y="23284"/>
                </a:lnTo>
                <a:close/>
                <a:moveTo>
                  <a:pt x="23994" y="19804"/>
                </a:moveTo>
                <a:cubicBezTo>
                  <a:pt x="24117" y="22671"/>
                  <a:pt x="24313" y="25514"/>
                  <a:pt x="24411" y="28480"/>
                </a:cubicBezTo>
                <a:lnTo>
                  <a:pt x="24411" y="34215"/>
                </a:lnTo>
                <a:cubicBezTo>
                  <a:pt x="24313" y="31249"/>
                  <a:pt x="24117" y="28382"/>
                  <a:pt x="23994" y="25416"/>
                </a:cubicBezTo>
                <a:lnTo>
                  <a:pt x="23994" y="19804"/>
                </a:lnTo>
                <a:close/>
                <a:moveTo>
                  <a:pt x="70781" y="16740"/>
                </a:moveTo>
                <a:cubicBezTo>
                  <a:pt x="70879" y="21740"/>
                  <a:pt x="70977" y="26740"/>
                  <a:pt x="71075" y="31641"/>
                </a:cubicBezTo>
                <a:lnTo>
                  <a:pt x="71075" y="34313"/>
                </a:lnTo>
                <a:cubicBezTo>
                  <a:pt x="70977" y="29191"/>
                  <a:pt x="70879" y="24093"/>
                  <a:pt x="70781" y="18995"/>
                </a:cubicBezTo>
                <a:lnTo>
                  <a:pt x="70781" y="16740"/>
                </a:lnTo>
                <a:close/>
                <a:moveTo>
                  <a:pt x="73232" y="11226"/>
                </a:moveTo>
                <a:cubicBezTo>
                  <a:pt x="73330" y="17549"/>
                  <a:pt x="73428" y="23897"/>
                  <a:pt x="73526" y="30122"/>
                </a:cubicBezTo>
                <a:lnTo>
                  <a:pt x="73526" y="34411"/>
                </a:lnTo>
                <a:cubicBezTo>
                  <a:pt x="73428" y="28088"/>
                  <a:pt x="73330" y="21642"/>
                  <a:pt x="73232" y="15221"/>
                </a:cubicBezTo>
                <a:lnTo>
                  <a:pt x="73232" y="11226"/>
                </a:lnTo>
                <a:close/>
                <a:moveTo>
                  <a:pt x="27474" y="24803"/>
                </a:moveTo>
                <a:cubicBezTo>
                  <a:pt x="27572" y="26642"/>
                  <a:pt x="27572" y="28480"/>
                  <a:pt x="27670" y="30318"/>
                </a:cubicBezTo>
                <a:lnTo>
                  <a:pt x="27670" y="34509"/>
                </a:lnTo>
                <a:cubicBezTo>
                  <a:pt x="27572" y="32671"/>
                  <a:pt x="27572" y="30833"/>
                  <a:pt x="27474" y="28994"/>
                </a:cubicBezTo>
                <a:lnTo>
                  <a:pt x="27474" y="24803"/>
                </a:lnTo>
                <a:close/>
                <a:moveTo>
                  <a:pt x="87006" y="26642"/>
                </a:moveTo>
                <a:cubicBezTo>
                  <a:pt x="87006" y="28284"/>
                  <a:pt x="87104" y="30024"/>
                  <a:pt x="87104" y="31641"/>
                </a:cubicBezTo>
                <a:lnTo>
                  <a:pt x="87104" y="34509"/>
                </a:lnTo>
                <a:cubicBezTo>
                  <a:pt x="87104" y="32769"/>
                  <a:pt x="87006" y="31029"/>
                  <a:pt x="87006" y="29411"/>
                </a:cubicBezTo>
                <a:lnTo>
                  <a:pt x="87006" y="26642"/>
                </a:lnTo>
                <a:close/>
                <a:moveTo>
                  <a:pt x="88134" y="28480"/>
                </a:moveTo>
                <a:cubicBezTo>
                  <a:pt x="88232" y="30122"/>
                  <a:pt x="88232" y="31764"/>
                  <a:pt x="88232" y="33382"/>
                </a:cubicBezTo>
                <a:lnTo>
                  <a:pt x="88232" y="34509"/>
                </a:lnTo>
                <a:cubicBezTo>
                  <a:pt x="88232" y="32867"/>
                  <a:pt x="88232" y="31249"/>
                  <a:pt x="88134" y="29509"/>
                </a:cubicBezTo>
                <a:lnTo>
                  <a:pt x="88134" y="28480"/>
                </a:lnTo>
                <a:close/>
                <a:moveTo>
                  <a:pt x="82006" y="16642"/>
                </a:moveTo>
                <a:cubicBezTo>
                  <a:pt x="82006" y="20833"/>
                  <a:pt x="82104" y="24901"/>
                  <a:pt x="82202" y="29092"/>
                </a:cubicBezTo>
                <a:lnTo>
                  <a:pt x="82202" y="34828"/>
                </a:lnTo>
                <a:cubicBezTo>
                  <a:pt x="82104" y="30735"/>
                  <a:pt x="82006" y="26544"/>
                  <a:pt x="82006" y="22353"/>
                </a:cubicBezTo>
                <a:lnTo>
                  <a:pt x="82006" y="16642"/>
                </a:lnTo>
                <a:close/>
                <a:moveTo>
                  <a:pt x="25832" y="22255"/>
                </a:moveTo>
                <a:cubicBezTo>
                  <a:pt x="25955" y="24803"/>
                  <a:pt x="26053" y="27352"/>
                  <a:pt x="26151" y="30024"/>
                </a:cubicBezTo>
                <a:lnTo>
                  <a:pt x="26151" y="34926"/>
                </a:lnTo>
                <a:lnTo>
                  <a:pt x="25832" y="27254"/>
                </a:lnTo>
                <a:lnTo>
                  <a:pt x="25832" y="22255"/>
                </a:lnTo>
                <a:close/>
                <a:moveTo>
                  <a:pt x="86197" y="22451"/>
                </a:moveTo>
                <a:cubicBezTo>
                  <a:pt x="86295" y="24705"/>
                  <a:pt x="86295" y="27058"/>
                  <a:pt x="86295" y="29411"/>
                </a:cubicBezTo>
                <a:lnTo>
                  <a:pt x="86295" y="34926"/>
                </a:lnTo>
                <a:cubicBezTo>
                  <a:pt x="86295" y="32671"/>
                  <a:pt x="86295" y="30318"/>
                  <a:pt x="86197" y="27965"/>
                </a:cubicBezTo>
                <a:lnTo>
                  <a:pt x="86197" y="22451"/>
                </a:lnTo>
                <a:close/>
                <a:moveTo>
                  <a:pt x="81492" y="17059"/>
                </a:moveTo>
                <a:cubicBezTo>
                  <a:pt x="81590" y="20318"/>
                  <a:pt x="81712" y="23480"/>
                  <a:pt x="81810" y="26740"/>
                </a:cubicBezTo>
                <a:lnTo>
                  <a:pt x="81810" y="35024"/>
                </a:lnTo>
                <a:cubicBezTo>
                  <a:pt x="81712" y="31764"/>
                  <a:pt x="81590" y="28480"/>
                  <a:pt x="81492" y="25122"/>
                </a:cubicBezTo>
                <a:lnTo>
                  <a:pt x="81492" y="17059"/>
                </a:lnTo>
                <a:close/>
                <a:moveTo>
                  <a:pt x="24925" y="19902"/>
                </a:moveTo>
                <a:cubicBezTo>
                  <a:pt x="25023" y="22769"/>
                  <a:pt x="25220" y="25735"/>
                  <a:pt x="25342" y="28700"/>
                </a:cubicBezTo>
                <a:lnTo>
                  <a:pt x="25342" y="35318"/>
                </a:lnTo>
                <a:cubicBezTo>
                  <a:pt x="25220" y="32377"/>
                  <a:pt x="25023" y="29411"/>
                  <a:pt x="24925" y="26544"/>
                </a:cubicBezTo>
                <a:lnTo>
                  <a:pt x="24925" y="19902"/>
                </a:lnTo>
                <a:close/>
                <a:moveTo>
                  <a:pt x="68330" y="16446"/>
                </a:moveTo>
                <a:cubicBezTo>
                  <a:pt x="68428" y="22353"/>
                  <a:pt x="68527" y="28186"/>
                  <a:pt x="68625" y="33994"/>
                </a:cubicBezTo>
                <a:lnTo>
                  <a:pt x="68625" y="35318"/>
                </a:lnTo>
                <a:cubicBezTo>
                  <a:pt x="68527" y="29313"/>
                  <a:pt x="68428" y="23284"/>
                  <a:pt x="68330" y="17157"/>
                </a:cubicBezTo>
                <a:lnTo>
                  <a:pt x="68330" y="16446"/>
                </a:lnTo>
                <a:close/>
                <a:moveTo>
                  <a:pt x="78134" y="11128"/>
                </a:moveTo>
                <a:cubicBezTo>
                  <a:pt x="78232" y="16642"/>
                  <a:pt x="78330" y="22058"/>
                  <a:pt x="78428" y="27352"/>
                </a:cubicBezTo>
                <a:lnTo>
                  <a:pt x="78428" y="35832"/>
                </a:lnTo>
                <a:cubicBezTo>
                  <a:pt x="78330" y="30318"/>
                  <a:pt x="78232" y="24901"/>
                  <a:pt x="78134" y="19289"/>
                </a:cubicBezTo>
                <a:lnTo>
                  <a:pt x="78134" y="11128"/>
                </a:lnTo>
                <a:close/>
                <a:moveTo>
                  <a:pt x="78845" y="12966"/>
                </a:moveTo>
                <a:cubicBezTo>
                  <a:pt x="78943" y="17671"/>
                  <a:pt x="79041" y="22451"/>
                  <a:pt x="79139" y="27156"/>
                </a:cubicBezTo>
                <a:lnTo>
                  <a:pt x="79139" y="36053"/>
                </a:lnTo>
                <a:cubicBezTo>
                  <a:pt x="79041" y="31249"/>
                  <a:pt x="78943" y="26446"/>
                  <a:pt x="78845" y="21642"/>
                </a:cubicBezTo>
                <a:lnTo>
                  <a:pt x="78845" y="12966"/>
                </a:lnTo>
                <a:close/>
                <a:moveTo>
                  <a:pt x="74850" y="13064"/>
                </a:moveTo>
                <a:cubicBezTo>
                  <a:pt x="74972" y="18480"/>
                  <a:pt x="75070" y="23897"/>
                  <a:pt x="75168" y="29191"/>
                </a:cubicBezTo>
                <a:lnTo>
                  <a:pt x="75168" y="36151"/>
                </a:lnTo>
                <a:cubicBezTo>
                  <a:pt x="75070" y="30735"/>
                  <a:pt x="74972" y="25220"/>
                  <a:pt x="74850" y="19706"/>
                </a:cubicBezTo>
                <a:lnTo>
                  <a:pt x="74850" y="13064"/>
                </a:lnTo>
                <a:close/>
                <a:moveTo>
                  <a:pt x="82717" y="16740"/>
                </a:moveTo>
                <a:cubicBezTo>
                  <a:pt x="82815" y="20220"/>
                  <a:pt x="82938" y="23578"/>
                  <a:pt x="83036" y="26960"/>
                </a:cubicBezTo>
                <a:lnTo>
                  <a:pt x="83036" y="36249"/>
                </a:lnTo>
                <a:cubicBezTo>
                  <a:pt x="82938" y="32769"/>
                  <a:pt x="82815" y="29411"/>
                  <a:pt x="82717" y="25931"/>
                </a:cubicBezTo>
                <a:lnTo>
                  <a:pt x="82717" y="16740"/>
                </a:lnTo>
                <a:close/>
                <a:moveTo>
                  <a:pt x="33700" y="30637"/>
                </a:moveTo>
                <a:cubicBezTo>
                  <a:pt x="33700" y="32254"/>
                  <a:pt x="33700" y="33896"/>
                  <a:pt x="33798" y="35538"/>
                </a:cubicBezTo>
                <a:lnTo>
                  <a:pt x="33798" y="36543"/>
                </a:lnTo>
                <a:cubicBezTo>
                  <a:pt x="33700" y="34926"/>
                  <a:pt x="33700" y="33283"/>
                  <a:pt x="33700" y="31641"/>
                </a:cubicBezTo>
                <a:lnTo>
                  <a:pt x="33700" y="30637"/>
                </a:lnTo>
                <a:close/>
                <a:moveTo>
                  <a:pt x="79653" y="13064"/>
                </a:moveTo>
                <a:cubicBezTo>
                  <a:pt x="79752" y="17867"/>
                  <a:pt x="79874" y="22671"/>
                  <a:pt x="79972" y="27475"/>
                </a:cubicBezTo>
                <a:lnTo>
                  <a:pt x="79972" y="36862"/>
                </a:lnTo>
                <a:cubicBezTo>
                  <a:pt x="79874" y="32058"/>
                  <a:pt x="79752" y="27156"/>
                  <a:pt x="79653" y="22255"/>
                </a:cubicBezTo>
                <a:lnTo>
                  <a:pt x="79653" y="13064"/>
                </a:lnTo>
                <a:close/>
                <a:moveTo>
                  <a:pt x="26347" y="22353"/>
                </a:moveTo>
                <a:cubicBezTo>
                  <a:pt x="26445" y="25416"/>
                  <a:pt x="26568" y="28578"/>
                  <a:pt x="26666" y="31764"/>
                </a:cubicBezTo>
                <a:lnTo>
                  <a:pt x="26666" y="37156"/>
                </a:lnTo>
                <a:cubicBezTo>
                  <a:pt x="26568" y="33896"/>
                  <a:pt x="26445" y="30833"/>
                  <a:pt x="26347" y="27671"/>
                </a:cubicBezTo>
                <a:lnTo>
                  <a:pt x="26347" y="22353"/>
                </a:lnTo>
                <a:close/>
                <a:moveTo>
                  <a:pt x="85168" y="20735"/>
                </a:moveTo>
                <a:cubicBezTo>
                  <a:pt x="85266" y="23897"/>
                  <a:pt x="85389" y="27058"/>
                  <a:pt x="85389" y="30220"/>
                </a:cubicBezTo>
                <a:lnTo>
                  <a:pt x="85389" y="37278"/>
                </a:lnTo>
                <a:cubicBezTo>
                  <a:pt x="85389" y="34092"/>
                  <a:pt x="85266" y="30931"/>
                  <a:pt x="85168" y="27769"/>
                </a:cubicBezTo>
                <a:lnTo>
                  <a:pt x="85168" y="20735"/>
                </a:lnTo>
                <a:close/>
                <a:moveTo>
                  <a:pt x="29925" y="26544"/>
                </a:moveTo>
                <a:cubicBezTo>
                  <a:pt x="29925" y="29313"/>
                  <a:pt x="30023" y="32156"/>
                  <a:pt x="30023" y="34926"/>
                </a:cubicBezTo>
                <a:lnTo>
                  <a:pt x="30023" y="37769"/>
                </a:lnTo>
                <a:cubicBezTo>
                  <a:pt x="30023" y="34926"/>
                  <a:pt x="29925" y="32156"/>
                  <a:pt x="29925" y="29411"/>
                </a:cubicBezTo>
                <a:lnTo>
                  <a:pt x="29925" y="26544"/>
                </a:lnTo>
                <a:close/>
                <a:moveTo>
                  <a:pt x="90780" y="25416"/>
                </a:moveTo>
                <a:cubicBezTo>
                  <a:pt x="90903" y="28186"/>
                  <a:pt x="90903" y="30833"/>
                  <a:pt x="91001" y="33602"/>
                </a:cubicBezTo>
                <a:lnTo>
                  <a:pt x="91001" y="38087"/>
                </a:lnTo>
                <a:cubicBezTo>
                  <a:pt x="90903" y="35440"/>
                  <a:pt x="90903" y="32671"/>
                  <a:pt x="90780" y="29926"/>
                </a:cubicBezTo>
                <a:lnTo>
                  <a:pt x="90780" y="25416"/>
                </a:lnTo>
                <a:close/>
                <a:moveTo>
                  <a:pt x="34827" y="30637"/>
                </a:moveTo>
                <a:cubicBezTo>
                  <a:pt x="34827" y="32254"/>
                  <a:pt x="34925" y="33994"/>
                  <a:pt x="34925" y="35734"/>
                </a:cubicBezTo>
                <a:lnTo>
                  <a:pt x="34925" y="38504"/>
                </a:lnTo>
                <a:cubicBezTo>
                  <a:pt x="34925" y="36764"/>
                  <a:pt x="34827" y="35122"/>
                  <a:pt x="34827" y="33382"/>
                </a:cubicBezTo>
                <a:lnTo>
                  <a:pt x="34827" y="30637"/>
                </a:lnTo>
                <a:close/>
                <a:moveTo>
                  <a:pt x="91908" y="27352"/>
                </a:moveTo>
                <a:cubicBezTo>
                  <a:pt x="91908" y="30122"/>
                  <a:pt x="92006" y="32989"/>
                  <a:pt x="92128" y="35734"/>
                </a:cubicBezTo>
                <a:lnTo>
                  <a:pt x="92128" y="38504"/>
                </a:lnTo>
                <a:cubicBezTo>
                  <a:pt x="92006" y="35734"/>
                  <a:pt x="91908" y="32989"/>
                  <a:pt x="91908" y="30122"/>
                </a:cubicBezTo>
                <a:lnTo>
                  <a:pt x="91908" y="27352"/>
                </a:lnTo>
                <a:close/>
                <a:moveTo>
                  <a:pt x="29411" y="24191"/>
                </a:moveTo>
                <a:lnTo>
                  <a:pt x="29729" y="34313"/>
                </a:lnTo>
                <a:lnTo>
                  <a:pt x="29729" y="38700"/>
                </a:lnTo>
                <a:lnTo>
                  <a:pt x="29411" y="28578"/>
                </a:lnTo>
                <a:lnTo>
                  <a:pt x="29411" y="24191"/>
                </a:lnTo>
                <a:close/>
                <a:moveTo>
                  <a:pt x="83330" y="15417"/>
                </a:moveTo>
                <a:cubicBezTo>
                  <a:pt x="83428" y="20000"/>
                  <a:pt x="83550" y="24509"/>
                  <a:pt x="83648" y="28896"/>
                </a:cubicBezTo>
                <a:lnTo>
                  <a:pt x="83648" y="38798"/>
                </a:lnTo>
                <a:cubicBezTo>
                  <a:pt x="83550" y="34411"/>
                  <a:pt x="83428" y="29926"/>
                  <a:pt x="83330" y="25318"/>
                </a:cubicBezTo>
                <a:lnTo>
                  <a:pt x="83330" y="15417"/>
                </a:lnTo>
                <a:close/>
                <a:moveTo>
                  <a:pt x="83943" y="16642"/>
                </a:moveTo>
                <a:cubicBezTo>
                  <a:pt x="84041" y="21348"/>
                  <a:pt x="84163" y="26029"/>
                  <a:pt x="84261" y="30637"/>
                </a:cubicBezTo>
                <a:lnTo>
                  <a:pt x="84261" y="38896"/>
                </a:lnTo>
                <a:cubicBezTo>
                  <a:pt x="84163" y="34215"/>
                  <a:pt x="84041" y="29607"/>
                  <a:pt x="83943" y="24901"/>
                </a:cubicBezTo>
                <a:lnTo>
                  <a:pt x="83943" y="16642"/>
                </a:lnTo>
                <a:close/>
                <a:moveTo>
                  <a:pt x="32572" y="26029"/>
                </a:moveTo>
                <a:cubicBezTo>
                  <a:pt x="32695" y="28700"/>
                  <a:pt x="32695" y="31347"/>
                  <a:pt x="32793" y="33994"/>
                </a:cubicBezTo>
                <a:lnTo>
                  <a:pt x="32793" y="38994"/>
                </a:lnTo>
                <a:cubicBezTo>
                  <a:pt x="32695" y="36347"/>
                  <a:pt x="32695" y="33798"/>
                  <a:pt x="32572" y="31151"/>
                </a:cubicBezTo>
                <a:lnTo>
                  <a:pt x="32572" y="26029"/>
                </a:lnTo>
                <a:close/>
                <a:moveTo>
                  <a:pt x="89163" y="26029"/>
                </a:moveTo>
                <a:cubicBezTo>
                  <a:pt x="89261" y="28700"/>
                  <a:pt x="89261" y="31347"/>
                  <a:pt x="89359" y="33896"/>
                </a:cubicBezTo>
                <a:lnTo>
                  <a:pt x="89359" y="38994"/>
                </a:lnTo>
                <a:cubicBezTo>
                  <a:pt x="89261" y="36347"/>
                  <a:pt x="89261" y="33798"/>
                  <a:pt x="89163" y="31151"/>
                </a:cubicBezTo>
                <a:lnTo>
                  <a:pt x="89163" y="26029"/>
                </a:lnTo>
                <a:close/>
                <a:moveTo>
                  <a:pt x="86491" y="21029"/>
                </a:moveTo>
                <a:cubicBezTo>
                  <a:pt x="86614" y="24411"/>
                  <a:pt x="86712" y="27769"/>
                  <a:pt x="86810" y="31151"/>
                </a:cubicBezTo>
                <a:lnTo>
                  <a:pt x="86810" y="39117"/>
                </a:lnTo>
                <a:cubicBezTo>
                  <a:pt x="86712" y="35734"/>
                  <a:pt x="86614" y="32377"/>
                  <a:pt x="86491" y="28994"/>
                </a:cubicBezTo>
                <a:lnTo>
                  <a:pt x="86491" y="21029"/>
                </a:lnTo>
                <a:close/>
                <a:moveTo>
                  <a:pt x="28896" y="23186"/>
                </a:moveTo>
                <a:cubicBezTo>
                  <a:pt x="29018" y="26862"/>
                  <a:pt x="29116" y="30538"/>
                  <a:pt x="29214" y="34313"/>
                </a:cubicBezTo>
                <a:lnTo>
                  <a:pt x="29214" y="39215"/>
                </a:lnTo>
                <a:cubicBezTo>
                  <a:pt x="29116" y="35440"/>
                  <a:pt x="29018" y="31764"/>
                  <a:pt x="28896" y="28186"/>
                </a:cubicBezTo>
                <a:lnTo>
                  <a:pt x="28896" y="23186"/>
                </a:lnTo>
                <a:close/>
                <a:moveTo>
                  <a:pt x="84457" y="16127"/>
                </a:moveTo>
                <a:cubicBezTo>
                  <a:pt x="84555" y="21225"/>
                  <a:pt x="84653" y="26347"/>
                  <a:pt x="84776" y="31445"/>
                </a:cubicBezTo>
                <a:lnTo>
                  <a:pt x="84776" y="39215"/>
                </a:lnTo>
                <a:cubicBezTo>
                  <a:pt x="84653" y="34215"/>
                  <a:pt x="84555" y="28994"/>
                  <a:pt x="84457" y="23897"/>
                </a:cubicBezTo>
                <a:lnTo>
                  <a:pt x="84457" y="16127"/>
                </a:lnTo>
                <a:close/>
                <a:moveTo>
                  <a:pt x="30244" y="22867"/>
                </a:moveTo>
                <a:cubicBezTo>
                  <a:pt x="30342" y="26544"/>
                  <a:pt x="30440" y="30122"/>
                  <a:pt x="30538" y="33798"/>
                </a:cubicBezTo>
                <a:lnTo>
                  <a:pt x="30538" y="39509"/>
                </a:lnTo>
                <a:cubicBezTo>
                  <a:pt x="30440" y="35832"/>
                  <a:pt x="30342" y="32156"/>
                  <a:pt x="30244" y="28578"/>
                </a:cubicBezTo>
                <a:lnTo>
                  <a:pt x="30244" y="22867"/>
                </a:lnTo>
                <a:close/>
                <a:moveTo>
                  <a:pt x="30955" y="26960"/>
                </a:moveTo>
                <a:cubicBezTo>
                  <a:pt x="31053" y="29705"/>
                  <a:pt x="31053" y="32475"/>
                  <a:pt x="31151" y="35220"/>
                </a:cubicBezTo>
                <a:lnTo>
                  <a:pt x="31151" y="39729"/>
                </a:lnTo>
                <a:cubicBezTo>
                  <a:pt x="31053" y="36960"/>
                  <a:pt x="31053" y="34215"/>
                  <a:pt x="30955" y="31445"/>
                </a:cubicBezTo>
                <a:lnTo>
                  <a:pt x="30955" y="26960"/>
                </a:lnTo>
                <a:close/>
                <a:moveTo>
                  <a:pt x="94677" y="33185"/>
                </a:moveTo>
                <a:cubicBezTo>
                  <a:pt x="94677" y="34607"/>
                  <a:pt x="94677" y="36053"/>
                  <a:pt x="94775" y="37474"/>
                </a:cubicBezTo>
                <a:lnTo>
                  <a:pt x="94775" y="39729"/>
                </a:lnTo>
                <a:cubicBezTo>
                  <a:pt x="94677" y="38185"/>
                  <a:pt x="94677" y="36764"/>
                  <a:pt x="94677" y="35318"/>
                </a:cubicBezTo>
                <a:lnTo>
                  <a:pt x="94677" y="33185"/>
                </a:lnTo>
                <a:close/>
                <a:moveTo>
                  <a:pt x="87717" y="21960"/>
                </a:moveTo>
                <a:cubicBezTo>
                  <a:pt x="87839" y="25318"/>
                  <a:pt x="87839" y="28798"/>
                  <a:pt x="87937" y="32058"/>
                </a:cubicBezTo>
                <a:lnTo>
                  <a:pt x="87937" y="39827"/>
                </a:lnTo>
                <a:cubicBezTo>
                  <a:pt x="87839" y="36445"/>
                  <a:pt x="87839" y="33087"/>
                  <a:pt x="87717" y="29607"/>
                </a:cubicBezTo>
                <a:lnTo>
                  <a:pt x="87717" y="21960"/>
                </a:lnTo>
                <a:close/>
                <a:moveTo>
                  <a:pt x="96295" y="32671"/>
                </a:moveTo>
                <a:cubicBezTo>
                  <a:pt x="96295" y="34411"/>
                  <a:pt x="96417" y="36053"/>
                  <a:pt x="96417" y="37769"/>
                </a:cubicBezTo>
                <a:lnTo>
                  <a:pt x="96417" y="39827"/>
                </a:lnTo>
                <a:cubicBezTo>
                  <a:pt x="96417" y="38185"/>
                  <a:pt x="96295" y="36445"/>
                  <a:pt x="96295" y="34705"/>
                </a:cubicBezTo>
                <a:lnTo>
                  <a:pt x="96295" y="32671"/>
                </a:lnTo>
                <a:close/>
                <a:moveTo>
                  <a:pt x="116735" y="38798"/>
                </a:moveTo>
                <a:lnTo>
                  <a:pt x="116735" y="38798"/>
                </a:lnTo>
                <a:cubicBezTo>
                  <a:pt x="116833" y="39215"/>
                  <a:pt x="116931" y="39607"/>
                  <a:pt x="117029" y="40023"/>
                </a:cubicBezTo>
                <a:cubicBezTo>
                  <a:pt x="116931" y="39729"/>
                  <a:pt x="116833" y="39313"/>
                  <a:pt x="116735" y="38798"/>
                </a:cubicBezTo>
                <a:close/>
                <a:moveTo>
                  <a:pt x="94261" y="30637"/>
                </a:moveTo>
                <a:cubicBezTo>
                  <a:pt x="94359" y="32475"/>
                  <a:pt x="94359" y="34313"/>
                  <a:pt x="94457" y="36151"/>
                </a:cubicBezTo>
                <a:lnTo>
                  <a:pt x="94457" y="40219"/>
                </a:lnTo>
                <a:cubicBezTo>
                  <a:pt x="94359" y="38381"/>
                  <a:pt x="94359" y="36543"/>
                  <a:pt x="94261" y="34705"/>
                </a:cubicBezTo>
                <a:lnTo>
                  <a:pt x="94261" y="30637"/>
                </a:lnTo>
                <a:close/>
                <a:moveTo>
                  <a:pt x="88648" y="21029"/>
                </a:moveTo>
                <a:cubicBezTo>
                  <a:pt x="88746" y="25318"/>
                  <a:pt x="88844" y="29705"/>
                  <a:pt x="88942" y="33896"/>
                </a:cubicBezTo>
                <a:lnTo>
                  <a:pt x="88942" y="40342"/>
                </a:lnTo>
                <a:cubicBezTo>
                  <a:pt x="88844" y="36053"/>
                  <a:pt x="88746" y="31764"/>
                  <a:pt x="88648" y="27352"/>
                </a:cubicBezTo>
                <a:lnTo>
                  <a:pt x="88648" y="21029"/>
                </a:lnTo>
                <a:close/>
                <a:moveTo>
                  <a:pt x="97226" y="33798"/>
                </a:moveTo>
                <a:cubicBezTo>
                  <a:pt x="97324" y="35734"/>
                  <a:pt x="97324" y="37573"/>
                  <a:pt x="97324" y="39411"/>
                </a:cubicBezTo>
                <a:lnTo>
                  <a:pt x="97324" y="40342"/>
                </a:lnTo>
                <a:cubicBezTo>
                  <a:pt x="97324" y="38504"/>
                  <a:pt x="97324" y="36666"/>
                  <a:pt x="97226" y="34828"/>
                </a:cubicBezTo>
                <a:lnTo>
                  <a:pt x="97226" y="33798"/>
                </a:lnTo>
                <a:close/>
                <a:moveTo>
                  <a:pt x="98452" y="35024"/>
                </a:moveTo>
                <a:cubicBezTo>
                  <a:pt x="98452" y="36445"/>
                  <a:pt x="98550" y="37769"/>
                  <a:pt x="98550" y="39117"/>
                </a:cubicBezTo>
                <a:lnTo>
                  <a:pt x="98550" y="40440"/>
                </a:lnTo>
                <a:cubicBezTo>
                  <a:pt x="98550" y="39117"/>
                  <a:pt x="98452" y="37671"/>
                  <a:pt x="98452" y="36347"/>
                </a:cubicBezTo>
                <a:lnTo>
                  <a:pt x="98452" y="35024"/>
                </a:lnTo>
                <a:close/>
                <a:moveTo>
                  <a:pt x="85585" y="17867"/>
                </a:moveTo>
                <a:cubicBezTo>
                  <a:pt x="85781" y="22769"/>
                  <a:pt x="85879" y="27769"/>
                  <a:pt x="86001" y="32671"/>
                </a:cubicBezTo>
                <a:lnTo>
                  <a:pt x="86001" y="40538"/>
                </a:lnTo>
                <a:cubicBezTo>
                  <a:pt x="85879" y="35636"/>
                  <a:pt x="85781" y="30735"/>
                  <a:pt x="85585" y="25735"/>
                </a:cubicBezTo>
                <a:lnTo>
                  <a:pt x="85585" y="17867"/>
                </a:lnTo>
                <a:close/>
                <a:moveTo>
                  <a:pt x="89555" y="23799"/>
                </a:moveTo>
                <a:cubicBezTo>
                  <a:pt x="89678" y="27352"/>
                  <a:pt x="89776" y="30833"/>
                  <a:pt x="89874" y="34411"/>
                </a:cubicBezTo>
                <a:lnTo>
                  <a:pt x="89874" y="40734"/>
                </a:lnTo>
                <a:cubicBezTo>
                  <a:pt x="89776" y="37278"/>
                  <a:pt x="89678" y="33700"/>
                  <a:pt x="89555" y="30122"/>
                </a:cubicBezTo>
                <a:lnTo>
                  <a:pt x="89555" y="23799"/>
                </a:lnTo>
                <a:close/>
                <a:moveTo>
                  <a:pt x="92325" y="26347"/>
                </a:moveTo>
                <a:cubicBezTo>
                  <a:pt x="92325" y="29803"/>
                  <a:pt x="92423" y="33185"/>
                  <a:pt x="92521" y="36543"/>
                </a:cubicBezTo>
                <a:lnTo>
                  <a:pt x="92521" y="40955"/>
                </a:lnTo>
                <a:cubicBezTo>
                  <a:pt x="92423" y="37573"/>
                  <a:pt x="92325" y="34215"/>
                  <a:pt x="92325" y="30735"/>
                </a:cubicBezTo>
                <a:lnTo>
                  <a:pt x="92325" y="26347"/>
                </a:lnTo>
                <a:close/>
                <a:moveTo>
                  <a:pt x="32082" y="24289"/>
                </a:moveTo>
                <a:cubicBezTo>
                  <a:pt x="32180" y="27769"/>
                  <a:pt x="32278" y="31347"/>
                  <a:pt x="32376" y="34926"/>
                </a:cubicBezTo>
                <a:lnTo>
                  <a:pt x="32376" y="41347"/>
                </a:lnTo>
                <a:cubicBezTo>
                  <a:pt x="32278" y="37769"/>
                  <a:pt x="32180" y="34215"/>
                  <a:pt x="32082" y="30735"/>
                </a:cubicBezTo>
                <a:lnTo>
                  <a:pt x="32082" y="24289"/>
                </a:lnTo>
                <a:close/>
                <a:moveTo>
                  <a:pt x="94971" y="31029"/>
                </a:moveTo>
                <a:cubicBezTo>
                  <a:pt x="94971" y="33283"/>
                  <a:pt x="95069" y="35636"/>
                  <a:pt x="95069" y="37891"/>
                </a:cubicBezTo>
                <a:lnTo>
                  <a:pt x="95069" y="41764"/>
                </a:lnTo>
                <a:cubicBezTo>
                  <a:pt x="95069" y="39509"/>
                  <a:pt x="94971" y="37278"/>
                  <a:pt x="94971" y="34926"/>
                </a:cubicBezTo>
                <a:lnTo>
                  <a:pt x="94971" y="31029"/>
                </a:lnTo>
                <a:close/>
                <a:moveTo>
                  <a:pt x="31347" y="23186"/>
                </a:moveTo>
                <a:cubicBezTo>
                  <a:pt x="31469" y="26544"/>
                  <a:pt x="31665" y="30024"/>
                  <a:pt x="31763" y="33480"/>
                </a:cubicBezTo>
                <a:lnTo>
                  <a:pt x="31763" y="41862"/>
                </a:lnTo>
                <a:cubicBezTo>
                  <a:pt x="31665" y="38381"/>
                  <a:pt x="31469" y="34926"/>
                  <a:pt x="31347" y="31543"/>
                </a:cubicBezTo>
                <a:lnTo>
                  <a:pt x="31347" y="23186"/>
                </a:lnTo>
                <a:close/>
                <a:moveTo>
                  <a:pt x="90168" y="23186"/>
                </a:moveTo>
                <a:cubicBezTo>
                  <a:pt x="90388" y="26740"/>
                  <a:pt x="90486" y="30122"/>
                  <a:pt x="90584" y="33602"/>
                </a:cubicBezTo>
                <a:lnTo>
                  <a:pt x="90584" y="41862"/>
                </a:lnTo>
                <a:cubicBezTo>
                  <a:pt x="90486" y="38504"/>
                  <a:pt x="90388" y="35122"/>
                  <a:pt x="90168" y="31641"/>
                </a:cubicBezTo>
                <a:lnTo>
                  <a:pt x="90168" y="23186"/>
                </a:lnTo>
                <a:close/>
                <a:moveTo>
                  <a:pt x="92741" y="25931"/>
                </a:moveTo>
                <a:cubicBezTo>
                  <a:pt x="92839" y="29607"/>
                  <a:pt x="92937" y="33283"/>
                  <a:pt x="93035" y="36960"/>
                </a:cubicBezTo>
                <a:lnTo>
                  <a:pt x="93035" y="41862"/>
                </a:lnTo>
                <a:cubicBezTo>
                  <a:pt x="92937" y="38185"/>
                  <a:pt x="92839" y="34509"/>
                  <a:pt x="92741" y="30833"/>
                </a:cubicBezTo>
                <a:lnTo>
                  <a:pt x="92741" y="25931"/>
                </a:lnTo>
                <a:close/>
                <a:moveTo>
                  <a:pt x="98133" y="34926"/>
                </a:moveTo>
                <a:cubicBezTo>
                  <a:pt x="98133" y="36347"/>
                  <a:pt x="98256" y="37671"/>
                  <a:pt x="98256" y="39117"/>
                </a:cubicBezTo>
                <a:lnTo>
                  <a:pt x="98256" y="41960"/>
                </a:lnTo>
                <a:cubicBezTo>
                  <a:pt x="98256" y="40538"/>
                  <a:pt x="98133" y="39215"/>
                  <a:pt x="98133" y="37769"/>
                </a:cubicBezTo>
                <a:lnTo>
                  <a:pt x="98133" y="34926"/>
                </a:lnTo>
                <a:close/>
                <a:moveTo>
                  <a:pt x="100486" y="36960"/>
                </a:moveTo>
                <a:cubicBezTo>
                  <a:pt x="100486" y="38504"/>
                  <a:pt x="100486" y="39925"/>
                  <a:pt x="100584" y="41347"/>
                </a:cubicBezTo>
                <a:lnTo>
                  <a:pt x="100584" y="41960"/>
                </a:lnTo>
                <a:cubicBezTo>
                  <a:pt x="100486" y="40440"/>
                  <a:pt x="100486" y="38994"/>
                  <a:pt x="100486" y="37573"/>
                </a:cubicBezTo>
                <a:lnTo>
                  <a:pt x="100486" y="36960"/>
                </a:lnTo>
                <a:close/>
                <a:moveTo>
                  <a:pt x="91393" y="25637"/>
                </a:moveTo>
                <a:cubicBezTo>
                  <a:pt x="91516" y="29313"/>
                  <a:pt x="91614" y="32867"/>
                  <a:pt x="91712" y="36543"/>
                </a:cubicBezTo>
                <a:lnTo>
                  <a:pt x="91712" y="42180"/>
                </a:lnTo>
                <a:cubicBezTo>
                  <a:pt x="91614" y="38602"/>
                  <a:pt x="91516" y="34926"/>
                  <a:pt x="91393" y="31249"/>
                </a:cubicBezTo>
                <a:lnTo>
                  <a:pt x="91393" y="25637"/>
                </a:lnTo>
                <a:close/>
                <a:moveTo>
                  <a:pt x="39435" y="35636"/>
                </a:moveTo>
                <a:cubicBezTo>
                  <a:pt x="39533" y="37891"/>
                  <a:pt x="39533" y="40121"/>
                  <a:pt x="39533" y="42376"/>
                </a:cubicBezTo>
                <a:lnTo>
                  <a:pt x="39533" y="42474"/>
                </a:lnTo>
                <a:cubicBezTo>
                  <a:pt x="39533" y="40219"/>
                  <a:pt x="39533" y="37989"/>
                  <a:pt x="39435" y="35734"/>
                </a:cubicBezTo>
                <a:lnTo>
                  <a:pt x="39435" y="35636"/>
                </a:lnTo>
                <a:close/>
                <a:moveTo>
                  <a:pt x="42498" y="38381"/>
                </a:moveTo>
                <a:cubicBezTo>
                  <a:pt x="42498" y="39729"/>
                  <a:pt x="42596" y="41151"/>
                  <a:pt x="42596" y="42474"/>
                </a:cubicBezTo>
                <a:lnTo>
                  <a:pt x="42596" y="42572"/>
                </a:lnTo>
                <a:cubicBezTo>
                  <a:pt x="42596" y="41249"/>
                  <a:pt x="42498" y="39925"/>
                  <a:pt x="42498" y="38602"/>
                </a:cubicBezTo>
                <a:lnTo>
                  <a:pt x="42498" y="38381"/>
                </a:lnTo>
                <a:close/>
                <a:moveTo>
                  <a:pt x="99359" y="36053"/>
                </a:moveTo>
                <a:cubicBezTo>
                  <a:pt x="99359" y="37769"/>
                  <a:pt x="99481" y="39607"/>
                  <a:pt x="99481" y="41347"/>
                </a:cubicBezTo>
                <a:lnTo>
                  <a:pt x="99481" y="42572"/>
                </a:lnTo>
                <a:cubicBezTo>
                  <a:pt x="99481" y="40734"/>
                  <a:pt x="99359" y="38994"/>
                  <a:pt x="99359" y="37156"/>
                </a:cubicBezTo>
                <a:lnTo>
                  <a:pt x="99359" y="36053"/>
                </a:lnTo>
                <a:close/>
                <a:moveTo>
                  <a:pt x="35636" y="30122"/>
                </a:moveTo>
                <a:cubicBezTo>
                  <a:pt x="35636" y="32377"/>
                  <a:pt x="35758" y="34705"/>
                  <a:pt x="35758" y="37058"/>
                </a:cubicBezTo>
                <a:lnTo>
                  <a:pt x="35758" y="42670"/>
                </a:lnTo>
                <a:cubicBezTo>
                  <a:pt x="35758" y="40342"/>
                  <a:pt x="35636" y="37989"/>
                  <a:pt x="35636" y="35734"/>
                </a:cubicBezTo>
                <a:lnTo>
                  <a:pt x="35636" y="30122"/>
                </a:lnTo>
                <a:close/>
                <a:moveTo>
                  <a:pt x="113868" y="39827"/>
                </a:moveTo>
                <a:cubicBezTo>
                  <a:pt x="113966" y="40734"/>
                  <a:pt x="114186" y="41567"/>
                  <a:pt x="114284" y="42376"/>
                </a:cubicBezTo>
                <a:lnTo>
                  <a:pt x="114284" y="42670"/>
                </a:lnTo>
                <a:cubicBezTo>
                  <a:pt x="114186" y="41960"/>
                  <a:pt x="113966" y="41151"/>
                  <a:pt x="113868" y="40219"/>
                </a:cubicBezTo>
                <a:lnTo>
                  <a:pt x="113868" y="39827"/>
                </a:lnTo>
                <a:close/>
                <a:moveTo>
                  <a:pt x="95290" y="27965"/>
                </a:moveTo>
                <a:cubicBezTo>
                  <a:pt x="95388" y="31151"/>
                  <a:pt x="95486" y="34313"/>
                  <a:pt x="95584" y="37376"/>
                </a:cubicBezTo>
                <a:lnTo>
                  <a:pt x="95584" y="42793"/>
                </a:lnTo>
                <a:cubicBezTo>
                  <a:pt x="95486" y="39607"/>
                  <a:pt x="95388" y="36445"/>
                  <a:pt x="95290" y="33283"/>
                </a:cubicBezTo>
                <a:lnTo>
                  <a:pt x="95290" y="27965"/>
                </a:lnTo>
                <a:close/>
                <a:moveTo>
                  <a:pt x="95805" y="30122"/>
                </a:moveTo>
                <a:cubicBezTo>
                  <a:pt x="95903" y="32769"/>
                  <a:pt x="96001" y="35318"/>
                  <a:pt x="96099" y="37891"/>
                </a:cubicBezTo>
                <a:lnTo>
                  <a:pt x="96099" y="42793"/>
                </a:lnTo>
                <a:cubicBezTo>
                  <a:pt x="96001" y="40219"/>
                  <a:pt x="95903" y="37671"/>
                  <a:pt x="95805" y="35122"/>
                </a:cubicBezTo>
                <a:lnTo>
                  <a:pt x="95805" y="30122"/>
                </a:lnTo>
                <a:close/>
                <a:moveTo>
                  <a:pt x="34018" y="25318"/>
                </a:moveTo>
                <a:cubicBezTo>
                  <a:pt x="34116" y="28700"/>
                  <a:pt x="34214" y="32058"/>
                  <a:pt x="34214" y="35440"/>
                </a:cubicBezTo>
                <a:lnTo>
                  <a:pt x="34214" y="43185"/>
                </a:lnTo>
                <a:cubicBezTo>
                  <a:pt x="34214" y="39729"/>
                  <a:pt x="34116" y="36347"/>
                  <a:pt x="34018" y="32989"/>
                </a:cubicBezTo>
                <a:lnTo>
                  <a:pt x="34018" y="25318"/>
                </a:lnTo>
                <a:close/>
                <a:moveTo>
                  <a:pt x="112544" y="40219"/>
                </a:moveTo>
                <a:cubicBezTo>
                  <a:pt x="112642" y="41249"/>
                  <a:pt x="112740" y="42278"/>
                  <a:pt x="112838" y="43185"/>
                </a:cubicBezTo>
                <a:lnTo>
                  <a:pt x="112838" y="43406"/>
                </a:lnTo>
                <a:cubicBezTo>
                  <a:pt x="112740" y="42376"/>
                  <a:pt x="112642" y="41445"/>
                  <a:pt x="112544" y="40440"/>
                </a:cubicBezTo>
                <a:lnTo>
                  <a:pt x="112544" y="40219"/>
                </a:lnTo>
                <a:close/>
                <a:moveTo>
                  <a:pt x="32989" y="24705"/>
                </a:moveTo>
                <a:cubicBezTo>
                  <a:pt x="33087" y="28994"/>
                  <a:pt x="33185" y="33283"/>
                  <a:pt x="33307" y="37671"/>
                </a:cubicBezTo>
                <a:lnTo>
                  <a:pt x="33307" y="44116"/>
                </a:lnTo>
                <a:cubicBezTo>
                  <a:pt x="33185" y="39729"/>
                  <a:pt x="33087" y="35440"/>
                  <a:pt x="32989" y="31151"/>
                </a:cubicBezTo>
                <a:lnTo>
                  <a:pt x="32989" y="24705"/>
                </a:lnTo>
                <a:close/>
                <a:moveTo>
                  <a:pt x="35146" y="26029"/>
                </a:moveTo>
                <a:cubicBezTo>
                  <a:pt x="35244" y="29313"/>
                  <a:pt x="35342" y="32671"/>
                  <a:pt x="35440" y="36053"/>
                </a:cubicBezTo>
                <a:lnTo>
                  <a:pt x="35440" y="44116"/>
                </a:lnTo>
                <a:cubicBezTo>
                  <a:pt x="35342" y="40734"/>
                  <a:pt x="35244" y="37376"/>
                  <a:pt x="35146" y="33994"/>
                </a:cubicBezTo>
                <a:lnTo>
                  <a:pt x="35146" y="26029"/>
                </a:lnTo>
                <a:close/>
                <a:moveTo>
                  <a:pt x="36567" y="27867"/>
                </a:moveTo>
                <a:cubicBezTo>
                  <a:pt x="36567" y="30931"/>
                  <a:pt x="36665" y="34092"/>
                  <a:pt x="36763" y="37278"/>
                </a:cubicBezTo>
                <a:lnTo>
                  <a:pt x="36763" y="44312"/>
                </a:lnTo>
                <a:cubicBezTo>
                  <a:pt x="36665" y="41151"/>
                  <a:pt x="36567" y="37989"/>
                  <a:pt x="36567" y="34828"/>
                </a:cubicBezTo>
                <a:lnTo>
                  <a:pt x="36567" y="27867"/>
                </a:lnTo>
                <a:close/>
                <a:moveTo>
                  <a:pt x="109162" y="40440"/>
                </a:moveTo>
                <a:cubicBezTo>
                  <a:pt x="109285" y="41665"/>
                  <a:pt x="109383" y="42793"/>
                  <a:pt x="109383" y="44018"/>
                </a:cubicBezTo>
                <a:lnTo>
                  <a:pt x="109383" y="44312"/>
                </a:lnTo>
                <a:cubicBezTo>
                  <a:pt x="109383" y="43087"/>
                  <a:pt x="109285" y="41960"/>
                  <a:pt x="109162" y="40734"/>
                </a:cubicBezTo>
                <a:lnTo>
                  <a:pt x="109162" y="40440"/>
                </a:lnTo>
                <a:close/>
                <a:moveTo>
                  <a:pt x="110706" y="41053"/>
                </a:moveTo>
                <a:cubicBezTo>
                  <a:pt x="110706" y="42180"/>
                  <a:pt x="110804" y="43406"/>
                  <a:pt x="110902" y="44410"/>
                </a:cubicBezTo>
                <a:lnTo>
                  <a:pt x="110902" y="44631"/>
                </a:lnTo>
                <a:cubicBezTo>
                  <a:pt x="110804" y="43504"/>
                  <a:pt x="110706" y="42376"/>
                  <a:pt x="110706" y="41151"/>
                </a:cubicBezTo>
                <a:lnTo>
                  <a:pt x="110706" y="41053"/>
                </a:lnTo>
                <a:close/>
                <a:moveTo>
                  <a:pt x="98746" y="32989"/>
                </a:moveTo>
                <a:cubicBezTo>
                  <a:pt x="98868" y="35220"/>
                  <a:pt x="98966" y="37376"/>
                  <a:pt x="99064" y="39607"/>
                </a:cubicBezTo>
                <a:lnTo>
                  <a:pt x="99064" y="44827"/>
                </a:lnTo>
                <a:cubicBezTo>
                  <a:pt x="98966" y="42670"/>
                  <a:pt x="98868" y="40440"/>
                  <a:pt x="98746" y="38283"/>
                </a:cubicBezTo>
                <a:lnTo>
                  <a:pt x="98746" y="32989"/>
                </a:lnTo>
                <a:close/>
                <a:moveTo>
                  <a:pt x="103550" y="37989"/>
                </a:moveTo>
                <a:cubicBezTo>
                  <a:pt x="103648" y="39607"/>
                  <a:pt x="103648" y="41249"/>
                  <a:pt x="103770" y="42891"/>
                </a:cubicBezTo>
                <a:lnTo>
                  <a:pt x="103770" y="44925"/>
                </a:lnTo>
                <a:cubicBezTo>
                  <a:pt x="103648" y="43283"/>
                  <a:pt x="103648" y="41665"/>
                  <a:pt x="103550" y="40023"/>
                </a:cubicBezTo>
                <a:lnTo>
                  <a:pt x="103550" y="37989"/>
                </a:lnTo>
                <a:close/>
                <a:moveTo>
                  <a:pt x="96614" y="29803"/>
                </a:moveTo>
                <a:cubicBezTo>
                  <a:pt x="96712" y="32671"/>
                  <a:pt x="96908" y="35636"/>
                  <a:pt x="97030" y="38504"/>
                </a:cubicBezTo>
                <a:lnTo>
                  <a:pt x="97030" y="45121"/>
                </a:lnTo>
                <a:cubicBezTo>
                  <a:pt x="96908" y="42278"/>
                  <a:pt x="96712" y="39411"/>
                  <a:pt x="96614" y="36445"/>
                </a:cubicBezTo>
                <a:lnTo>
                  <a:pt x="96614" y="29803"/>
                </a:lnTo>
                <a:close/>
                <a:moveTo>
                  <a:pt x="99677" y="31960"/>
                </a:moveTo>
                <a:cubicBezTo>
                  <a:pt x="99775" y="34828"/>
                  <a:pt x="99971" y="37573"/>
                  <a:pt x="100094" y="40219"/>
                </a:cubicBezTo>
                <a:lnTo>
                  <a:pt x="100094" y="45121"/>
                </a:lnTo>
                <a:cubicBezTo>
                  <a:pt x="99971" y="42376"/>
                  <a:pt x="99775" y="39607"/>
                  <a:pt x="99677" y="36862"/>
                </a:cubicBezTo>
                <a:lnTo>
                  <a:pt x="99677" y="31960"/>
                </a:lnTo>
                <a:close/>
                <a:moveTo>
                  <a:pt x="97520" y="30833"/>
                </a:moveTo>
                <a:cubicBezTo>
                  <a:pt x="97643" y="33798"/>
                  <a:pt x="97839" y="36764"/>
                  <a:pt x="97937" y="39607"/>
                </a:cubicBezTo>
                <a:lnTo>
                  <a:pt x="97937" y="45342"/>
                </a:lnTo>
                <a:cubicBezTo>
                  <a:pt x="97839" y="42376"/>
                  <a:pt x="97643" y="39509"/>
                  <a:pt x="97520" y="36543"/>
                </a:cubicBezTo>
                <a:lnTo>
                  <a:pt x="97520" y="30833"/>
                </a:lnTo>
                <a:close/>
                <a:moveTo>
                  <a:pt x="109579" y="39607"/>
                </a:moveTo>
                <a:cubicBezTo>
                  <a:pt x="109677" y="41249"/>
                  <a:pt x="109897" y="42891"/>
                  <a:pt x="109995" y="44312"/>
                </a:cubicBezTo>
                <a:lnTo>
                  <a:pt x="109995" y="45440"/>
                </a:lnTo>
                <a:cubicBezTo>
                  <a:pt x="109897" y="43896"/>
                  <a:pt x="109677" y="42376"/>
                  <a:pt x="109579" y="40734"/>
                </a:cubicBezTo>
                <a:lnTo>
                  <a:pt x="109579" y="39607"/>
                </a:lnTo>
                <a:close/>
                <a:moveTo>
                  <a:pt x="46371" y="35440"/>
                </a:moveTo>
                <a:cubicBezTo>
                  <a:pt x="46469" y="38504"/>
                  <a:pt x="46469" y="41567"/>
                  <a:pt x="46567" y="44729"/>
                </a:cubicBezTo>
                <a:lnTo>
                  <a:pt x="46567" y="45538"/>
                </a:lnTo>
                <a:cubicBezTo>
                  <a:pt x="46469" y="42474"/>
                  <a:pt x="46469" y="39411"/>
                  <a:pt x="46371" y="36347"/>
                </a:cubicBezTo>
                <a:lnTo>
                  <a:pt x="46371" y="35440"/>
                </a:lnTo>
                <a:close/>
                <a:moveTo>
                  <a:pt x="102226" y="35220"/>
                </a:moveTo>
                <a:cubicBezTo>
                  <a:pt x="102324" y="37474"/>
                  <a:pt x="102324" y="39729"/>
                  <a:pt x="102422" y="41960"/>
                </a:cubicBezTo>
                <a:lnTo>
                  <a:pt x="102422" y="45538"/>
                </a:lnTo>
                <a:cubicBezTo>
                  <a:pt x="102324" y="43406"/>
                  <a:pt x="102324" y="41151"/>
                  <a:pt x="102226" y="38896"/>
                </a:cubicBezTo>
                <a:lnTo>
                  <a:pt x="102226" y="35220"/>
                </a:lnTo>
                <a:close/>
                <a:moveTo>
                  <a:pt x="108353" y="40023"/>
                </a:moveTo>
                <a:cubicBezTo>
                  <a:pt x="108451" y="41665"/>
                  <a:pt x="108549" y="43185"/>
                  <a:pt x="108672" y="44729"/>
                </a:cubicBezTo>
                <a:lnTo>
                  <a:pt x="108672" y="45538"/>
                </a:lnTo>
                <a:cubicBezTo>
                  <a:pt x="108549" y="44018"/>
                  <a:pt x="108451" y="42474"/>
                  <a:pt x="108353" y="40832"/>
                </a:cubicBezTo>
                <a:lnTo>
                  <a:pt x="108353" y="40023"/>
                </a:lnTo>
                <a:close/>
                <a:moveTo>
                  <a:pt x="104579" y="37376"/>
                </a:moveTo>
                <a:cubicBezTo>
                  <a:pt x="104579" y="39215"/>
                  <a:pt x="104677" y="40955"/>
                  <a:pt x="104775" y="42670"/>
                </a:cubicBezTo>
                <a:lnTo>
                  <a:pt x="104775" y="45636"/>
                </a:lnTo>
                <a:cubicBezTo>
                  <a:pt x="104677" y="43896"/>
                  <a:pt x="104579" y="42180"/>
                  <a:pt x="104579" y="40440"/>
                </a:cubicBezTo>
                <a:lnTo>
                  <a:pt x="104579" y="37376"/>
                </a:lnTo>
                <a:close/>
                <a:moveTo>
                  <a:pt x="107839" y="38994"/>
                </a:moveTo>
                <a:cubicBezTo>
                  <a:pt x="107937" y="40538"/>
                  <a:pt x="108059" y="42058"/>
                  <a:pt x="108157" y="43602"/>
                </a:cubicBezTo>
                <a:lnTo>
                  <a:pt x="108157" y="45856"/>
                </a:lnTo>
                <a:cubicBezTo>
                  <a:pt x="108059" y="44312"/>
                  <a:pt x="107937" y="42793"/>
                  <a:pt x="107839" y="41249"/>
                </a:cubicBezTo>
                <a:lnTo>
                  <a:pt x="107839" y="38994"/>
                </a:lnTo>
                <a:close/>
                <a:moveTo>
                  <a:pt x="101099" y="33602"/>
                </a:moveTo>
                <a:cubicBezTo>
                  <a:pt x="101197" y="36347"/>
                  <a:pt x="101319" y="39117"/>
                  <a:pt x="101417" y="41764"/>
                </a:cubicBezTo>
                <a:lnTo>
                  <a:pt x="101417" y="46053"/>
                </a:lnTo>
                <a:cubicBezTo>
                  <a:pt x="101319" y="43406"/>
                  <a:pt x="101197" y="40636"/>
                  <a:pt x="101099" y="37891"/>
                </a:cubicBezTo>
                <a:lnTo>
                  <a:pt x="101099" y="33602"/>
                </a:lnTo>
                <a:close/>
                <a:moveTo>
                  <a:pt x="101613" y="35636"/>
                </a:moveTo>
                <a:cubicBezTo>
                  <a:pt x="101711" y="37671"/>
                  <a:pt x="101809" y="39827"/>
                  <a:pt x="101932" y="41862"/>
                </a:cubicBezTo>
                <a:lnTo>
                  <a:pt x="101932" y="46053"/>
                </a:lnTo>
                <a:cubicBezTo>
                  <a:pt x="101809" y="44018"/>
                  <a:pt x="101711" y="41862"/>
                  <a:pt x="101613" y="39827"/>
                </a:cubicBezTo>
                <a:lnTo>
                  <a:pt x="101613" y="35636"/>
                </a:lnTo>
                <a:close/>
                <a:moveTo>
                  <a:pt x="102741" y="35440"/>
                </a:moveTo>
                <a:cubicBezTo>
                  <a:pt x="102839" y="37573"/>
                  <a:pt x="102937" y="39729"/>
                  <a:pt x="103035" y="41764"/>
                </a:cubicBezTo>
                <a:lnTo>
                  <a:pt x="103035" y="46053"/>
                </a:lnTo>
                <a:cubicBezTo>
                  <a:pt x="102937" y="44018"/>
                  <a:pt x="102839" y="41960"/>
                  <a:pt x="102741" y="39827"/>
                </a:cubicBezTo>
                <a:lnTo>
                  <a:pt x="102741" y="35440"/>
                </a:lnTo>
                <a:close/>
                <a:moveTo>
                  <a:pt x="105608" y="38087"/>
                </a:moveTo>
                <a:cubicBezTo>
                  <a:pt x="105706" y="40121"/>
                  <a:pt x="105706" y="42180"/>
                  <a:pt x="105804" y="44116"/>
                </a:cubicBezTo>
                <a:lnTo>
                  <a:pt x="105804" y="46053"/>
                </a:lnTo>
                <a:cubicBezTo>
                  <a:pt x="105706" y="44116"/>
                  <a:pt x="105706" y="42058"/>
                  <a:pt x="105608" y="40023"/>
                </a:cubicBezTo>
                <a:lnTo>
                  <a:pt x="105608" y="38087"/>
                </a:lnTo>
                <a:close/>
                <a:moveTo>
                  <a:pt x="47400" y="36543"/>
                </a:moveTo>
                <a:cubicBezTo>
                  <a:pt x="47498" y="39509"/>
                  <a:pt x="47498" y="42376"/>
                  <a:pt x="47498" y="45342"/>
                </a:cubicBezTo>
                <a:lnTo>
                  <a:pt x="47498" y="46151"/>
                </a:lnTo>
                <a:cubicBezTo>
                  <a:pt x="47498" y="43185"/>
                  <a:pt x="47498" y="40342"/>
                  <a:pt x="47400" y="37474"/>
                </a:cubicBezTo>
                <a:lnTo>
                  <a:pt x="47400" y="36543"/>
                </a:lnTo>
                <a:close/>
                <a:moveTo>
                  <a:pt x="103966" y="36764"/>
                </a:moveTo>
                <a:cubicBezTo>
                  <a:pt x="104064" y="38700"/>
                  <a:pt x="104162" y="40636"/>
                  <a:pt x="104260" y="42474"/>
                </a:cubicBezTo>
                <a:lnTo>
                  <a:pt x="104260" y="46151"/>
                </a:lnTo>
                <a:cubicBezTo>
                  <a:pt x="104162" y="44312"/>
                  <a:pt x="104064" y="42474"/>
                  <a:pt x="103966" y="40538"/>
                </a:cubicBezTo>
                <a:lnTo>
                  <a:pt x="103966" y="36764"/>
                </a:lnTo>
                <a:close/>
                <a:moveTo>
                  <a:pt x="106613" y="39411"/>
                </a:moveTo>
                <a:cubicBezTo>
                  <a:pt x="106711" y="41249"/>
                  <a:pt x="106834" y="42989"/>
                  <a:pt x="106932" y="44729"/>
                </a:cubicBezTo>
                <a:lnTo>
                  <a:pt x="106932" y="46151"/>
                </a:lnTo>
                <a:cubicBezTo>
                  <a:pt x="106834" y="44410"/>
                  <a:pt x="106711" y="42670"/>
                  <a:pt x="106613" y="40832"/>
                </a:cubicBezTo>
                <a:lnTo>
                  <a:pt x="106613" y="39411"/>
                </a:lnTo>
                <a:close/>
                <a:moveTo>
                  <a:pt x="49532" y="35832"/>
                </a:moveTo>
                <a:cubicBezTo>
                  <a:pt x="49630" y="39117"/>
                  <a:pt x="49630" y="42376"/>
                  <a:pt x="49728" y="45636"/>
                </a:cubicBezTo>
                <a:lnTo>
                  <a:pt x="49728" y="46249"/>
                </a:lnTo>
                <a:cubicBezTo>
                  <a:pt x="49630" y="42989"/>
                  <a:pt x="49630" y="39827"/>
                  <a:pt x="49532" y="36543"/>
                </a:cubicBezTo>
                <a:lnTo>
                  <a:pt x="49532" y="35832"/>
                </a:lnTo>
                <a:close/>
                <a:moveTo>
                  <a:pt x="106098" y="38504"/>
                </a:moveTo>
                <a:cubicBezTo>
                  <a:pt x="106221" y="40342"/>
                  <a:pt x="106319" y="42058"/>
                  <a:pt x="106417" y="43700"/>
                </a:cubicBezTo>
                <a:lnTo>
                  <a:pt x="106417" y="46469"/>
                </a:lnTo>
                <a:cubicBezTo>
                  <a:pt x="106319" y="44827"/>
                  <a:pt x="106221" y="43087"/>
                  <a:pt x="106098" y="41347"/>
                </a:cubicBezTo>
                <a:lnTo>
                  <a:pt x="106098" y="38504"/>
                </a:lnTo>
                <a:close/>
                <a:moveTo>
                  <a:pt x="104996" y="38381"/>
                </a:moveTo>
                <a:cubicBezTo>
                  <a:pt x="105094" y="40219"/>
                  <a:pt x="105192" y="42058"/>
                  <a:pt x="105290" y="43798"/>
                </a:cubicBezTo>
                <a:lnTo>
                  <a:pt x="105290" y="46567"/>
                </a:lnTo>
                <a:cubicBezTo>
                  <a:pt x="105192" y="44827"/>
                  <a:pt x="105094" y="43087"/>
                  <a:pt x="104996" y="41249"/>
                </a:cubicBezTo>
                <a:lnTo>
                  <a:pt x="104996" y="38381"/>
                </a:lnTo>
                <a:close/>
                <a:moveTo>
                  <a:pt x="107128" y="39729"/>
                </a:moveTo>
                <a:cubicBezTo>
                  <a:pt x="107226" y="41445"/>
                  <a:pt x="107324" y="43087"/>
                  <a:pt x="107446" y="44729"/>
                </a:cubicBezTo>
                <a:lnTo>
                  <a:pt x="107446" y="46665"/>
                </a:lnTo>
                <a:cubicBezTo>
                  <a:pt x="107324" y="45121"/>
                  <a:pt x="107226" y="43406"/>
                  <a:pt x="107128" y="41764"/>
                </a:cubicBezTo>
                <a:lnTo>
                  <a:pt x="107128" y="39729"/>
                </a:lnTo>
                <a:close/>
                <a:moveTo>
                  <a:pt x="35954" y="24509"/>
                </a:moveTo>
                <a:cubicBezTo>
                  <a:pt x="36052" y="29411"/>
                  <a:pt x="36150" y="34411"/>
                  <a:pt x="36371" y="39313"/>
                </a:cubicBezTo>
                <a:lnTo>
                  <a:pt x="36371" y="47278"/>
                </a:lnTo>
                <a:cubicBezTo>
                  <a:pt x="36150" y="42278"/>
                  <a:pt x="36052" y="37376"/>
                  <a:pt x="35954" y="32475"/>
                </a:cubicBezTo>
                <a:lnTo>
                  <a:pt x="35954" y="24509"/>
                </a:lnTo>
                <a:close/>
                <a:moveTo>
                  <a:pt x="40243" y="30024"/>
                </a:moveTo>
                <a:cubicBezTo>
                  <a:pt x="40243" y="33283"/>
                  <a:pt x="40341" y="36666"/>
                  <a:pt x="40439" y="39925"/>
                </a:cubicBezTo>
                <a:lnTo>
                  <a:pt x="40439" y="48087"/>
                </a:lnTo>
                <a:cubicBezTo>
                  <a:pt x="40341" y="44827"/>
                  <a:pt x="40243" y="41567"/>
                  <a:pt x="40243" y="38283"/>
                </a:cubicBezTo>
                <a:lnTo>
                  <a:pt x="40243" y="30024"/>
                </a:lnTo>
                <a:close/>
                <a:moveTo>
                  <a:pt x="38920" y="28896"/>
                </a:moveTo>
                <a:cubicBezTo>
                  <a:pt x="39018" y="32254"/>
                  <a:pt x="39116" y="35734"/>
                  <a:pt x="39214" y="39117"/>
                </a:cubicBezTo>
                <a:lnTo>
                  <a:pt x="39214" y="48307"/>
                </a:lnTo>
                <a:cubicBezTo>
                  <a:pt x="39116" y="44925"/>
                  <a:pt x="39018" y="41445"/>
                  <a:pt x="38920" y="38087"/>
                </a:cubicBezTo>
                <a:lnTo>
                  <a:pt x="38920" y="28896"/>
                </a:lnTo>
                <a:close/>
                <a:moveTo>
                  <a:pt x="50856" y="30833"/>
                </a:moveTo>
                <a:cubicBezTo>
                  <a:pt x="50954" y="35832"/>
                  <a:pt x="51076" y="40955"/>
                  <a:pt x="51174" y="46053"/>
                </a:cubicBezTo>
                <a:lnTo>
                  <a:pt x="51174" y="48307"/>
                </a:lnTo>
                <a:cubicBezTo>
                  <a:pt x="51076" y="43283"/>
                  <a:pt x="50954" y="38381"/>
                  <a:pt x="50856" y="33382"/>
                </a:cubicBezTo>
                <a:lnTo>
                  <a:pt x="50856" y="30833"/>
                </a:lnTo>
                <a:close/>
                <a:moveTo>
                  <a:pt x="37694" y="26249"/>
                </a:moveTo>
                <a:cubicBezTo>
                  <a:pt x="37793" y="30833"/>
                  <a:pt x="37891" y="35538"/>
                  <a:pt x="37989" y="40219"/>
                </a:cubicBezTo>
                <a:lnTo>
                  <a:pt x="37989" y="48405"/>
                </a:lnTo>
                <a:cubicBezTo>
                  <a:pt x="37891" y="43700"/>
                  <a:pt x="37793" y="39117"/>
                  <a:pt x="37694" y="34411"/>
                </a:cubicBezTo>
                <a:lnTo>
                  <a:pt x="37694" y="26249"/>
                </a:lnTo>
                <a:close/>
                <a:moveTo>
                  <a:pt x="39729" y="30220"/>
                </a:moveTo>
                <a:cubicBezTo>
                  <a:pt x="39827" y="34411"/>
                  <a:pt x="39925" y="38602"/>
                  <a:pt x="39925" y="42793"/>
                </a:cubicBezTo>
                <a:lnTo>
                  <a:pt x="39925" y="48503"/>
                </a:lnTo>
                <a:cubicBezTo>
                  <a:pt x="39925" y="44312"/>
                  <a:pt x="39827" y="40121"/>
                  <a:pt x="39729" y="36053"/>
                </a:cubicBezTo>
                <a:lnTo>
                  <a:pt x="39729" y="30220"/>
                </a:lnTo>
                <a:close/>
                <a:moveTo>
                  <a:pt x="53307" y="29705"/>
                </a:moveTo>
                <a:cubicBezTo>
                  <a:pt x="53405" y="35734"/>
                  <a:pt x="53527" y="41764"/>
                  <a:pt x="53625" y="47891"/>
                </a:cubicBezTo>
                <a:lnTo>
                  <a:pt x="53625" y="48601"/>
                </a:lnTo>
                <a:cubicBezTo>
                  <a:pt x="53527" y="42670"/>
                  <a:pt x="53405" y="36862"/>
                  <a:pt x="53307" y="31029"/>
                </a:cubicBezTo>
                <a:lnTo>
                  <a:pt x="53307" y="29705"/>
                </a:lnTo>
                <a:close/>
                <a:moveTo>
                  <a:pt x="37180" y="25833"/>
                </a:moveTo>
                <a:cubicBezTo>
                  <a:pt x="37278" y="30931"/>
                  <a:pt x="37376" y="36053"/>
                  <a:pt x="37474" y="41249"/>
                </a:cubicBezTo>
                <a:lnTo>
                  <a:pt x="37474" y="49018"/>
                </a:lnTo>
                <a:cubicBezTo>
                  <a:pt x="37376" y="43798"/>
                  <a:pt x="37278" y="38700"/>
                  <a:pt x="37180" y="33602"/>
                </a:cubicBezTo>
                <a:lnTo>
                  <a:pt x="37180" y="25833"/>
                </a:lnTo>
                <a:close/>
                <a:moveTo>
                  <a:pt x="38307" y="26249"/>
                </a:moveTo>
                <a:cubicBezTo>
                  <a:pt x="38405" y="30735"/>
                  <a:pt x="38503" y="35220"/>
                  <a:pt x="38601" y="39729"/>
                </a:cubicBezTo>
                <a:lnTo>
                  <a:pt x="38601" y="49729"/>
                </a:lnTo>
                <a:cubicBezTo>
                  <a:pt x="38503" y="45121"/>
                  <a:pt x="38405" y="40636"/>
                  <a:pt x="38307" y="36151"/>
                </a:cubicBezTo>
                <a:lnTo>
                  <a:pt x="38307" y="26249"/>
                </a:lnTo>
                <a:close/>
                <a:moveTo>
                  <a:pt x="51983" y="34411"/>
                </a:moveTo>
                <a:cubicBezTo>
                  <a:pt x="52081" y="39411"/>
                  <a:pt x="52179" y="44508"/>
                  <a:pt x="52302" y="49631"/>
                </a:cubicBezTo>
                <a:lnTo>
                  <a:pt x="52302" y="49729"/>
                </a:lnTo>
                <a:cubicBezTo>
                  <a:pt x="52179" y="44827"/>
                  <a:pt x="52081" y="39827"/>
                  <a:pt x="51983" y="34926"/>
                </a:cubicBezTo>
                <a:lnTo>
                  <a:pt x="51983" y="34411"/>
                </a:lnTo>
                <a:close/>
                <a:moveTo>
                  <a:pt x="41371" y="31445"/>
                </a:moveTo>
                <a:cubicBezTo>
                  <a:pt x="41469" y="35122"/>
                  <a:pt x="41567" y="38798"/>
                  <a:pt x="41665" y="42572"/>
                </a:cubicBezTo>
                <a:lnTo>
                  <a:pt x="41665" y="50146"/>
                </a:lnTo>
                <a:cubicBezTo>
                  <a:pt x="41567" y="46469"/>
                  <a:pt x="41469" y="42793"/>
                  <a:pt x="41371" y="39215"/>
                </a:cubicBezTo>
                <a:lnTo>
                  <a:pt x="41371" y="31445"/>
                </a:lnTo>
                <a:close/>
                <a:moveTo>
                  <a:pt x="46787" y="28896"/>
                </a:moveTo>
                <a:cubicBezTo>
                  <a:pt x="46885" y="34313"/>
                  <a:pt x="46983" y="39827"/>
                  <a:pt x="47081" y="45342"/>
                </a:cubicBezTo>
                <a:lnTo>
                  <a:pt x="47081" y="51984"/>
                </a:lnTo>
                <a:cubicBezTo>
                  <a:pt x="46983" y="46567"/>
                  <a:pt x="46885" y="41151"/>
                  <a:pt x="46787" y="35832"/>
                </a:cubicBezTo>
                <a:lnTo>
                  <a:pt x="46787" y="28896"/>
                </a:lnTo>
                <a:close/>
                <a:moveTo>
                  <a:pt x="41984" y="28186"/>
                </a:moveTo>
                <a:cubicBezTo>
                  <a:pt x="42082" y="32989"/>
                  <a:pt x="42180" y="37891"/>
                  <a:pt x="42278" y="42793"/>
                </a:cubicBezTo>
                <a:lnTo>
                  <a:pt x="42278" y="52082"/>
                </a:lnTo>
                <a:cubicBezTo>
                  <a:pt x="42180" y="47180"/>
                  <a:pt x="42082" y="42376"/>
                  <a:pt x="41984" y="37573"/>
                </a:cubicBezTo>
                <a:lnTo>
                  <a:pt x="41984" y="28186"/>
                </a:lnTo>
                <a:close/>
                <a:moveTo>
                  <a:pt x="42792" y="28994"/>
                </a:moveTo>
                <a:cubicBezTo>
                  <a:pt x="42890" y="33798"/>
                  <a:pt x="42988" y="38602"/>
                  <a:pt x="43111" y="43406"/>
                </a:cubicBezTo>
                <a:lnTo>
                  <a:pt x="43111" y="52180"/>
                </a:lnTo>
                <a:cubicBezTo>
                  <a:pt x="42988" y="47376"/>
                  <a:pt x="42890" y="42670"/>
                  <a:pt x="42792" y="37989"/>
                </a:cubicBezTo>
                <a:lnTo>
                  <a:pt x="42792" y="28994"/>
                </a:lnTo>
                <a:close/>
                <a:moveTo>
                  <a:pt x="44116" y="32671"/>
                </a:moveTo>
                <a:cubicBezTo>
                  <a:pt x="44116" y="37058"/>
                  <a:pt x="44214" y="41567"/>
                  <a:pt x="44336" y="46151"/>
                </a:cubicBezTo>
                <a:lnTo>
                  <a:pt x="44336" y="52376"/>
                </a:lnTo>
                <a:cubicBezTo>
                  <a:pt x="44214" y="47891"/>
                  <a:pt x="44116" y="43504"/>
                  <a:pt x="44116" y="39117"/>
                </a:cubicBezTo>
                <a:lnTo>
                  <a:pt x="44116" y="32671"/>
                </a:lnTo>
                <a:close/>
                <a:moveTo>
                  <a:pt x="49018" y="31249"/>
                </a:moveTo>
                <a:cubicBezTo>
                  <a:pt x="49116" y="36960"/>
                  <a:pt x="49238" y="42670"/>
                  <a:pt x="49336" y="48503"/>
                </a:cubicBezTo>
                <a:lnTo>
                  <a:pt x="49336" y="53601"/>
                </a:lnTo>
                <a:cubicBezTo>
                  <a:pt x="49238" y="47891"/>
                  <a:pt x="49116" y="42278"/>
                  <a:pt x="49018" y="36666"/>
                </a:cubicBezTo>
                <a:lnTo>
                  <a:pt x="49018" y="31249"/>
                </a:lnTo>
                <a:close/>
                <a:moveTo>
                  <a:pt x="48405" y="30735"/>
                </a:moveTo>
                <a:cubicBezTo>
                  <a:pt x="48503" y="37058"/>
                  <a:pt x="48625" y="43406"/>
                  <a:pt x="48821" y="49827"/>
                </a:cubicBezTo>
                <a:lnTo>
                  <a:pt x="48821" y="53822"/>
                </a:lnTo>
                <a:cubicBezTo>
                  <a:pt x="48625" y="47474"/>
                  <a:pt x="48503" y="41249"/>
                  <a:pt x="48405" y="35024"/>
                </a:cubicBezTo>
                <a:lnTo>
                  <a:pt x="48405" y="30735"/>
                </a:lnTo>
                <a:close/>
                <a:moveTo>
                  <a:pt x="43503" y="29313"/>
                </a:moveTo>
                <a:cubicBezTo>
                  <a:pt x="43601" y="34705"/>
                  <a:pt x="43724" y="40219"/>
                  <a:pt x="43822" y="45734"/>
                </a:cubicBezTo>
                <a:lnTo>
                  <a:pt x="43822" y="53920"/>
                </a:lnTo>
                <a:cubicBezTo>
                  <a:pt x="43724" y="48503"/>
                  <a:pt x="43601" y="43087"/>
                  <a:pt x="43503" y="37671"/>
                </a:cubicBezTo>
                <a:lnTo>
                  <a:pt x="43503" y="29313"/>
                </a:lnTo>
                <a:close/>
                <a:moveTo>
                  <a:pt x="45243" y="32573"/>
                </a:moveTo>
                <a:cubicBezTo>
                  <a:pt x="45341" y="37671"/>
                  <a:pt x="45439" y="42793"/>
                  <a:pt x="45562" y="47891"/>
                </a:cubicBezTo>
                <a:lnTo>
                  <a:pt x="45562" y="54116"/>
                </a:lnTo>
                <a:cubicBezTo>
                  <a:pt x="45439" y="49116"/>
                  <a:pt x="45341" y="44018"/>
                  <a:pt x="45243" y="39117"/>
                </a:cubicBezTo>
                <a:lnTo>
                  <a:pt x="45243" y="32573"/>
                </a:lnTo>
                <a:close/>
                <a:moveTo>
                  <a:pt x="73134" y="1"/>
                </a:moveTo>
                <a:cubicBezTo>
                  <a:pt x="73012" y="1"/>
                  <a:pt x="73012" y="1"/>
                  <a:pt x="73012" y="99"/>
                </a:cubicBezTo>
                <a:lnTo>
                  <a:pt x="73012" y="15098"/>
                </a:lnTo>
                <a:lnTo>
                  <a:pt x="73012" y="15221"/>
                </a:lnTo>
                <a:lnTo>
                  <a:pt x="73012" y="18774"/>
                </a:lnTo>
                <a:cubicBezTo>
                  <a:pt x="72816" y="13162"/>
                  <a:pt x="72718" y="7451"/>
                  <a:pt x="72619" y="1741"/>
                </a:cubicBezTo>
                <a:cubicBezTo>
                  <a:pt x="72619" y="1618"/>
                  <a:pt x="72619" y="1618"/>
                  <a:pt x="72521" y="1618"/>
                </a:cubicBezTo>
                <a:cubicBezTo>
                  <a:pt x="72399" y="1618"/>
                  <a:pt x="72399" y="1618"/>
                  <a:pt x="72399" y="1741"/>
                </a:cubicBezTo>
                <a:lnTo>
                  <a:pt x="72399" y="14485"/>
                </a:lnTo>
                <a:cubicBezTo>
                  <a:pt x="72301" y="11226"/>
                  <a:pt x="72301" y="7966"/>
                  <a:pt x="72301" y="4682"/>
                </a:cubicBezTo>
                <a:lnTo>
                  <a:pt x="72301" y="4584"/>
                </a:lnTo>
                <a:lnTo>
                  <a:pt x="72203" y="4486"/>
                </a:lnTo>
                <a:lnTo>
                  <a:pt x="72105" y="4486"/>
                </a:lnTo>
                <a:lnTo>
                  <a:pt x="72105" y="907"/>
                </a:lnTo>
                <a:lnTo>
                  <a:pt x="72007" y="809"/>
                </a:lnTo>
                <a:cubicBezTo>
                  <a:pt x="71909" y="809"/>
                  <a:pt x="71909" y="907"/>
                  <a:pt x="71909" y="907"/>
                </a:cubicBezTo>
                <a:lnTo>
                  <a:pt x="71909" y="4192"/>
                </a:lnTo>
                <a:cubicBezTo>
                  <a:pt x="71909" y="4069"/>
                  <a:pt x="71786" y="4069"/>
                  <a:pt x="71786" y="4069"/>
                </a:cubicBezTo>
                <a:lnTo>
                  <a:pt x="71786" y="1618"/>
                </a:lnTo>
                <a:cubicBezTo>
                  <a:pt x="71786" y="1520"/>
                  <a:pt x="71786" y="1520"/>
                  <a:pt x="71688" y="1520"/>
                </a:cubicBezTo>
                <a:cubicBezTo>
                  <a:pt x="71590" y="1520"/>
                  <a:pt x="71590" y="1520"/>
                  <a:pt x="71590" y="1618"/>
                </a:cubicBezTo>
                <a:lnTo>
                  <a:pt x="71590" y="13260"/>
                </a:lnTo>
                <a:cubicBezTo>
                  <a:pt x="71590" y="10000"/>
                  <a:pt x="71492" y="6642"/>
                  <a:pt x="71492" y="3358"/>
                </a:cubicBezTo>
                <a:cubicBezTo>
                  <a:pt x="71492" y="3260"/>
                  <a:pt x="71492" y="3260"/>
                  <a:pt x="71394" y="3260"/>
                </a:cubicBezTo>
                <a:lnTo>
                  <a:pt x="71296" y="3260"/>
                </a:lnTo>
                <a:lnTo>
                  <a:pt x="71296" y="1839"/>
                </a:lnTo>
                <a:cubicBezTo>
                  <a:pt x="71296" y="1839"/>
                  <a:pt x="71296" y="1741"/>
                  <a:pt x="71173" y="1741"/>
                </a:cubicBezTo>
                <a:lnTo>
                  <a:pt x="71075" y="1839"/>
                </a:lnTo>
                <a:lnTo>
                  <a:pt x="71075" y="15833"/>
                </a:lnTo>
                <a:lnTo>
                  <a:pt x="71075" y="20318"/>
                </a:lnTo>
                <a:cubicBezTo>
                  <a:pt x="70977" y="15417"/>
                  <a:pt x="70879" y="10319"/>
                  <a:pt x="70781" y="5294"/>
                </a:cubicBezTo>
                <a:cubicBezTo>
                  <a:pt x="70781" y="5196"/>
                  <a:pt x="70781" y="5196"/>
                  <a:pt x="70683" y="5196"/>
                </a:cubicBezTo>
                <a:lnTo>
                  <a:pt x="70683" y="3775"/>
                </a:lnTo>
                <a:cubicBezTo>
                  <a:pt x="70683" y="3775"/>
                  <a:pt x="70683" y="3677"/>
                  <a:pt x="70561" y="3677"/>
                </a:cubicBezTo>
                <a:lnTo>
                  <a:pt x="70463" y="3775"/>
                </a:lnTo>
                <a:lnTo>
                  <a:pt x="70463" y="17255"/>
                </a:lnTo>
                <a:lnTo>
                  <a:pt x="70463" y="17769"/>
                </a:lnTo>
                <a:cubicBezTo>
                  <a:pt x="70463" y="12868"/>
                  <a:pt x="70365" y="8064"/>
                  <a:pt x="70267" y="3162"/>
                </a:cubicBezTo>
                <a:cubicBezTo>
                  <a:pt x="70267" y="3162"/>
                  <a:pt x="70267" y="3064"/>
                  <a:pt x="70169" y="3064"/>
                </a:cubicBezTo>
                <a:lnTo>
                  <a:pt x="70071" y="3162"/>
                </a:lnTo>
                <a:lnTo>
                  <a:pt x="70071" y="3775"/>
                </a:lnTo>
                <a:cubicBezTo>
                  <a:pt x="69948" y="3775"/>
                  <a:pt x="69948" y="3775"/>
                  <a:pt x="69948" y="3873"/>
                </a:cubicBezTo>
                <a:lnTo>
                  <a:pt x="69948" y="16838"/>
                </a:lnTo>
                <a:lnTo>
                  <a:pt x="69948" y="17867"/>
                </a:lnTo>
                <a:cubicBezTo>
                  <a:pt x="69850" y="12966"/>
                  <a:pt x="69752" y="7966"/>
                  <a:pt x="69654" y="2966"/>
                </a:cubicBezTo>
                <a:cubicBezTo>
                  <a:pt x="69654" y="2844"/>
                  <a:pt x="69654" y="2844"/>
                  <a:pt x="69556" y="2844"/>
                </a:cubicBezTo>
                <a:cubicBezTo>
                  <a:pt x="69556" y="2844"/>
                  <a:pt x="69458" y="2844"/>
                  <a:pt x="69458" y="2966"/>
                </a:cubicBezTo>
                <a:lnTo>
                  <a:pt x="69458" y="12549"/>
                </a:lnTo>
                <a:cubicBezTo>
                  <a:pt x="69458" y="9485"/>
                  <a:pt x="69458" y="6422"/>
                  <a:pt x="69335" y="3358"/>
                </a:cubicBezTo>
                <a:cubicBezTo>
                  <a:pt x="69335" y="3358"/>
                  <a:pt x="69335" y="3260"/>
                  <a:pt x="69237" y="3260"/>
                </a:cubicBezTo>
                <a:lnTo>
                  <a:pt x="69139" y="3162"/>
                </a:lnTo>
                <a:cubicBezTo>
                  <a:pt x="69041" y="3162"/>
                  <a:pt x="69041" y="3260"/>
                  <a:pt x="69041" y="3260"/>
                </a:cubicBezTo>
                <a:lnTo>
                  <a:pt x="69041" y="13995"/>
                </a:lnTo>
                <a:cubicBezTo>
                  <a:pt x="68943" y="9902"/>
                  <a:pt x="68943" y="5711"/>
                  <a:pt x="68845" y="1618"/>
                </a:cubicBezTo>
                <a:cubicBezTo>
                  <a:pt x="68845" y="1618"/>
                  <a:pt x="68845" y="1520"/>
                  <a:pt x="68723" y="1520"/>
                </a:cubicBezTo>
                <a:lnTo>
                  <a:pt x="68625" y="1618"/>
                </a:lnTo>
                <a:lnTo>
                  <a:pt x="68625" y="13064"/>
                </a:lnTo>
                <a:lnTo>
                  <a:pt x="68625" y="24093"/>
                </a:lnTo>
                <a:cubicBezTo>
                  <a:pt x="68527" y="18284"/>
                  <a:pt x="68428" y="12353"/>
                  <a:pt x="68330" y="6422"/>
                </a:cubicBezTo>
                <a:cubicBezTo>
                  <a:pt x="68330" y="6324"/>
                  <a:pt x="68232" y="6324"/>
                  <a:pt x="68232" y="6324"/>
                </a:cubicBezTo>
                <a:cubicBezTo>
                  <a:pt x="68110" y="6324"/>
                  <a:pt x="68110" y="6324"/>
                  <a:pt x="68110" y="6422"/>
                </a:cubicBezTo>
                <a:lnTo>
                  <a:pt x="68110" y="6740"/>
                </a:lnTo>
                <a:lnTo>
                  <a:pt x="68012" y="6740"/>
                </a:lnTo>
                <a:lnTo>
                  <a:pt x="68012" y="6030"/>
                </a:lnTo>
                <a:cubicBezTo>
                  <a:pt x="68012" y="5907"/>
                  <a:pt x="67914" y="5907"/>
                  <a:pt x="67914" y="5907"/>
                </a:cubicBezTo>
                <a:cubicBezTo>
                  <a:pt x="67816" y="5907"/>
                  <a:pt x="67816" y="5907"/>
                  <a:pt x="67816" y="6030"/>
                </a:cubicBezTo>
                <a:lnTo>
                  <a:pt x="67816" y="11838"/>
                </a:lnTo>
                <a:lnTo>
                  <a:pt x="67718" y="7451"/>
                </a:lnTo>
                <a:cubicBezTo>
                  <a:pt x="67718" y="7451"/>
                  <a:pt x="67718" y="7353"/>
                  <a:pt x="67620" y="7353"/>
                </a:cubicBezTo>
                <a:lnTo>
                  <a:pt x="67497" y="7451"/>
                </a:lnTo>
                <a:lnTo>
                  <a:pt x="67497" y="13382"/>
                </a:lnTo>
                <a:cubicBezTo>
                  <a:pt x="67497" y="9804"/>
                  <a:pt x="67497" y="6128"/>
                  <a:pt x="67399" y="2549"/>
                </a:cubicBezTo>
                <a:cubicBezTo>
                  <a:pt x="67399" y="2549"/>
                  <a:pt x="67399" y="2451"/>
                  <a:pt x="67301" y="2451"/>
                </a:cubicBezTo>
                <a:lnTo>
                  <a:pt x="67203" y="2549"/>
                </a:lnTo>
                <a:lnTo>
                  <a:pt x="67203" y="2844"/>
                </a:lnTo>
                <a:lnTo>
                  <a:pt x="67203" y="2966"/>
                </a:lnTo>
                <a:lnTo>
                  <a:pt x="67203" y="12647"/>
                </a:lnTo>
                <a:lnTo>
                  <a:pt x="67203" y="19510"/>
                </a:lnTo>
                <a:cubicBezTo>
                  <a:pt x="67203" y="14902"/>
                  <a:pt x="67105" y="10417"/>
                  <a:pt x="67105" y="5809"/>
                </a:cubicBezTo>
                <a:cubicBezTo>
                  <a:pt x="67105" y="5711"/>
                  <a:pt x="67007" y="5711"/>
                  <a:pt x="67007" y="5711"/>
                </a:cubicBezTo>
                <a:cubicBezTo>
                  <a:pt x="66884" y="5711"/>
                  <a:pt x="66884" y="5711"/>
                  <a:pt x="66884" y="5809"/>
                </a:cubicBezTo>
                <a:lnTo>
                  <a:pt x="66884" y="15000"/>
                </a:lnTo>
                <a:lnTo>
                  <a:pt x="66884" y="26446"/>
                </a:lnTo>
                <a:cubicBezTo>
                  <a:pt x="66786" y="20000"/>
                  <a:pt x="66688" y="13578"/>
                  <a:pt x="66590" y="7133"/>
                </a:cubicBezTo>
                <a:lnTo>
                  <a:pt x="66492" y="7035"/>
                </a:lnTo>
                <a:cubicBezTo>
                  <a:pt x="66394" y="7035"/>
                  <a:pt x="66394" y="7133"/>
                  <a:pt x="66394" y="7133"/>
                </a:cubicBezTo>
                <a:lnTo>
                  <a:pt x="66394" y="13260"/>
                </a:lnTo>
                <a:cubicBezTo>
                  <a:pt x="66272" y="10711"/>
                  <a:pt x="66272" y="8064"/>
                  <a:pt x="66272" y="5515"/>
                </a:cubicBezTo>
                <a:lnTo>
                  <a:pt x="66174" y="5417"/>
                </a:lnTo>
                <a:cubicBezTo>
                  <a:pt x="66076" y="5417"/>
                  <a:pt x="66076" y="5515"/>
                  <a:pt x="66076" y="5515"/>
                </a:cubicBezTo>
                <a:lnTo>
                  <a:pt x="66076" y="5907"/>
                </a:lnTo>
                <a:cubicBezTo>
                  <a:pt x="66076" y="5907"/>
                  <a:pt x="65978" y="5907"/>
                  <a:pt x="65978" y="6030"/>
                </a:cubicBezTo>
                <a:lnTo>
                  <a:pt x="65978" y="10000"/>
                </a:lnTo>
                <a:cubicBezTo>
                  <a:pt x="65978" y="10000"/>
                  <a:pt x="65978" y="9902"/>
                  <a:pt x="65880" y="9902"/>
                </a:cubicBezTo>
                <a:lnTo>
                  <a:pt x="65782" y="10000"/>
                </a:lnTo>
                <a:lnTo>
                  <a:pt x="65782" y="8971"/>
                </a:lnTo>
                <a:cubicBezTo>
                  <a:pt x="65782" y="8873"/>
                  <a:pt x="65659" y="8873"/>
                  <a:pt x="65659" y="8873"/>
                </a:cubicBezTo>
                <a:cubicBezTo>
                  <a:pt x="65561" y="8873"/>
                  <a:pt x="65561" y="8873"/>
                  <a:pt x="65561" y="8971"/>
                </a:cubicBezTo>
                <a:lnTo>
                  <a:pt x="65561" y="16446"/>
                </a:lnTo>
                <a:lnTo>
                  <a:pt x="65561" y="27671"/>
                </a:lnTo>
                <a:cubicBezTo>
                  <a:pt x="65365" y="20735"/>
                  <a:pt x="65267" y="13774"/>
                  <a:pt x="65169" y="6740"/>
                </a:cubicBezTo>
                <a:lnTo>
                  <a:pt x="65046" y="6642"/>
                </a:lnTo>
                <a:cubicBezTo>
                  <a:pt x="64948" y="6642"/>
                  <a:pt x="64948" y="6740"/>
                  <a:pt x="64948" y="6740"/>
                </a:cubicBezTo>
                <a:lnTo>
                  <a:pt x="64948" y="6324"/>
                </a:lnTo>
                <a:cubicBezTo>
                  <a:pt x="64948" y="6226"/>
                  <a:pt x="64850" y="6226"/>
                  <a:pt x="64850" y="6226"/>
                </a:cubicBezTo>
                <a:cubicBezTo>
                  <a:pt x="64752" y="6226"/>
                  <a:pt x="64752" y="6226"/>
                  <a:pt x="64752" y="6324"/>
                </a:cubicBezTo>
                <a:lnTo>
                  <a:pt x="64752" y="9191"/>
                </a:lnTo>
                <a:lnTo>
                  <a:pt x="64654" y="9191"/>
                </a:lnTo>
                <a:cubicBezTo>
                  <a:pt x="64654" y="9191"/>
                  <a:pt x="64556" y="9191"/>
                  <a:pt x="64556" y="9289"/>
                </a:cubicBezTo>
                <a:lnTo>
                  <a:pt x="64556" y="15319"/>
                </a:lnTo>
                <a:lnTo>
                  <a:pt x="64556" y="31249"/>
                </a:lnTo>
                <a:cubicBezTo>
                  <a:pt x="64434" y="24289"/>
                  <a:pt x="64336" y="17353"/>
                  <a:pt x="64237" y="10319"/>
                </a:cubicBezTo>
                <a:lnTo>
                  <a:pt x="64139" y="10196"/>
                </a:lnTo>
                <a:cubicBezTo>
                  <a:pt x="64041" y="10196"/>
                  <a:pt x="64041" y="10319"/>
                  <a:pt x="64041" y="10319"/>
                </a:cubicBezTo>
                <a:lnTo>
                  <a:pt x="64041" y="15613"/>
                </a:lnTo>
                <a:lnTo>
                  <a:pt x="64041" y="22058"/>
                </a:lnTo>
                <a:cubicBezTo>
                  <a:pt x="63943" y="18284"/>
                  <a:pt x="63943" y="14387"/>
                  <a:pt x="63821" y="10515"/>
                </a:cubicBezTo>
                <a:cubicBezTo>
                  <a:pt x="63821" y="10417"/>
                  <a:pt x="63821" y="10417"/>
                  <a:pt x="63723" y="10417"/>
                </a:cubicBezTo>
                <a:cubicBezTo>
                  <a:pt x="63723" y="10417"/>
                  <a:pt x="63625" y="10417"/>
                  <a:pt x="63625" y="10515"/>
                </a:cubicBezTo>
                <a:lnTo>
                  <a:pt x="63625" y="10417"/>
                </a:lnTo>
                <a:cubicBezTo>
                  <a:pt x="63625" y="10417"/>
                  <a:pt x="63625" y="10319"/>
                  <a:pt x="63527" y="10319"/>
                </a:cubicBezTo>
                <a:lnTo>
                  <a:pt x="63527" y="8358"/>
                </a:lnTo>
                <a:cubicBezTo>
                  <a:pt x="63527" y="8358"/>
                  <a:pt x="63527" y="8260"/>
                  <a:pt x="63429" y="8260"/>
                </a:cubicBezTo>
                <a:cubicBezTo>
                  <a:pt x="63331" y="8260"/>
                  <a:pt x="63331" y="8358"/>
                  <a:pt x="63331" y="8358"/>
                </a:cubicBezTo>
                <a:lnTo>
                  <a:pt x="63331" y="12647"/>
                </a:lnTo>
                <a:lnTo>
                  <a:pt x="63331" y="30538"/>
                </a:lnTo>
                <a:cubicBezTo>
                  <a:pt x="63208" y="25220"/>
                  <a:pt x="63110" y="19902"/>
                  <a:pt x="63110" y="14608"/>
                </a:cubicBezTo>
                <a:cubicBezTo>
                  <a:pt x="63110" y="14485"/>
                  <a:pt x="63012" y="14485"/>
                  <a:pt x="63012" y="14485"/>
                </a:cubicBezTo>
                <a:cubicBezTo>
                  <a:pt x="62914" y="14485"/>
                  <a:pt x="62914" y="14485"/>
                  <a:pt x="62914" y="14608"/>
                </a:cubicBezTo>
                <a:lnTo>
                  <a:pt x="62914" y="18162"/>
                </a:lnTo>
                <a:lnTo>
                  <a:pt x="62914" y="28578"/>
                </a:lnTo>
                <a:cubicBezTo>
                  <a:pt x="62816" y="22451"/>
                  <a:pt x="62718" y="16225"/>
                  <a:pt x="62718" y="10000"/>
                </a:cubicBezTo>
                <a:cubicBezTo>
                  <a:pt x="62718" y="9902"/>
                  <a:pt x="62595" y="9902"/>
                  <a:pt x="62595" y="9902"/>
                </a:cubicBezTo>
                <a:cubicBezTo>
                  <a:pt x="62497" y="9902"/>
                  <a:pt x="62497" y="9902"/>
                  <a:pt x="62497" y="10000"/>
                </a:cubicBezTo>
                <a:lnTo>
                  <a:pt x="62497" y="12647"/>
                </a:lnTo>
                <a:lnTo>
                  <a:pt x="62399" y="12647"/>
                </a:lnTo>
                <a:lnTo>
                  <a:pt x="62399" y="13162"/>
                </a:lnTo>
                <a:cubicBezTo>
                  <a:pt x="62399" y="13064"/>
                  <a:pt x="62399" y="13064"/>
                  <a:pt x="62301" y="13064"/>
                </a:cubicBezTo>
                <a:cubicBezTo>
                  <a:pt x="62301" y="13064"/>
                  <a:pt x="62203" y="13064"/>
                  <a:pt x="62203" y="13162"/>
                </a:cubicBezTo>
                <a:lnTo>
                  <a:pt x="62203" y="15613"/>
                </a:lnTo>
                <a:lnTo>
                  <a:pt x="62203" y="36053"/>
                </a:lnTo>
                <a:cubicBezTo>
                  <a:pt x="62105" y="29191"/>
                  <a:pt x="61983" y="22353"/>
                  <a:pt x="61885" y="15515"/>
                </a:cubicBezTo>
                <a:cubicBezTo>
                  <a:pt x="61885" y="15515"/>
                  <a:pt x="61885" y="15417"/>
                  <a:pt x="61787" y="15417"/>
                </a:cubicBezTo>
                <a:lnTo>
                  <a:pt x="61689" y="15515"/>
                </a:lnTo>
                <a:lnTo>
                  <a:pt x="61689" y="12034"/>
                </a:lnTo>
                <a:cubicBezTo>
                  <a:pt x="61689" y="12034"/>
                  <a:pt x="61689" y="11936"/>
                  <a:pt x="61591" y="11936"/>
                </a:cubicBezTo>
                <a:lnTo>
                  <a:pt x="61493" y="12034"/>
                </a:lnTo>
                <a:lnTo>
                  <a:pt x="61493" y="12451"/>
                </a:lnTo>
                <a:lnTo>
                  <a:pt x="61493" y="13578"/>
                </a:lnTo>
                <a:lnTo>
                  <a:pt x="61493" y="25318"/>
                </a:lnTo>
                <a:cubicBezTo>
                  <a:pt x="61370" y="22451"/>
                  <a:pt x="61370" y="19608"/>
                  <a:pt x="61370" y="16642"/>
                </a:cubicBezTo>
                <a:lnTo>
                  <a:pt x="61272" y="16544"/>
                </a:lnTo>
                <a:cubicBezTo>
                  <a:pt x="61174" y="16544"/>
                  <a:pt x="61174" y="16642"/>
                  <a:pt x="61174" y="16642"/>
                </a:cubicBezTo>
                <a:lnTo>
                  <a:pt x="61174" y="17157"/>
                </a:lnTo>
                <a:lnTo>
                  <a:pt x="61174" y="20318"/>
                </a:lnTo>
                <a:lnTo>
                  <a:pt x="61076" y="15000"/>
                </a:lnTo>
                <a:lnTo>
                  <a:pt x="61076" y="14804"/>
                </a:lnTo>
                <a:lnTo>
                  <a:pt x="61076" y="13260"/>
                </a:lnTo>
                <a:lnTo>
                  <a:pt x="61076" y="12966"/>
                </a:lnTo>
                <a:cubicBezTo>
                  <a:pt x="61076" y="12966"/>
                  <a:pt x="61076" y="12868"/>
                  <a:pt x="60978" y="12868"/>
                </a:cubicBezTo>
                <a:cubicBezTo>
                  <a:pt x="60880" y="12868"/>
                  <a:pt x="60880" y="12966"/>
                  <a:pt x="60880" y="12966"/>
                </a:cubicBezTo>
                <a:lnTo>
                  <a:pt x="60880" y="21225"/>
                </a:lnTo>
                <a:lnTo>
                  <a:pt x="60757" y="12255"/>
                </a:lnTo>
                <a:cubicBezTo>
                  <a:pt x="60757" y="12157"/>
                  <a:pt x="60757" y="12157"/>
                  <a:pt x="60659" y="12157"/>
                </a:cubicBezTo>
                <a:cubicBezTo>
                  <a:pt x="60659" y="12157"/>
                  <a:pt x="60561" y="12157"/>
                  <a:pt x="60561" y="12255"/>
                </a:cubicBezTo>
                <a:lnTo>
                  <a:pt x="60561" y="12770"/>
                </a:lnTo>
                <a:lnTo>
                  <a:pt x="60561" y="15613"/>
                </a:lnTo>
                <a:cubicBezTo>
                  <a:pt x="60561" y="15515"/>
                  <a:pt x="60463" y="15515"/>
                  <a:pt x="60463" y="15515"/>
                </a:cubicBezTo>
                <a:lnTo>
                  <a:pt x="60365" y="15515"/>
                </a:lnTo>
                <a:cubicBezTo>
                  <a:pt x="60365" y="15515"/>
                  <a:pt x="60267" y="15515"/>
                  <a:pt x="60267" y="15613"/>
                </a:cubicBezTo>
                <a:lnTo>
                  <a:pt x="60267" y="15833"/>
                </a:lnTo>
                <a:lnTo>
                  <a:pt x="60145" y="15711"/>
                </a:lnTo>
                <a:cubicBezTo>
                  <a:pt x="60046" y="15711"/>
                  <a:pt x="60046" y="15833"/>
                  <a:pt x="60046" y="15833"/>
                </a:cubicBezTo>
                <a:lnTo>
                  <a:pt x="60046" y="17353"/>
                </a:lnTo>
                <a:lnTo>
                  <a:pt x="60046" y="34092"/>
                </a:lnTo>
                <a:cubicBezTo>
                  <a:pt x="59948" y="27058"/>
                  <a:pt x="59850" y="20122"/>
                  <a:pt x="59752" y="13162"/>
                </a:cubicBezTo>
                <a:lnTo>
                  <a:pt x="59654" y="13064"/>
                </a:lnTo>
                <a:cubicBezTo>
                  <a:pt x="59532" y="13064"/>
                  <a:pt x="59532" y="13162"/>
                  <a:pt x="59532" y="13162"/>
                </a:cubicBezTo>
                <a:lnTo>
                  <a:pt x="59532" y="15613"/>
                </a:lnTo>
                <a:lnTo>
                  <a:pt x="59532" y="17965"/>
                </a:lnTo>
                <a:lnTo>
                  <a:pt x="59434" y="14387"/>
                </a:lnTo>
                <a:cubicBezTo>
                  <a:pt x="59434" y="14289"/>
                  <a:pt x="59434" y="14289"/>
                  <a:pt x="59336" y="14289"/>
                </a:cubicBezTo>
                <a:cubicBezTo>
                  <a:pt x="59336" y="14289"/>
                  <a:pt x="59238" y="14289"/>
                  <a:pt x="59238" y="14387"/>
                </a:cubicBezTo>
                <a:lnTo>
                  <a:pt x="59238" y="17157"/>
                </a:lnTo>
                <a:lnTo>
                  <a:pt x="59238" y="33896"/>
                </a:lnTo>
                <a:cubicBezTo>
                  <a:pt x="59238" y="27671"/>
                  <a:pt x="59140" y="21348"/>
                  <a:pt x="59042" y="15098"/>
                </a:cubicBezTo>
                <a:cubicBezTo>
                  <a:pt x="59042" y="15000"/>
                  <a:pt x="59042" y="15000"/>
                  <a:pt x="58919" y="15000"/>
                </a:cubicBezTo>
                <a:cubicBezTo>
                  <a:pt x="58919" y="15000"/>
                  <a:pt x="58821" y="15000"/>
                  <a:pt x="58821" y="15098"/>
                </a:cubicBezTo>
                <a:lnTo>
                  <a:pt x="58821" y="18676"/>
                </a:lnTo>
                <a:lnTo>
                  <a:pt x="58821" y="31764"/>
                </a:lnTo>
                <a:cubicBezTo>
                  <a:pt x="58821" y="26347"/>
                  <a:pt x="58723" y="20931"/>
                  <a:pt x="58625" y="15515"/>
                </a:cubicBezTo>
                <a:cubicBezTo>
                  <a:pt x="58625" y="15417"/>
                  <a:pt x="58625" y="15417"/>
                  <a:pt x="58527" y="15417"/>
                </a:cubicBezTo>
                <a:cubicBezTo>
                  <a:pt x="58527" y="15417"/>
                  <a:pt x="58429" y="15417"/>
                  <a:pt x="58429" y="15515"/>
                </a:cubicBezTo>
                <a:lnTo>
                  <a:pt x="58429" y="19804"/>
                </a:lnTo>
                <a:lnTo>
                  <a:pt x="58429" y="20000"/>
                </a:lnTo>
                <a:lnTo>
                  <a:pt x="58306" y="20122"/>
                </a:lnTo>
                <a:lnTo>
                  <a:pt x="58306" y="17671"/>
                </a:lnTo>
                <a:cubicBezTo>
                  <a:pt x="58306" y="17549"/>
                  <a:pt x="58208" y="17549"/>
                  <a:pt x="58208" y="17549"/>
                </a:cubicBezTo>
                <a:cubicBezTo>
                  <a:pt x="58110" y="17549"/>
                  <a:pt x="58110" y="17549"/>
                  <a:pt x="58110" y="17671"/>
                </a:cubicBezTo>
                <a:lnTo>
                  <a:pt x="58110" y="22451"/>
                </a:lnTo>
                <a:lnTo>
                  <a:pt x="58110" y="27965"/>
                </a:lnTo>
                <a:cubicBezTo>
                  <a:pt x="58012" y="24093"/>
                  <a:pt x="58012" y="20220"/>
                  <a:pt x="58012" y="16323"/>
                </a:cubicBezTo>
                <a:cubicBezTo>
                  <a:pt x="58012" y="16225"/>
                  <a:pt x="57914" y="16225"/>
                  <a:pt x="57914" y="16225"/>
                </a:cubicBezTo>
                <a:cubicBezTo>
                  <a:pt x="57816" y="16225"/>
                  <a:pt x="57816" y="16225"/>
                  <a:pt x="57816" y="16323"/>
                </a:cubicBezTo>
                <a:lnTo>
                  <a:pt x="57816" y="21642"/>
                </a:lnTo>
                <a:lnTo>
                  <a:pt x="57694" y="21642"/>
                </a:lnTo>
                <a:lnTo>
                  <a:pt x="57694" y="37156"/>
                </a:lnTo>
                <a:cubicBezTo>
                  <a:pt x="57596" y="30122"/>
                  <a:pt x="57498" y="22965"/>
                  <a:pt x="57400" y="15931"/>
                </a:cubicBezTo>
                <a:lnTo>
                  <a:pt x="57302" y="15833"/>
                </a:lnTo>
                <a:cubicBezTo>
                  <a:pt x="57203" y="15833"/>
                  <a:pt x="57203" y="15931"/>
                  <a:pt x="57203" y="15931"/>
                </a:cubicBezTo>
                <a:lnTo>
                  <a:pt x="57203" y="19608"/>
                </a:lnTo>
                <a:cubicBezTo>
                  <a:pt x="57203" y="19510"/>
                  <a:pt x="57203" y="19510"/>
                  <a:pt x="57081" y="19510"/>
                </a:cubicBezTo>
                <a:lnTo>
                  <a:pt x="56983" y="19608"/>
                </a:lnTo>
                <a:lnTo>
                  <a:pt x="56983" y="20833"/>
                </a:lnTo>
                <a:cubicBezTo>
                  <a:pt x="56983" y="20833"/>
                  <a:pt x="56983" y="20735"/>
                  <a:pt x="56885" y="20735"/>
                </a:cubicBezTo>
                <a:lnTo>
                  <a:pt x="56787" y="20833"/>
                </a:lnTo>
                <a:lnTo>
                  <a:pt x="56787" y="27475"/>
                </a:lnTo>
                <a:lnTo>
                  <a:pt x="56787" y="40219"/>
                </a:lnTo>
                <a:cubicBezTo>
                  <a:pt x="56689" y="33087"/>
                  <a:pt x="56591" y="26029"/>
                  <a:pt x="56370" y="18995"/>
                </a:cubicBezTo>
                <a:cubicBezTo>
                  <a:pt x="56370" y="18897"/>
                  <a:pt x="56370" y="18897"/>
                  <a:pt x="56272" y="18897"/>
                </a:cubicBezTo>
                <a:cubicBezTo>
                  <a:pt x="56272" y="18897"/>
                  <a:pt x="56174" y="18897"/>
                  <a:pt x="56174" y="18995"/>
                </a:cubicBezTo>
                <a:lnTo>
                  <a:pt x="56174" y="16225"/>
                </a:lnTo>
                <a:cubicBezTo>
                  <a:pt x="56174" y="16127"/>
                  <a:pt x="56076" y="16127"/>
                  <a:pt x="56076" y="16127"/>
                </a:cubicBezTo>
                <a:cubicBezTo>
                  <a:pt x="55978" y="16127"/>
                  <a:pt x="55978" y="16127"/>
                  <a:pt x="55978" y="16225"/>
                </a:cubicBezTo>
                <a:lnTo>
                  <a:pt x="55978" y="17353"/>
                </a:lnTo>
                <a:cubicBezTo>
                  <a:pt x="55978" y="17255"/>
                  <a:pt x="55855" y="17255"/>
                  <a:pt x="55855" y="17255"/>
                </a:cubicBezTo>
                <a:cubicBezTo>
                  <a:pt x="55757" y="17255"/>
                  <a:pt x="55757" y="17255"/>
                  <a:pt x="55757" y="17353"/>
                </a:cubicBezTo>
                <a:lnTo>
                  <a:pt x="55757" y="18162"/>
                </a:lnTo>
                <a:cubicBezTo>
                  <a:pt x="55659" y="18162"/>
                  <a:pt x="55659" y="18162"/>
                  <a:pt x="55659" y="18284"/>
                </a:cubicBezTo>
                <a:lnTo>
                  <a:pt x="55659" y="19510"/>
                </a:lnTo>
                <a:cubicBezTo>
                  <a:pt x="55659" y="19510"/>
                  <a:pt x="55561" y="19387"/>
                  <a:pt x="55463" y="19387"/>
                </a:cubicBezTo>
                <a:lnTo>
                  <a:pt x="55365" y="19510"/>
                </a:lnTo>
                <a:lnTo>
                  <a:pt x="55365" y="28088"/>
                </a:lnTo>
                <a:lnTo>
                  <a:pt x="55365" y="36862"/>
                </a:lnTo>
                <a:cubicBezTo>
                  <a:pt x="55243" y="30318"/>
                  <a:pt x="55145" y="23799"/>
                  <a:pt x="55047" y="17255"/>
                </a:cubicBezTo>
                <a:cubicBezTo>
                  <a:pt x="55047" y="17255"/>
                  <a:pt x="55047" y="17157"/>
                  <a:pt x="54949" y="17157"/>
                </a:cubicBezTo>
                <a:lnTo>
                  <a:pt x="54851" y="17255"/>
                </a:lnTo>
                <a:lnTo>
                  <a:pt x="54851" y="26544"/>
                </a:lnTo>
                <a:lnTo>
                  <a:pt x="54851" y="30416"/>
                </a:lnTo>
                <a:cubicBezTo>
                  <a:pt x="54851" y="25833"/>
                  <a:pt x="54753" y="21225"/>
                  <a:pt x="54753" y="16642"/>
                </a:cubicBezTo>
                <a:cubicBezTo>
                  <a:pt x="54753" y="16544"/>
                  <a:pt x="54630" y="16544"/>
                  <a:pt x="54630" y="16544"/>
                </a:cubicBezTo>
                <a:cubicBezTo>
                  <a:pt x="54532" y="16544"/>
                  <a:pt x="54532" y="16544"/>
                  <a:pt x="54532" y="16642"/>
                </a:cubicBezTo>
                <a:lnTo>
                  <a:pt x="54532" y="18382"/>
                </a:lnTo>
                <a:lnTo>
                  <a:pt x="54532" y="18480"/>
                </a:lnTo>
                <a:lnTo>
                  <a:pt x="54532" y="28186"/>
                </a:lnTo>
                <a:lnTo>
                  <a:pt x="54532" y="30122"/>
                </a:lnTo>
                <a:cubicBezTo>
                  <a:pt x="54434" y="26544"/>
                  <a:pt x="54434" y="22965"/>
                  <a:pt x="54434" y="19387"/>
                </a:cubicBezTo>
                <a:lnTo>
                  <a:pt x="54336" y="19289"/>
                </a:lnTo>
                <a:cubicBezTo>
                  <a:pt x="54238" y="19289"/>
                  <a:pt x="54238" y="19387"/>
                  <a:pt x="54238" y="19387"/>
                </a:cubicBezTo>
                <a:lnTo>
                  <a:pt x="54238" y="26347"/>
                </a:lnTo>
                <a:cubicBezTo>
                  <a:pt x="54238" y="24901"/>
                  <a:pt x="54140" y="23480"/>
                  <a:pt x="54140" y="22058"/>
                </a:cubicBezTo>
                <a:cubicBezTo>
                  <a:pt x="54140" y="21960"/>
                  <a:pt x="54140" y="21960"/>
                  <a:pt x="54017" y="21960"/>
                </a:cubicBezTo>
                <a:cubicBezTo>
                  <a:pt x="54017" y="21960"/>
                  <a:pt x="53919" y="21960"/>
                  <a:pt x="53919" y="22058"/>
                </a:cubicBezTo>
                <a:lnTo>
                  <a:pt x="53919" y="18897"/>
                </a:lnTo>
                <a:lnTo>
                  <a:pt x="53821" y="18774"/>
                </a:lnTo>
                <a:lnTo>
                  <a:pt x="53723" y="18774"/>
                </a:lnTo>
                <a:lnTo>
                  <a:pt x="53625" y="18897"/>
                </a:lnTo>
                <a:lnTo>
                  <a:pt x="53625" y="29705"/>
                </a:lnTo>
                <a:lnTo>
                  <a:pt x="53625" y="37573"/>
                </a:lnTo>
                <a:cubicBezTo>
                  <a:pt x="53527" y="31543"/>
                  <a:pt x="53405" y="25514"/>
                  <a:pt x="53307" y="19510"/>
                </a:cubicBezTo>
                <a:lnTo>
                  <a:pt x="53209" y="19387"/>
                </a:lnTo>
                <a:cubicBezTo>
                  <a:pt x="53111" y="19387"/>
                  <a:pt x="53111" y="19510"/>
                  <a:pt x="53111" y="19510"/>
                </a:cubicBezTo>
                <a:lnTo>
                  <a:pt x="53111" y="30931"/>
                </a:lnTo>
                <a:lnTo>
                  <a:pt x="53111" y="34705"/>
                </a:lnTo>
                <a:cubicBezTo>
                  <a:pt x="53012" y="30637"/>
                  <a:pt x="53012" y="26544"/>
                  <a:pt x="52914" y="22451"/>
                </a:cubicBezTo>
                <a:cubicBezTo>
                  <a:pt x="52914" y="22353"/>
                  <a:pt x="52914" y="22353"/>
                  <a:pt x="52792" y="22353"/>
                </a:cubicBezTo>
                <a:lnTo>
                  <a:pt x="52792" y="18162"/>
                </a:lnTo>
                <a:cubicBezTo>
                  <a:pt x="52792" y="18064"/>
                  <a:pt x="52694" y="18064"/>
                  <a:pt x="52694" y="18064"/>
                </a:cubicBezTo>
                <a:cubicBezTo>
                  <a:pt x="52596" y="18064"/>
                  <a:pt x="52596" y="18064"/>
                  <a:pt x="52596" y="18162"/>
                </a:cubicBezTo>
                <a:lnTo>
                  <a:pt x="52596" y="30220"/>
                </a:lnTo>
                <a:lnTo>
                  <a:pt x="52596" y="30931"/>
                </a:lnTo>
                <a:cubicBezTo>
                  <a:pt x="52498" y="27867"/>
                  <a:pt x="52498" y="24901"/>
                  <a:pt x="52498" y="21838"/>
                </a:cubicBezTo>
                <a:lnTo>
                  <a:pt x="52400" y="21740"/>
                </a:lnTo>
                <a:cubicBezTo>
                  <a:pt x="52302" y="21740"/>
                  <a:pt x="52302" y="21838"/>
                  <a:pt x="52302" y="21838"/>
                </a:cubicBezTo>
                <a:lnTo>
                  <a:pt x="52302" y="34313"/>
                </a:lnTo>
                <a:lnTo>
                  <a:pt x="52302" y="37058"/>
                </a:lnTo>
                <a:cubicBezTo>
                  <a:pt x="52179" y="31960"/>
                  <a:pt x="52081" y="26960"/>
                  <a:pt x="51983" y="21838"/>
                </a:cubicBezTo>
                <a:cubicBezTo>
                  <a:pt x="51983" y="21838"/>
                  <a:pt x="51983" y="21740"/>
                  <a:pt x="51885" y="21740"/>
                </a:cubicBezTo>
                <a:lnTo>
                  <a:pt x="51787" y="21838"/>
                </a:lnTo>
                <a:lnTo>
                  <a:pt x="51787" y="22353"/>
                </a:lnTo>
                <a:cubicBezTo>
                  <a:pt x="51689" y="22353"/>
                  <a:pt x="51689" y="22451"/>
                  <a:pt x="51689" y="22451"/>
                </a:cubicBezTo>
                <a:lnTo>
                  <a:pt x="51689" y="32867"/>
                </a:lnTo>
                <a:cubicBezTo>
                  <a:pt x="51566" y="27965"/>
                  <a:pt x="51468" y="23063"/>
                  <a:pt x="51468" y="18162"/>
                </a:cubicBezTo>
                <a:cubicBezTo>
                  <a:pt x="51468" y="18064"/>
                  <a:pt x="51370" y="18064"/>
                  <a:pt x="51370" y="18064"/>
                </a:cubicBezTo>
                <a:cubicBezTo>
                  <a:pt x="51272" y="18064"/>
                  <a:pt x="51272" y="18064"/>
                  <a:pt x="51272" y="18162"/>
                </a:cubicBezTo>
                <a:cubicBezTo>
                  <a:pt x="51174" y="18162"/>
                  <a:pt x="51174" y="18162"/>
                  <a:pt x="51174" y="18284"/>
                </a:cubicBezTo>
                <a:lnTo>
                  <a:pt x="51174" y="31862"/>
                </a:lnTo>
                <a:lnTo>
                  <a:pt x="51174" y="34509"/>
                </a:lnTo>
                <a:cubicBezTo>
                  <a:pt x="51076" y="29411"/>
                  <a:pt x="50954" y="24289"/>
                  <a:pt x="50856" y="19289"/>
                </a:cubicBezTo>
                <a:cubicBezTo>
                  <a:pt x="50856" y="19191"/>
                  <a:pt x="50758" y="19191"/>
                  <a:pt x="50758" y="19191"/>
                </a:cubicBezTo>
                <a:cubicBezTo>
                  <a:pt x="50660" y="19191"/>
                  <a:pt x="50660" y="19191"/>
                  <a:pt x="50660" y="19289"/>
                </a:cubicBezTo>
                <a:lnTo>
                  <a:pt x="50660" y="20220"/>
                </a:lnTo>
                <a:lnTo>
                  <a:pt x="50562" y="20220"/>
                </a:lnTo>
                <a:cubicBezTo>
                  <a:pt x="50562" y="20220"/>
                  <a:pt x="50464" y="20220"/>
                  <a:pt x="50464" y="20318"/>
                </a:cubicBezTo>
                <a:lnTo>
                  <a:pt x="50464" y="20612"/>
                </a:lnTo>
                <a:lnTo>
                  <a:pt x="50464" y="20735"/>
                </a:lnTo>
                <a:lnTo>
                  <a:pt x="50464" y="27965"/>
                </a:lnTo>
                <a:cubicBezTo>
                  <a:pt x="50464" y="24607"/>
                  <a:pt x="50341" y="21225"/>
                  <a:pt x="50341" y="17867"/>
                </a:cubicBezTo>
                <a:cubicBezTo>
                  <a:pt x="50341" y="17867"/>
                  <a:pt x="50341" y="17769"/>
                  <a:pt x="50243" y="17769"/>
                </a:cubicBezTo>
                <a:cubicBezTo>
                  <a:pt x="50145" y="17867"/>
                  <a:pt x="50145" y="17867"/>
                  <a:pt x="50145" y="17965"/>
                </a:cubicBezTo>
                <a:lnTo>
                  <a:pt x="50145" y="19510"/>
                </a:lnTo>
                <a:lnTo>
                  <a:pt x="50047" y="19510"/>
                </a:lnTo>
                <a:lnTo>
                  <a:pt x="50047" y="18284"/>
                </a:lnTo>
                <a:cubicBezTo>
                  <a:pt x="50047" y="18162"/>
                  <a:pt x="50047" y="18162"/>
                  <a:pt x="49949" y="18162"/>
                </a:cubicBezTo>
                <a:cubicBezTo>
                  <a:pt x="49949" y="18162"/>
                  <a:pt x="49851" y="18162"/>
                  <a:pt x="49851" y="18284"/>
                </a:cubicBezTo>
                <a:lnTo>
                  <a:pt x="49851" y="20318"/>
                </a:lnTo>
                <a:cubicBezTo>
                  <a:pt x="49728" y="20318"/>
                  <a:pt x="49728" y="20416"/>
                  <a:pt x="49728" y="20416"/>
                </a:cubicBezTo>
                <a:lnTo>
                  <a:pt x="49728" y="31543"/>
                </a:lnTo>
                <a:cubicBezTo>
                  <a:pt x="49630" y="28186"/>
                  <a:pt x="49630" y="24901"/>
                  <a:pt x="49532" y="21642"/>
                </a:cubicBezTo>
                <a:cubicBezTo>
                  <a:pt x="49532" y="21544"/>
                  <a:pt x="49532" y="21544"/>
                  <a:pt x="49434" y="21544"/>
                </a:cubicBezTo>
                <a:cubicBezTo>
                  <a:pt x="49434" y="21544"/>
                  <a:pt x="49336" y="21544"/>
                  <a:pt x="49336" y="21642"/>
                </a:cubicBezTo>
                <a:lnTo>
                  <a:pt x="49336" y="36445"/>
                </a:lnTo>
                <a:lnTo>
                  <a:pt x="49336" y="38602"/>
                </a:lnTo>
                <a:cubicBezTo>
                  <a:pt x="49238" y="32867"/>
                  <a:pt x="49116" y="27156"/>
                  <a:pt x="49018" y="21446"/>
                </a:cubicBezTo>
                <a:lnTo>
                  <a:pt x="48920" y="21348"/>
                </a:lnTo>
                <a:cubicBezTo>
                  <a:pt x="48821" y="21348"/>
                  <a:pt x="48821" y="21446"/>
                  <a:pt x="48821" y="21446"/>
                </a:cubicBezTo>
                <a:lnTo>
                  <a:pt x="48821" y="36543"/>
                </a:lnTo>
                <a:lnTo>
                  <a:pt x="48821" y="38504"/>
                </a:lnTo>
                <a:cubicBezTo>
                  <a:pt x="48625" y="32156"/>
                  <a:pt x="48503" y="25833"/>
                  <a:pt x="48405" y="19608"/>
                </a:cubicBezTo>
                <a:cubicBezTo>
                  <a:pt x="48405" y="19510"/>
                  <a:pt x="48405" y="19510"/>
                  <a:pt x="48307" y="19510"/>
                </a:cubicBezTo>
                <a:lnTo>
                  <a:pt x="48209" y="19510"/>
                </a:lnTo>
                <a:lnTo>
                  <a:pt x="48209" y="18676"/>
                </a:lnTo>
                <a:cubicBezTo>
                  <a:pt x="48209" y="18578"/>
                  <a:pt x="48209" y="18578"/>
                  <a:pt x="48111" y="18578"/>
                </a:cubicBezTo>
                <a:cubicBezTo>
                  <a:pt x="48111" y="18578"/>
                  <a:pt x="48013" y="18578"/>
                  <a:pt x="48013" y="18676"/>
                </a:cubicBezTo>
                <a:lnTo>
                  <a:pt x="48013" y="21446"/>
                </a:lnTo>
                <a:lnTo>
                  <a:pt x="47890" y="21348"/>
                </a:lnTo>
                <a:cubicBezTo>
                  <a:pt x="47792" y="21348"/>
                  <a:pt x="47792" y="21446"/>
                  <a:pt x="47792" y="21446"/>
                </a:cubicBezTo>
                <a:lnTo>
                  <a:pt x="47792" y="23480"/>
                </a:lnTo>
                <a:cubicBezTo>
                  <a:pt x="47792" y="22671"/>
                  <a:pt x="47792" y="21838"/>
                  <a:pt x="47694" y="20931"/>
                </a:cubicBezTo>
                <a:cubicBezTo>
                  <a:pt x="47694" y="20931"/>
                  <a:pt x="47694" y="20833"/>
                  <a:pt x="47596" y="20833"/>
                </a:cubicBezTo>
                <a:lnTo>
                  <a:pt x="47498" y="20931"/>
                </a:lnTo>
                <a:lnTo>
                  <a:pt x="47498" y="30416"/>
                </a:lnTo>
                <a:cubicBezTo>
                  <a:pt x="47498" y="27475"/>
                  <a:pt x="47498" y="24607"/>
                  <a:pt x="47400" y="21642"/>
                </a:cubicBezTo>
                <a:cubicBezTo>
                  <a:pt x="47400" y="21642"/>
                  <a:pt x="47400" y="21544"/>
                  <a:pt x="47277" y="21544"/>
                </a:cubicBezTo>
                <a:lnTo>
                  <a:pt x="47277" y="21029"/>
                </a:lnTo>
                <a:cubicBezTo>
                  <a:pt x="47277" y="20931"/>
                  <a:pt x="47277" y="20931"/>
                  <a:pt x="47179" y="20931"/>
                </a:cubicBezTo>
                <a:cubicBezTo>
                  <a:pt x="47179" y="20931"/>
                  <a:pt x="47081" y="20931"/>
                  <a:pt x="47081" y="21029"/>
                </a:cubicBezTo>
                <a:lnTo>
                  <a:pt x="47081" y="36151"/>
                </a:lnTo>
                <a:cubicBezTo>
                  <a:pt x="46983" y="30637"/>
                  <a:pt x="46885" y="25220"/>
                  <a:pt x="46787" y="19804"/>
                </a:cubicBezTo>
                <a:lnTo>
                  <a:pt x="46787" y="19706"/>
                </a:lnTo>
                <a:lnTo>
                  <a:pt x="46787" y="18897"/>
                </a:lnTo>
                <a:lnTo>
                  <a:pt x="46665" y="18774"/>
                </a:lnTo>
                <a:cubicBezTo>
                  <a:pt x="46567" y="18774"/>
                  <a:pt x="46567" y="18897"/>
                  <a:pt x="46567" y="18897"/>
                </a:cubicBezTo>
                <a:lnTo>
                  <a:pt x="46567" y="29411"/>
                </a:lnTo>
                <a:cubicBezTo>
                  <a:pt x="46469" y="26347"/>
                  <a:pt x="46469" y="23186"/>
                  <a:pt x="46371" y="20122"/>
                </a:cubicBezTo>
                <a:cubicBezTo>
                  <a:pt x="46371" y="20000"/>
                  <a:pt x="46371" y="20000"/>
                  <a:pt x="46273" y="20000"/>
                </a:cubicBezTo>
                <a:cubicBezTo>
                  <a:pt x="46273" y="20000"/>
                  <a:pt x="46175" y="20000"/>
                  <a:pt x="46175" y="20122"/>
                </a:cubicBezTo>
                <a:lnTo>
                  <a:pt x="46175" y="21446"/>
                </a:lnTo>
                <a:cubicBezTo>
                  <a:pt x="46175" y="21446"/>
                  <a:pt x="46175" y="21348"/>
                  <a:pt x="46052" y="21348"/>
                </a:cubicBezTo>
                <a:lnTo>
                  <a:pt x="46052" y="20318"/>
                </a:lnTo>
                <a:lnTo>
                  <a:pt x="45954" y="20220"/>
                </a:lnTo>
                <a:cubicBezTo>
                  <a:pt x="45856" y="20220"/>
                  <a:pt x="45856" y="20318"/>
                  <a:pt x="45856" y="20318"/>
                </a:cubicBezTo>
                <a:lnTo>
                  <a:pt x="45856" y="20735"/>
                </a:lnTo>
                <a:cubicBezTo>
                  <a:pt x="45758" y="20735"/>
                  <a:pt x="45758" y="20735"/>
                  <a:pt x="45758" y="20833"/>
                </a:cubicBezTo>
                <a:lnTo>
                  <a:pt x="45758" y="20318"/>
                </a:lnTo>
                <a:lnTo>
                  <a:pt x="45758" y="20122"/>
                </a:lnTo>
                <a:cubicBezTo>
                  <a:pt x="45758" y="20000"/>
                  <a:pt x="45660" y="20000"/>
                  <a:pt x="45660" y="20000"/>
                </a:cubicBezTo>
                <a:cubicBezTo>
                  <a:pt x="45562" y="20000"/>
                  <a:pt x="45562" y="20000"/>
                  <a:pt x="45562" y="20122"/>
                </a:cubicBezTo>
                <a:lnTo>
                  <a:pt x="45562" y="36445"/>
                </a:lnTo>
                <a:lnTo>
                  <a:pt x="45562" y="37671"/>
                </a:lnTo>
                <a:cubicBezTo>
                  <a:pt x="45439" y="32573"/>
                  <a:pt x="45341" y="27475"/>
                  <a:pt x="45243" y="22451"/>
                </a:cubicBezTo>
                <a:cubicBezTo>
                  <a:pt x="45243" y="22353"/>
                  <a:pt x="45145" y="22353"/>
                  <a:pt x="45145" y="22353"/>
                </a:cubicBezTo>
                <a:lnTo>
                  <a:pt x="45047" y="22353"/>
                </a:lnTo>
                <a:lnTo>
                  <a:pt x="45047" y="18578"/>
                </a:lnTo>
                <a:cubicBezTo>
                  <a:pt x="45047" y="18480"/>
                  <a:pt x="44949" y="18480"/>
                  <a:pt x="44949" y="18480"/>
                </a:cubicBezTo>
                <a:cubicBezTo>
                  <a:pt x="44827" y="18480"/>
                  <a:pt x="44827" y="18480"/>
                  <a:pt x="44827" y="18578"/>
                </a:cubicBezTo>
                <a:lnTo>
                  <a:pt x="44827" y="25931"/>
                </a:lnTo>
                <a:lnTo>
                  <a:pt x="44729" y="20416"/>
                </a:lnTo>
                <a:cubicBezTo>
                  <a:pt x="44729" y="20318"/>
                  <a:pt x="44729" y="20318"/>
                  <a:pt x="44630" y="20318"/>
                </a:cubicBezTo>
                <a:cubicBezTo>
                  <a:pt x="44630" y="20318"/>
                  <a:pt x="44532" y="20318"/>
                  <a:pt x="44532" y="20416"/>
                </a:cubicBezTo>
                <a:lnTo>
                  <a:pt x="44532" y="19706"/>
                </a:lnTo>
                <a:cubicBezTo>
                  <a:pt x="44532" y="19608"/>
                  <a:pt x="44532" y="19608"/>
                  <a:pt x="44434" y="19608"/>
                </a:cubicBezTo>
                <a:cubicBezTo>
                  <a:pt x="44434" y="19608"/>
                  <a:pt x="44336" y="19608"/>
                  <a:pt x="44336" y="19706"/>
                </a:cubicBezTo>
                <a:lnTo>
                  <a:pt x="44336" y="35538"/>
                </a:lnTo>
                <a:cubicBezTo>
                  <a:pt x="44214" y="31029"/>
                  <a:pt x="44116" y="26544"/>
                  <a:pt x="44116" y="22156"/>
                </a:cubicBezTo>
                <a:cubicBezTo>
                  <a:pt x="44116" y="22058"/>
                  <a:pt x="44018" y="22058"/>
                  <a:pt x="44018" y="22058"/>
                </a:cubicBezTo>
                <a:cubicBezTo>
                  <a:pt x="43920" y="22058"/>
                  <a:pt x="43920" y="22058"/>
                  <a:pt x="43920" y="22156"/>
                </a:cubicBezTo>
                <a:lnTo>
                  <a:pt x="43920" y="36960"/>
                </a:lnTo>
                <a:cubicBezTo>
                  <a:pt x="43724" y="31445"/>
                  <a:pt x="43601" y="26029"/>
                  <a:pt x="43503" y="20612"/>
                </a:cubicBezTo>
                <a:cubicBezTo>
                  <a:pt x="43503" y="20514"/>
                  <a:pt x="43405" y="20514"/>
                  <a:pt x="43405" y="20514"/>
                </a:cubicBezTo>
                <a:lnTo>
                  <a:pt x="43307" y="20514"/>
                </a:lnTo>
                <a:lnTo>
                  <a:pt x="43307" y="18162"/>
                </a:lnTo>
                <a:cubicBezTo>
                  <a:pt x="43307" y="18162"/>
                  <a:pt x="43307" y="18064"/>
                  <a:pt x="43209" y="18064"/>
                </a:cubicBezTo>
                <a:lnTo>
                  <a:pt x="43111" y="18162"/>
                </a:lnTo>
                <a:lnTo>
                  <a:pt x="43111" y="35024"/>
                </a:lnTo>
                <a:cubicBezTo>
                  <a:pt x="42988" y="30220"/>
                  <a:pt x="42890" y="25416"/>
                  <a:pt x="42792" y="20735"/>
                </a:cubicBezTo>
                <a:cubicBezTo>
                  <a:pt x="42792" y="20612"/>
                  <a:pt x="42694" y="20612"/>
                  <a:pt x="42694" y="20612"/>
                </a:cubicBezTo>
                <a:cubicBezTo>
                  <a:pt x="42596" y="20612"/>
                  <a:pt x="42596" y="20612"/>
                  <a:pt x="42596" y="20735"/>
                </a:cubicBezTo>
                <a:lnTo>
                  <a:pt x="42596" y="25318"/>
                </a:lnTo>
                <a:cubicBezTo>
                  <a:pt x="42596" y="23897"/>
                  <a:pt x="42498" y="22573"/>
                  <a:pt x="42498" y="21225"/>
                </a:cubicBezTo>
                <a:cubicBezTo>
                  <a:pt x="42498" y="21127"/>
                  <a:pt x="42498" y="21127"/>
                  <a:pt x="42376" y="21127"/>
                </a:cubicBezTo>
                <a:cubicBezTo>
                  <a:pt x="42376" y="21127"/>
                  <a:pt x="42278" y="21127"/>
                  <a:pt x="42278" y="21225"/>
                </a:cubicBezTo>
                <a:lnTo>
                  <a:pt x="42278" y="34705"/>
                </a:lnTo>
                <a:cubicBezTo>
                  <a:pt x="42180" y="29803"/>
                  <a:pt x="42082" y="24901"/>
                  <a:pt x="41984" y="20122"/>
                </a:cubicBezTo>
                <a:cubicBezTo>
                  <a:pt x="41984" y="20122"/>
                  <a:pt x="41885" y="20122"/>
                  <a:pt x="41885" y="20000"/>
                </a:cubicBezTo>
                <a:lnTo>
                  <a:pt x="41885" y="18064"/>
                </a:lnTo>
                <a:lnTo>
                  <a:pt x="41763" y="17965"/>
                </a:lnTo>
                <a:cubicBezTo>
                  <a:pt x="41665" y="17965"/>
                  <a:pt x="41665" y="18064"/>
                  <a:pt x="41665" y="18064"/>
                </a:cubicBezTo>
                <a:lnTo>
                  <a:pt x="41665" y="32769"/>
                </a:lnTo>
                <a:cubicBezTo>
                  <a:pt x="41567" y="29092"/>
                  <a:pt x="41469" y="25416"/>
                  <a:pt x="41371" y="21740"/>
                </a:cubicBezTo>
                <a:cubicBezTo>
                  <a:pt x="41371" y="21642"/>
                  <a:pt x="41371" y="21642"/>
                  <a:pt x="41273" y="21642"/>
                </a:cubicBezTo>
                <a:lnTo>
                  <a:pt x="41273" y="18774"/>
                </a:lnTo>
                <a:lnTo>
                  <a:pt x="41150" y="18676"/>
                </a:lnTo>
                <a:cubicBezTo>
                  <a:pt x="41052" y="18676"/>
                  <a:pt x="41052" y="18774"/>
                  <a:pt x="41052" y="18774"/>
                </a:cubicBezTo>
                <a:lnTo>
                  <a:pt x="41052" y="22867"/>
                </a:lnTo>
                <a:cubicBezTo>
                  <a:pt x="41052" y="21225"/>
                  <a:pt x="40954" y="19510"/>
                  <a:pt x="40954" y="17769"/>
                </a:cubicBezTo>
                <a:cubicBezTo>
                  <a:pt x="40954" y="17769"/>
                  <a:pt x="40954" y="17671"/>
                  <a:pt x="40856" y="17671"/>
                </a:cubicBezTo>
                <a:cubicBezTo>
                  <a:pt x="40856" y="17769"/>
                  <a:pt x="40758" y="17769"/>
                  <a:pt x="40758" y="17867"/>
                </a:cubicBezTo>
                <a:lnTo>
                  <a:pt x="40758" y="19387"/>
                </a:lnTo>
                <a:lnTo>
                  <a:pt x="40660" y="19510"/>
                </a:lnTo>
                <a:lnTo>
                  <a:pt x="40660" y="17255"/>
                </a:lnTo>
                <a:lnTo>
                  <a:pt x="40538" y="17157"/>
                </a:lnTo>
                <a:cubicBezTo>
                  <a:pt x="40439" y="17157"/>
                  <a:pt x="40439" y="17255"/>
                  <a:pt x="40439" y="17255"/>
                </a:cubicBezTo>
                <a:lnTo>
                  <a:pt x="40439" y="30735"/>
                </a:lnTo>
                <a:cubicBezTo>
                  <a:pt x="40341" y="27475"/>
                  <a:pt x="40243" y="24191"/>
                  <a:pt x="40243" y="20931"/>
                </a:cubicBezTo>
                <a:lnTo>
                  <a:pt x="40145" y="20833"/>
                </a:lnTo>
                <a:lnTo>
                  <a:pt x="40047" y="20833"/>
                </a:lnTo>
                <a:lnTo>
                  <a:pt x="39925" y="20931"/>
                </a:lnTo>
                <a:lnTo>
                  <a:pt x="39925" y="31151"/>
                </a:lnTo>
                <a:cubicBezTo>
                  <a:pt x="39925" y="26960"/>
                  <a:pt x="39827" y="22867"/>
                  <a:pt x="39729" y="18676"/>
                </a:cubicBezTo>
                <a:cubicBezTo>
                  <a:pt x="39729" y="18676"/>
                  <a:pt x="39729" y="18578"/>
                  <a:pt x="39631" y="18578"/>
                </a:cubicBezTo>
                <a:lnTo>
                  <a:pt x="39533" y="18676"/>
                </a:lnTo>
                <a:lnTo>
                  <a:pt x="39533" y="25318"/>
                </a:lnTo>
                <a:cubicBezTo>
                  <a:pt x="39533" y="22965"/>
                  <a:pt x="39533" y="20735"/>
                  <a:pt x="39435" y="18382"/>
                </a:cubicBezTo>
                <a:cubicBezTo>
                  <a:pt x="39435" y="18382"/>
                  <a:pt x="39435" y="18284"/>
                  <a:pt x="39312" y="18284"/>
                </a:cubicBezTo>
                <a:lnTo>
                  <a:pt x="39214" y="18382"/>
                </a:lnTo>
                <a:lnTo>
                  <a:pt x="39214" y="20931"/>
                </a:lnTo>
                <a:lnTo>
                  <a:pt x="39214" y="31151"/>
                </a:lnTo>
                <a:cubicBezTo>
                  <a:pt x="39116" y="27671"/>
                  <a:pt x="39018" y="24289"/>
                  <a:pt x="38920" y="20931"/>
                </a:cubicBezTo>
                <a:lnTo>
                  <a:pt x="38920" y="20833"/>
                </a:lnTo>
                <a:lnTo>
                  <a:pt x="38920" y="19706"/>
                </a:lnTo>
                <a:lnTo>
                  <a:pt x="38822" y="19608"/>
                </a:lnTo>
                <a:cubicBezTo>
                  <a:pt x="38699" y="19608"/>
                  <a:pt x="38699" y="19706"/>
                  <a:pt x="38699" y="19706"/>
                </a:cubicBezTo>
                <a:lnTo>
                  <a:pt x="38699" y="32573"/>
                </a:lnTo>
                <a:cubicBezTo>
                  <a:pt x="38503" y="28088"/>
                  <a:pt x="38405" y="23578"/>
                  <a:pt x="38307" y="19191"/>
                </a:cubicBezTo>
                <a:lnTo>
                  <a:pt x="38307" y="19093"/>
                </a:lnTo>
                <a:lnTo>
                  <a:pt x="38209" y="16936"/>
                </a:lnTo>
                <a:cubicBezTo>
                  <a:pt x="38209" y="16838"/>
                  <a:pt x="38209" y="16838"/>
                  <a:pt x="38087" y="16838"/>
                </a:cubicBezTo>
                <a:cubicBezTo>
                  <a:pt x="38087" y="16838"/>
                  <a:pt x="37989" y="16838"/>
                  <a:pt x="37989" y="16936"/>
                </a:cubicBezTo>
                <a:lnTo>
                  <a:pt x="37989" y="31641"/>
                </a:lnTo>
                <a:cubicBezTo>
                  <a:pt x="37891" y="26960"/>
                  <a:pt x="37793" y="22353"/>
                  <a:pt x="37694" y="17769"/>
                </a:cubicBezTo>
                <a:cubicBezTo>
                  <a:pt x="37694" y="17671"/>
                  <a:pt x="37694" y="17671"/>
                  <a:pt x="37596" y="17671"/>
                </a:cubicBezTo>
                <a:cubicBezTo>
                  <a:pt x="37596" y="17671"/>
                  <a:pt x="37474" y="17671"/>
                  <a:pt x="37474" y="17769"/>
                </a:cubicBezTo>
                <a:lnTo>
                  <a:pt x="37474" y="32475"/>
                </a:lnTo>
                <a:cubicBezTo>
                  <a:pt x="37376" y="27254"/>
                  <a:pt x="37278" y="22156"/>
                  <a:pt x="37180" y="17157"/>
                </a:cubicBezTo>
                <a:cubicBezTo>
                  <a:pt x="37180" y="17059"/>
                  <a:pt x="37082" y="17059"/>
                  <a:pt x="37082" y="17059"/>
                </a:cubicBezTo>
                <a:cubicBezTo>
                  <a:pt x="36984" y="17059"/>
                  <a:pt x="36984" y="17059"/>
                  <a:pt x="36984" y="17157"/>
                </a:cubicBezTo>
                <a:lnTo>
                  <a:pt x="36984" y="18897"/>
                </a:lnTo>
                <a:lnTo>
                  <a:pt x="36861" y="18897"/>
                </a:lnTo>
                <a:cubicBezTo>
                  <a:pt x="36763" y="18897"/>
                  <a:pt x="36763" y="18897"/>
                  <a:pt x="36763" y="18995"/>
                </a:cubicBezTo>
                <a:lnTo>
                  <a:pt x="36763" y="28088"/>
                </a:lnTo>
                <a:cubicBezTo>
                  <a:pt x="36665" y="24901"/>
                  <a:pt x="36567" y="21740"/>
                  <a:pt x="36567" y="18676"/>
                </a:cubicBezTo>
                <a:cubicBezTo>
                  <a:pt x="36567" y="18578"/>
                  <a:pt x="36469" y="18578"/>
                  <a:pt x="36469" y="18578"/>
                </a:cubicBezTo>
                <a:cubicBezTo>
                  <a:pt x="36371" y="18578"/>
                  <a:pt x="36371" y="18578"/>
                  <a:pt x="36371" y="18676"/>
                </a:cubicBezTo>
                <a:lnTo>
                  <a:pt x="36371" y="31249"/>
                </a:lnTo>
                <a:cubicBezTo>
                  <a:pt x="36150" y="26249"/>
                  <a:pt x="36052" y="21348"/>
                  <a:pt x="35954" y="16544"/>
                </a:cubicBezTo>
                <a:cubicBezTo>
                  <a:pt x="35954" y="16446"/>
                  <a:pt x="35954" y="16446"/>
                  <a:pt x="35856" y="16446"/>
                </a:cubicBezTo>
                <a:cubicBezTo>
                  <a:pt x="35758" y="16446"/>
                  <a:pt x="35758" y="16446"/>
                  <a:pt x="35758" y="16544"/>
                </a:cubicBezTo>
                <a:lnTo>
                  <a:pt x="35758" y="26862"/>
                </a:lnTo>
                <a:cubicBezTo>
                  <a:pt x="35758" y="24509"/>
                  <a:pt x="35636" y="22255"/>
                  <a:pt x="35636" y="19902"/>
                </a:cubicBezTo>
                <a:cubicBezTo>
                  <a:pt x="35636" y="19804"/>
                  <a:pt x="35538" y="19804"/>
                  <a:pt x="35538" y="19804"/>
                </a:cubicBezTo>
                <a:cubicBezTo>
                  <a:pt x="35440" y="19804"/>
                  <a:pt x="35440" y="19804"/>
                  <a:pt x="35440" y="19902"/>
                </a:cubicBezTo>
                <a:lnTo>
                  <a:pt x="35440" y="28382"/>
                </a:lnTo>
                <a:cubicBezTo>
                  <a:pt x="35342" y="25122"/>
                  <a:pt x="35244" y="21740"/>
                  <a:pt x="35146" y="18382"/>
                </a:cubicBezTo>
                <a:lnTo>
                  <a:pt x="35023" y="18284"/>
                </a:lnTo>
                <a:cubicBezTo>
                  <a:pt x="34925" y="18284"/>
                  <a:pt x="34925" y="18382"/>
                  <a:pt x="34925" y="18382"/>
                </a:cubicBezTo>
                <a:lnTo>
                  <a:pt x="34925" y="23063"/>
                </a:lnTo>
                <a:cubicBezTo>
                  <a:pt x="34925" y="21348"/>
                  <a:pt x="34827" y="19608"/>
                  <a:pt x="34827" y="17867"/>
                </a:cubicBezTo>
                <a:cubicBezTo>
                  <a:pt x="34827" y="17867"/>
                  <a:pt x="34827" y="17769"/>
                  <a:pt x="34729" y="17769"/>
                </a:cubicBezTo>
                <a:lnTo>
                  <a:pt x="34631" y="17867"/>
                </a:lnTo>
                <a:lnTo>
                  <a:pt x="34631" y="16127"/>
                </a:lnTo>
                <a:cubicBezTo>
                  <a:pt x="34631" y="16029"/>
                  <a:pt x="34533" y="16029"/>
                  <a:pt x="34533" y="16029"/>
                </a:cubicBezTo>
                <a:cubicBezTo>
                  <a:pt x="34410" y="16029"/>
                  <a:pt x="34410" y="16029"/>
                  <a:pt x="34410" y="16127"/>
                </a:cubicBezTo>
                <a:lnTo>
                  <a:pt x="34410" y="16446"/>
                </a:lnTo>
                <a:lnTo>
                  <a:pt x="34312" y="16446"/>
                </a:lnTo>
                <a:lnTo>
                  <a:pt x="34214" y="16544"/>
                </a:lnTo>
                <a:lnTo>
                  <a:pt x="34214" y="27965"/>
                </a:lnTo>
                <a:cubicBezTo>
                  <a:pt x="34214" y="24607"/>
                  <a:pt x="34116" y="21225"/>
                  <a:pt x="34018" y="17867"/>
                </a:cubicBezTo>
                <a:lnTo>
                  <a:pt x="33920" y="17769"/>
                </a:lnTo>
                <a:cubicBezTo>
                  <a:pt x="33798" y="17769"/>
                  <a:pt x="33798" y="17867"/>
                  <a:pt x="33798" y="17867"/>
                </a:cubicBezTo>
                <a:lnTo>
                  <a:pt x="33798" y="21642"/>
                </a:lnTo>
                <a:cubicBezTo>
                  <a:pt x="33700" y="20000"/>
                  <a:pt x="33700" y="18382"/>
                  <a:pt x="33700" y="16740"/>
                </a:cubicBezTo>
                <a:cubicBezTo>
                  <a:pt x="33700" y="16642"/>
                  <a:pt x="33602" y="16642"/>
                  <a:pt x="33602" y="16642"/>
                </a:cubicBezTo>
                <a:cubicBezTo>
                  <a:pt x="33504" y="16642"/>
                  <a:pt x="33504" y="16642"/>
                  <a:pt x="33504" y="16740"/>
                </a:cubicBezTo>
                <a:lnTo>
                  <a:pt x="33504" y="19289"/>
                </a:lnTo>
                <a:lnTo>
                  <a:pt x="33405" y="19289"/>
                </a:lnTo>
                <a:cubicBezTo>
                  <a:pt x="33307" y="19289"/>
                  <a:pt x="33307" y="19289"/>
                  <a:pt x="33307" y="19387"/>
                </a:cubicBezTo>
                <a:lnTo>
                  <a:pt x="33307" y="29411"/>
                </a:lnTo>
                <a:cubicBezTo>
                  <a:pt x="33185" y="25024"/>
                  <a:pt x="33087" y="20735"/>
                  <a:pt x="32989" y="16544"/>
                </a:cubicBezTo>
                <a:cubicBezTo>
                  <a:pt x="32989" y="16446"/>
                  <a:pt x="32891" y="16446"/>
                  <a:pt x="32891" y="16446"/>
                </a:cubicBezTo>
                <a:cubicBezTo>
                  <a:pt x="32793" y="16446"/>
                  <a:pt x="32793" y="16446"/>
                  <a:pt x="32793" y="16544"/>
                </a:cubicBezTo>
                <a:lnTo>
                  <a:pt x="32793" y="24509"/>
                </a:lnTo>
                <a:cubicBezTo>
                  <a:pt x="32695" y="21960"/>
                  <a:pt x="32695" y="19289"/>
                  <a:pt x="32572" y="16740"/>
                </a:cubicBezTo>
                <a:cubicBezTo>
                  <a:pt x="32572" y="16642"/>
                  <a:pt x="32572" y="16642"/>
                  <a:pt x="32474" y="16642"/>
                </a:cubicBezTo>
                <a:cubicBezTo>
                  <a:pt x="32376" y="16642"/>
                  <a:pt x="32376" y="16642"/>
                  <a:pt x="32376" y="16740"/>
                </a:cubicBezTo>
                <a:lnTo>
                  <a:pt x="32376" y="27058"/>
                </a:lnTo>
                <a:cubicBezTo>
                  <a:pt x="32278" y="23480"/>
                  <a:pt x="32180" y="20000"/>
                  <a:pt x="32082" y="16446"/>
                </a:cubicBezTo>
                <a:cubicBezTo>
                  <a:pt x="32082" y="16446"/>
                  <a:pt x="32082" y="16323"/>
                  <a:pt x="31959" y="16323"/>
                </a:cubicBezTo>
                <a:lnTo>
                  <a:pt x="31861" y="16446"/>
                </a:lnTo>
                <a:lnTo>
                  <a:pt x="31861" y="17549"/>
                </a:lnTo>
                <a:cubicBezTo>
                  <a:pt x="31763" y="17549"/>
                  <a:pt x="31763" y="17549"/>
                  <a:pt x="31763" y="17671"/>
                </a:cubicBezTo>
                <a:lnTo>
                  <a:pt x="31763" y="27867"/>
                </a:lnTo>
                <a:cubicBezTo>
                  <a:pt x="31665" y="24411"/>
                  <a:pt x="31469" y="21029"/>
                  <a:pt x="31347" y="17671"/>
                </a:cubicBezTo>
                <a:cubicBezTo>
                  <a:pt x="31347" y="17549"/>
                  <a:pt x="31347" y="17549"/>
                  <a:pt x="31249" y="17549"/>
                </a:cubicBezTo>
                <a:cubicBezTo>
                  <a:pt x="31151" y="17549"/>
                  <a:pt x="31151" y="17549"/>
                  <a:pt x="31151" y="17671"/>
                </a:cubicBezTo>
                <a:lnTo>
                  <a:pt x="31151" y="18480"/>
                </a:lnTo>
                <a:lnTo>
                  <a:pt x="31151" y="18578"/>
                </a:lnTo>
                <a:lnTo>
                  <a:pt x="31151" y="25931"/>
                </a:lnTo>
                <a:cubicBezTo>
                  <a:pt x="31053" y="23186"/>
                  <a:pt x="31053" y="20416"/>
                  <a:pt x="30955" y="17769"/>
                </a:cubicBezTo>
                <a:cubicBezTo>
                  <a:pt x="30955" y="17671"/>
                  <a:pt x="30955" y="17671"/>
                  <a:pt x="30857" y="17671"/>
                </a:cubicBezTo>
                <a:lnTo>
                  <a:pt x="30734" y="17671"/>
                </a:lnTo>
                <a:lnTo>
                  <a:pt x="30734" y="16127"/>
                </a:lnTo>
                <a:cubicBezTo>
                  <a:pt x="30734" y="16029"/>
                  <a:pt x="30636" y="16029"/>
                  <a:pt x="30636" y="16029"/>
                </a:cubicBezTo>
                <a:cubicBezTo>
                  <a:pt x="30538" y="16029"/>
                  <a:pt x="30538" y="16029"/>
                  <a:pt x="30538" y="16127"/>
                </a:cubicBezTo>
                <a:lnTo>
                  <a:pt x="30538" y="25931"/>
                </a:lnTo>
                <a:cubicBezTo>
                  <a:pt x="30440" y="22353"/>
                  <a:pt x="30342" y="18676"/>
                  <a:pt x="30244" y="15098"/>
                </a:cubicBezTo>
                <a:cubicBezTo>
                  <a:pt x="30244" y="15098"/>
                  <a:pt x="30244" y="15000"/>
                  <a:pt x="30121" y="15000"/>
                </a:cubicBezTo>
                <a:lnTo>
                  <a:pt x="30023" y="15098"/>
                </a:lnTo>
                <a:lnTo>
                  <a:pt x="30023" y="24509"/>
                </a:lnTo>
                <a:cubicBezTo>
                  <a:pt x="30023" y="21642"/>
                  <a:pt x="29925" y="18897"/>
                  <a:pt x="29925" y="16127"/>
                </a:cubicBezTo>
                <a:cubicBezTo>
                  <a:pt x="29925" y="16029"/>
                  <a:pt x="29827" y="16029"/>
                  <a:pt x="29827" y="16029"/>
                </a:cubicBezTo>
                <a:cubicBezTo>
                  <a:pt x="29729" y="16029"/>
                  <a:pt x="29729" y="16029"/>
                  <a:pt x="29729" y="16127"/>
                </a:cubicBezTo>
                <a:lnTo>
                  <a:pt x="29729" y="25637"/>
                </a:lnTo>
                <a:cubicBezTo>
                  <a:pt x="29631" y="22156"/>
                  <a:pt x="29509" y="18774"/>
                  <a:pt x="29411" y="15515"/>
                </a:cubicBezTo>
                <a:cubicBezTo>
                  <a:pt x="29411" y="15417"/>
                  <a:pt x="29411" y="15417"/>
                  <a:pt x="29313" y="15417"/>
                </a:cubicBezTo>
                <a:cubicBezTo>
                  <a:pt x="29313" y="15417"/>
                  <a:pt x="29214" y="15417"/>
                  <a:pt x="29214" y="15515"/>
                </a:cubicBezTo>
                <a:lnTo>
                  <a:pt x="29214" y="26249"/>
                </a:lnTo>
                <a:cubicBezTo>
                  <a:pt x="29116" y="22573"/>
                  <a:pt x="29018" y="18995"/>
                  <a:pt x="28896" y="15319"/>
                </a:cubicBezTo>
                <a:cubicBezTo>
                  <a:pt x="28896" y="15319"/>
                  <a:pt x="28896" y="15221"/>
                  <a:pt x="28798" y="15221"/>
                </a:cubicBezTo>
                <a:lnTo>
                  <a:pt x="28700" y="15319"/>
                </a:lnTo>
                <a:lnTo>
                  <a:pt x="28700" y="16446"/>
                </a:lnTo>
                <a:cubicBezTo>
                  <a:pt x="28602" y="16446"/>
                  <a:pt x="28602" y="16544"/>
                  <a:pt x="28602" y="16544"/>
                </a:cubicBezTo>
                <a:lnTo>
                  <a:pt x="28602" y="17157"/>
                </a:lnTo>
                <a:cubicBezTo>
                  <a:pt x="28504" y="17157"/>
                  <a:pt x="28504" y="17255"/>
                  <a:pt x="28504" y="17255"/>
                </a:cubicBezTo>
                <a:lnTo>
                  <a:pt x="28504" y="18480"/>
                </a:lnTo>
                <a:lnTo>
                  <a:pt x="28406" y="16642"/>
                </a:lnTo>
                <a:lnTo>
                  <a:pt x="28406" y="16544"/>
                </a:lnTo>
                <a:lnTo>
                  <a:pt x="28283" y="14902"/>
                </a:lnTo>
                <a:cubicBezTo>
                  <a:pt x="28283" y="14804"/>
                  <a:pt x="28283" y="14804"/>
                  <a:pt x="28185" y="14804"/>
                </a:cubicBezTo>
                <a:cubicBezTo>
                  <a:pt x="28185" y="14804"/>
                  <a:pt x="28087" y="14804"/>
                  <a:pt x="28087" y="14902"/>
                </a:cubicBezTo>
                <a:lnTo>
                  <a:pt x="28087" y="15833"/>
                </a:lnTo>
                <a:cubicBezTo>
                  <a:pt x="28087" y="15833"/>
                  <a:pt x="28087" y="15711"/>
                  <a:pt x="27989" y="15711"/>
                </a:cubicBezTo>
                <a:lnTo>
                  <a:pt x="27891" y="15833"/>
                </a:lnTo>
                <a:lnTo>
                  <a:pt x="27891" y="14706"/>
                </a:lnTo>
                <a:lnTo>
                  <a:pt x="27793" y="14608"/>
                </a:lnTo>
                <a:cubicBezTo>
                  <a:pt x="27670" y="14608"/>
                  <a:pt x="27670" y="14706"/>
                  <a:pt x="27670" y="14706"/>
                </a:cubicBezTo>
                <a:lnTo>
                  <a:pt x="27670" y="22255"/>
                </a:lnTo>
                <a:cubicBezTo>
                  <a:pt x="27572" y="20416"/>
                  <a:pt x="27572" y="18578"/>
                  <a:pt x="27474" y="16740"/>
                </a:cubicBezTo>
                <a:cubicBezTo>
                  <a:pt x="27474" y="16740"/>
                  <a:pt x="27474" y="16642"/>
                  <a:pt x="27376" y="16642"/>
                </a:cubicBezTo>
                <a:lnTo>
                  <a:pt x="27278" y="16740"/>
                </a:lnTo>
                <a:lnTo>
                  <a:pt x="27278" y="19902"/>
                </a:lnTo>
                <a:cubicBezTo>
                  <a:pt x="27278" y="18382"/>
                  <a:pt x="27278" y="16936"/>
                  <a:pt x="27180" y="15515"/>
                </a:cubicBezTo>
                <a:cubicBezTo>
                  <a:pt x="27180" y="15417"/>
                  <a:pt x="27180" y="15417"/>
                  <a:pt x="27058" y="15417"/>
                </a:cubicBezTo>
                <a:cubicBezTo>
                  <a:pt x="27058" y="15417"/>
                  <a:pt x="26960" y="15417"/>
                  <a:pt x="26960" y="15515"/>
                </a:cubicBezTo>
                <a:lnTo>
                  <a:pt x="26960" y="22156"/>
                </a:lnTo>
                <a:cubicBezTo>
                  <a:pt x="26960" y="19804"/>
                  <a:pt x="26862" y="17549"/>
                  <a:pt x="26862" y="15319"/>
                </a:cubicBezTo>
                <a:cubicBezTo>
                  <a:pt x="26862" y="15221"/>
                  <a:pt x="26764" y="15221"/>
                  <a:pt x="26764" y="15221"/>
                </a:cubicBezTo>
                <a:cubicBezTo>
                  <a:pt x="26666" y="15221"/>
                  <a:pt x="26666" y="15221"/>
                  <a:pt x="26666" y="15319"/>
                </a:cubicBezTo>
                <a:lnTo>
                  <a:pt x="26666" y="25416"/>
                </a:lnTo>
                <a:cubicBezTo>
                  <a:pt x="26568" y="22255"/>
                  <a:pt x="26445" y="19093"/>
                  <a:pt x="26347" y="16029"/>
                </a:cubicBezTo>
                <a:cubicBezTo>
                  <a:pt x="26347" y="15931"/>
                  <a:pt x="26249" y="15931"/>
                  <a:pt x="26249" y="15931"/>
                </a:cubicBezTo>
                <a:cubicBezTo>
                  <a:pt x="26151" y="15931"/>
                  <a:pt x="26151" y="15931"/>
                  <a:pt x="26151" y="16029"/>
                </a:cubicBezTo>
                <a:lnTo>
                  <a:pt x="26151" y="23382"/>
                </a:lnTo>
                <a:lnTo>
                  <a:pt x="25832" y="15711"/>
                </a:lnTo>
                <a:cubicBezTo>
                  <a:pt x="25832" y="15711"/>
                  <a:pt x="25832" y="15613"/>
                  <a:pt x="25734" y="15613"/>
                </a:cubicBezTo>
                <a:lnTo>
                  <a:pt x="25636" y="15711"/>
                </a:lnTo>
                <a:lnTo>
                  <a:pt x="25636" y="21029"/>
                </a:lnTo>
                <a:cubicBezTo>
                  <a:pt x="25636" y="19387"/>
                  <a:pt x="25636" y="17671"/>
                  <a:pt x="25538" y="15931"/>
                </a:cubicBezTo>
                <a:lnTo>
                  <a:pt x="25538" y="15319"/>
                </a:lnTo>
                <a:cubicBezTo>
                  <a:pt x="25538" y="15221"/>
                  <a:pt x="25538" y="15221"/>
                  <a:pt x="25440" y="15221"/>
                </a:cubicBezTo>
                <a:cubicBezTo>
                  <a:pt x="25342" y="15221"/>
                  <a:pt x="25342" y="15221"/>
                  <a:pt x="25342" y="15319"/>
                </a:cubicBezTo>
                <a:lnTo>
                  <a:pt x="25342" y="24093"/>
                </a:lnTo>
                <a:cubicBezTo>
                  <a:pt x="25220" y="21225"/>
                  <a:pt x="25023" y="18382"/>
                  <a:pt x="24925" y="15515"/>
                </a:cubicBezTo>
                <a:lnTo>
                  <a:pt x="24925" y="14706"/>
                </a:lnTo>
                <a:lnTo>
                  <a:pt x="24827" y="14608"/>
                </a:lnTo>
                <a:cubicBezTo>
                  <a:pt x="24729" y="14608"/>
                  <a:pt x="24729" y="14706"/>
                  <a:pt x="24729" y="14706"/>
                </a:cubicBezTo>
                <a:lnTo>
                  <a:pt x="24729" y="20318"/>
                </a:lnTo>
                <a:cubicBezTo>
                  <a:pt x="24729" y="18480"/>
                  <a:pt x="24607" y="16642"/>
                  <a:pt x="24607" y="14804"/>
                </a:cubicBezTo>
                <a:cubicBezTo>
                  <a:pt x="24607" y="14706"/>
                  <a:pt x="24509" y="14706"/>
                  <a:pt x="24509" y="14706"/>
                </a:cubicBezTo>
                <a:cubicBezTo>
                  <a:pt x="24411" y="14706"/>
                  <a:pt x="24411" y="14706"/>
                  <a:pt x="24411" y="14804"/>
                </a:cubicBezTo>
                <a:lnTo>
                  <a:pt x="24411" y="23480"/>
                </a:lnTo>
                <a:cubicBezTo>
                  <a:pt x="24313" y="20514"/>
                  <a:pt x="24117" y="17671"/>
                  <a:pt x="23994" y="14804"/>
                </a:cubicBezTo>
                <a:cubicBezTo>
                  <a:pt x="23994" y="14804"/>
                  <a:pt x="23994" y="14706"/>
                  <a:pt x="23896" y="14706"/>
                </a:cubicBezTo>
                <a:lnTo>
                  <a:pt x="23798" y="14804"/>
                </a:lnTo>
                <a:lnTo>
                  <a:pt x="23798" y="19608"/>
                </a:lnTo>
                <a:cubicBezTo>
                  <a:pt x="23798" y="18284"/>
                  <a:pt x="23798" y="16838"/>
                  <a:pt x="23700" y="15515"/>
                </a:cubicBezTo>
                <a:cubicBezTo>
                  <a:pt x="23700" y="15417"/>
                  <a:pt x="23700" y="15417"/>
                  <a:pt x="23602" y="15417"/>
                </a:cubicBezTo>
                <a:cubicBezTo>
                  <a:pt x="23602" y="15417"/>
                  <a:pt x="23504" y="15417"/>
                  <a:pt x="23504" y="15515"/>
                </a:cubicBezTo>
                <a:lnTo>
                  <a:pt x="23504" y="19608"/>
                </a:lnTo>
                <a:cubicBezTo>
                  <a:pt x="23504" y="18284"/>
                  <a:pt x="23504" y="16936"/>
                  <a:pt x="23381" y="15613"/>
                </a:cubicBezTo>
                <a:cubicBezTo>
                  <a:pt x="23381" y="15543"/>
                  <a:pt x="23381" y="15474"/>
                  <a:pt x="23347" y="15474"/>
                </a:cubicBezTo>
                <a:cubicBezTo>
                  <a:pt x="23332" y="15474"/>
                  <a:pt x="23312" y="15486"/>
                  <a:pt x="23283" y="15515"/>
                </a:cubicBezTo>
                <a:cubicBezTo>
                  <a:pt x="23283" y="15515"/>
                  <a:pt x="23185" y="15515"/>
                  <a:pt x="23185" y="15613"/>
                </a:cubicBezTo>
                <a:lnTo>
                  <a:pt x="23185" y="21838"/>
                </a:lnTo>
                <a:cubicBezTo>
                  <a:pt x="23087" y="19608"/>
                  <a:pt x="22989" y="17451"/>
                  <a:pt x="22989" y="15319"/>
                </a:cubicBezTo>
                <a:cubicBezTo>
                  <a:pt x="22891" y="15319"/>
                  <a:pt x="22891" y="15221"/>
                  <a:pt x="22769" y="15221"/>
                </a:cubicBezTo>
                <a:lnTo>
                  <a:pt x="22769" y="14902"/>
                </a:lnTo>
                <a:cubicBezTo>
                  <a:pt x="22769" y="14804"/>
                  <a:pt x="22769" y="14804"/>
                  <a:pt x="22671" y="14804"/>
                </a:cubicBezTo>
                <a:cubicBezTo>
                  <a:pt x="22671" y="14804"/>
                  <a:pt x="22573" y="14804"/>
                  <a:pt x="22573" y="14902"/>
                </a:cubicBezTo>
                <a:lnTo>
                  <a:pt x="22573" y="19093"/>
                </a:lnTo>
                <a:cubicBezTo>
                  <a:pt x="22573" y="17353"/>
                  <a:pt x="22475" y="15515"/>
                  <a:pt x="22475" y="13774"/>
                </a:cubicBezTo>
                <a:cubicBezTo>
                  <a:pt x="22475" y="13676"/>
                  <a:pt x="22377" y="13676"/>
                  <a:pt x="22377" y="13676"/>
                </a:cubicBezTo>
                <a:cubicBezTo>
                  <a:pt x="22278" y="13676"/>
                  <a:pt x="22278" y="13676"/>
                  <a:pt x="22278" y="13774"/>
                </a:cubicBezTo>
                <a:lnTo>
                  <a:pt x="22278" y="23382"/>
                </a:lnTo>
                <a:cubicBezTo>
                  <a:pt x="22156" y="20612"/>
                  <a:pt x="22058" y="17867"/>
                  <a:pt x="21862" y="15221"/>
                </a:cubicBezTo>
                <a:cubicBezTo>
                  <a:pt x="21862" y="15098"/>
                  <a:pt x="21862" y="15098"/>
                  <a:pt x="21764" y="15098"/>
                </a:cubicBezTo>
                <a:lnTo>
                  <a:pt x="21764" y="14387"/>
                </a:lnTo>
                <a:lnTo>
                  <a:pt x="21666" y="14387"/>
                </a:lnTo>
                <a:lnTo>
                  <a:pt x="21666" y="14191"/>
                </a:lnTo>
                <a:cubicBezTo>
                  <a:pt x="21666" y="14093"/>
                  <a:pt x="21666" y="14093"/>
                  <a:pt x="21543" y="14093"/>
                </a:cubicBezTo>
                <a:cubicBezTo>
                  <a:pt x="21543" y="14093"/>
                  <a:pt x="21445" y="14093"/>
                  <a:pt x="21445" y="14191"/>
                </a:cubicBezTo>
                <a:lnTo>
                  <a:pt x="21445" y="18774"/>
                </a:lnTo>
                <a:cubicBezTo>
                  <a:pt x="21445" y="17255"/>
                  <a:pt x="21445" y="15833"/>
                  <a:pt x="21347" y="14387"/>
                </a:cubicBezTo>
                <a:lnTo>
                  <a:pt x="21347" y="14289"/>
                </a:lnTo>
                <a:lnTo>
                  <a:pt x="21347" y="13578"/>
                </a:lnTo>
                <a:cubicBezTo>
                  <a:pt x="21347" y="13480"/>
                  <a:pt x="21249" y="13480"/>
                  <a:pt x="21249" y="13480"/>
                </a:cubicBezTo>
                <a:cubicBezTo>
                  <a:pt x="21151" y="13480"/>
                  <a:pt x="21151" y="13480"/>
                  <a:pt x="21151" y="13578"/>
                </a:cubicBezTo>
                <a:lnTo>
                  <a:pt x="21151" y="15833"/>
                </a:lnTo>
                <a:cubicBezTo>
                  <a:pt x="21151" y="15319"/>
                  <a:pt x="21151" y="14804"/>
                  <a:pt x="21053" y="14289"/>
                </a:cubicBezTo>
                <a:cubicBezTo>
                  <a:pt x="21053" y="14191"/>
                  <a:pt x="21053" y="14191"/>
                  <a:pt x="20931" y="14191"/>
                </a:cubicBezTo>
                <a:cubicBezTo>
                  <a:pt x="20931" y="14191"/>
                  <a:pt x="20832" y="14191"/>
                  <a:pt x="20832" y="14289"/>
                </a:cubicBezTo>
                <a:lnTo>
                  <a:pt x="20832" y="22573"/>
                </a:lnTo>
                <a:cubicBezTo>
                  <a:pt x="20734" y="19804"/>
                  <a:pt x="20636" y="17157"/>
                  <a:pt x="20538" y="14485"/>
                </a:cubicBezTo>
                <a:cubicBezTo>
                  <a:pt x="20538" y="14485"/>
                  <a:pt x="20440" y="14485"/>
                  <a:pt x="20440" y="14387"/>
                </a:cubicBezTo>
                <a:cubicBezTo>
                  <a:pt x="20318" y="14387"/>
                  <a:pt x="20318" y="14485"/>
                  <a:pt x="20318" y="14485"/>
                </a:cubicBezTo>
                <a:lnTo>
                  <a:pt x="20318" y="20833"/>
                </a:lnTo>
                <a:lnTo>
                  <a:pt x="20024" y="14706"/>
                </a:lnTo>
                <a:lnTo>
                  <a:pt x="19926" y="14608"/>
                </a:lnTo>
                <a:cubicBezTo>
                  <a:pt x="19828" y="14608"/>
                  <a:pt x="19828" y="14608"/>
                  <a:pt x="19828" y="14706"/>
                </a:cubicBezTo>
                <a:lnTo>
                  <a:pt x="19828" y="21544"/>
                </a:lnTo>
                <a:cubicBezTo>
                  <a:pt x="19705" y="19289"/>
                  <a:pt x="19607" y="17157"/>
                  <a:pt x="19509" y="15000"/>
                </a:cubicBezTo>
                <a:cubicBezTo>
                  <a:pt x="19509" y="14902"/>
                  <a:pt x="19411" y="14902"/>
                  <a:pt x="19411" y="14902"/>
                </a:cubicBezTo>
                <a:cubicBezTo>
                  <a:pt x="19313" y="14902"/>
                  <a:pt x="19313" y="14902"/>
                  <a:pt x="19313" y="15000"/>
                </a:cubicBezTo>
                <a:lnTo>
                  <a:pt x="19313" y="21642"/>
                </a:lnTo>
                <a:cubicBezTo>
                  <a:pt x="19092" y="19608"/>
                  <a:pt x="18994" y="17549"/>
                  <a:pt x="18896" y="15515"/>
                </a:cubicBezTo>
                <a:lnTo>
                  <a:pt x="18896" y="15417"/>
                </a:lnTo>
                <a:lnTo>
                  <a:pt x="18896" y="14902"/>
                </a:lnTo>
                <a:cubicBezTo>
                  <a:pt x="18896" y="14804"/>
                  <a:pt x="18798" y="14804"/>
                  <a:pt x="18798" y="14804"/>
                </a:cubicBezTo>
                <a:cubicBezTo>
                  <a:pt x="18700" y="14804"/>
                  <a:pt x="18700" y="14804"/>
                  <a:pt x="18700" y="14902"/>
                </a:cubicBezTo>
                <a:lnTo>
                  <a:pt x="18700" y="16838"/>
                </a:lnTo>
                <a:cubicBezTo>
                  <a:pt x="18602" y="15711"/>
                  <a:pt x="18602" y="14706"/>
                  <a:pt x="18602" y="13676"/>
                </a:cubicBezTo>
                <a:cubicBezTo>
                  <a:pt x="18602" y="13578"/>
                  <a:pt x="18480" y="13578"/>
                  <a:pt x="18480" y="13578"/>
                </a:cubicBezTo>
                <a:cubicBezTo>
                  <a:pt x="18382" y="13578"/>
                  <a:pt x="18382" y="13578"/>
                  <a:pt x="18382" y="13676"/>
                </a:cubicBezTo>
                <a:lnTo>
                  <a:pt x="18382" y="19706"/>
                </a:lnTo>
                <a:cubicBezTo>
                  <a:pt x="18284" y="18064"/>
                  <a:pt x="18284" y="16446"/>
                  <a:pt x="18186" y="14902"/>
                </a:cubicBezTo>
                <a:cubicBezTo>
                  <a:pt x="18186" y="14804"/>
                  <a:pt x="18186" y="14804"/>
                  <a:pt x="18087" y="14804"/>
                </a:cubicBezTo>
                <a:cubicBezTo>
                  <a:pt x="17989" y="14804"/>
                  <a:pt x="17989" y="14804"/>
                  <a:pt x="17989" y="14902"/>
                </a:cubicBezTo>
                <a:lnTo>
                  <a:pt x="17989" y="21225"/>
                </a:lnTo>
                <a:cubicBezTo>
                  <a:pt x="17867" y="19289"/>
                  <a:pt x="17769" y="17451"/>
                  <a:pt x="17671" y="15613"/>
                </a:cubicBezTo>
                <a:lnTo>
                  <a:pt x="17573" y="15515"/>
                </a:lnTo>
                <a:cubicBezTo>
                  <a:pt x="17475" y="15515"/>
                  <a:pt x="17475" y="15613"/>
                  <a:pt x="17475" y="15613"/>
                </a:cubicBezTo>
                <a:lnTo>
                  <a:pt x="17475" y="20931"/>
                </a:lnTo>
                <a:cubicBezTo>
                  <a:pt x="17377" y="19191"/>
                  <a:pt x="17254" y="17549"/>
                  <a:pt x="17156" y="15833"/>
                </a:cubicBezTo>
                <a:lnTo>
                  <a:pt x="17058" y="15711"/>
                </a:lnTo>
                <a:cubicBezTo>
                  <a:pt x="16960" y="15711"/>
                  <a:pt x="16960" y="15833"/>
                  <a:pt x="16960" y="15833"/>
                </a:cubicBezTo>
                <a:lnTo>
                  <a:pt x="16960" y="20220"/>
                </a:lnTo>
                <a:cubicBezTo>
                  <a:pt x="16862" y="18480"/>
                  <a:pt x="16764" y="16740"/>
                  <a:pt x="16641" y="15000"/>
                </a:cubicBezTo>
                <a:cubicBezTo>
                  <a:pt x="16641" y="14902"/>
                  <a:pt x="16543" y="14902"/>
                  <a:pt x="16543" y="14902"/>
                </a:cubicBezTo>
                <a:cubicBezTo>
                  <a:pt x="16445" y="14902"/>
                  <a:pt x="16445" y="14902"/>
                  <a:pt x="16445" y="15000"/>
                </a:cubicBezTo>
                <a:lnTo>
                  <a:pt x="16445" y="15098"/>
                </a:lnTo>
                <a:lnTo>
                  <a:pt x="16445" y="15221"/>
                </a:lnTo>
                <a:lnTo>
                  <a:pt x="16445" y="20931"/>
                </a:lnTo>
                <a:cubicBezTo>
                  <a:pt x="16347" y="18897"/>
                  <a:pt x="16249" y="16936"/>
                  <a:pt x="16151" y="15000"/>
                </a:cubicBezTo>
                <a:lnTo>
                  <a:pt x="16029" y="14902"/>
                </a:lnTo>
                <a:cubicBezTo>
                  <a:pt x="15931" y="14902"/>
                  <a:pt x="15931" y="15000"/>
                  <a:pt x="15931" y="15000"/>
                </a:cubicBezTo>
                <a:lnTo>
                  <a:pt x="15931" y="20833"/>
                </a:lnTo>
                <a:cubicBezTo>
                  <a:pt x="15735" y="19093"/>
                  <a:pt x="15637" y="17451"/>
                  <a:pt x="15539" y="15833"/>
                </a:cubicBezTo>
                <a:cubicBezTo>
                  <a:pt x="15539" y="15711"/>
                  <a:pt x="15539" y="15711"/>
                  <a:pt x="15416" y="15711"/>
                </a:cubicBezTo>
                <a:cubicBezTo>
                  <a:pt x="15318" y="15711"/>
                  <a:pt x="15318" y="15711"/>
                  <a:pt x="15318" y="15833"/>
                </a:cubicBezTo>
                <a:lnTo>
                  <a:pt x="15318" y="20220"/>
                </a:lnTo>
                <a:lnTo>
                  <a:pt x="15024" y="15000"/>
                </a:lnTo>
                <a:cubicBezTo>
                  <a:pt x="15024" y="14902"/>
                  <a:pt x="15024" y="14902"/>
                  <a:pt x="14926" y="14902"/>
                </a:cubicBezTo>
                <a:cubicBezTo>
                  <a:pt x="14926" y="14902"/>
                  <a:pt x="14803" y="14902"/>
                  <a:pt x="14803" y="15000"/>
                </a:cubicBezTo>
                <a:lnTo>
                  <a:pt x="14803" y="20220"/>
                </a:lnTo>
                <a:cubicBezTo>
                  <a:pt x="14705" y="18578"/>
                  <a:pt x="14607" y="16936"/>
                  <a:pt x="14509" y="15417"/>
                </a:cubicBezTo>
                <a:cubicBezTo>
                  <a:pt x="14509" y="15319"/>
                  <a:pt x="14509" y="15319"/>
                  <a:pt x="14411" y="15319"/>
                </a:cubicBezTo>
                <a:cubicBezTo>
                  <a:pt x="14313" y="15319"/>
                  <a:pt x="14313" y="15319"/>
                  <a:pt x="14313" y="15417"/>
                </a:cubicBezTo>
                <a:lnTo>
                  <a:pt x="14313" y="15515"/>
                </a:lnTo>
                <a:cubicBezTo>
                  <a:pt x="14191" y="15515"/>
                  <a:pt x="14191" y="15613"/>
                  <a:pt x="14191" y="15613"/>
                </a:cubicBezTo>
                <a:lnTo>
                  <a:pt x="14191" y="20514"/>
                </a:lnTo>
                <a:lnTo>
                  <a:pt x="14191" y="21348"/>
                </a:lnTo>
                <a:cubicBezTo>
                  <a:pt x="13995" y="19804"/>
                  <a:pt x="13896" y="18284"/>
                  <a:pt x="13798" y="16936"/>
                </a:cubicBezTo>
                <a:lnTo>
                  <a:pt x="13798" y="16838"/>
                </a:lnTo>
                <a:lnTo>
                  <a:pt x="13798" y="15417"/>
                </a:lnTo>
                <a:lnTo>
                  <a:pt x="13700" y="15319"/>
                </a:lnTo>
                <a:cubicBezTo>
                  <a:pt x="13578" y="15319"/>
                  <a:pt x="13578" y="15417"/>
                  <a:pt x="13578" y="15417"/>
                </a:cubicBezTo>
                <a:lnTo>
                  <a:pt x="13578" y="20000"/>
                </a:lnTo>
                <a:lnTo>
                  <a:pt x="13578" y="20612"/>
                </a:lnTo>
                <a:lnTo>
                  <a:pt x="13284" y="16029"/>
                </a:lnTo>
                <a:cubicBezTo>
                  <a:pt x="13284" y="15931"/>
                  <a:pt x="13186" y="15931"/>
                  <a:pt x="13186" y="15931"/>
                </a:cubicBezTo>
                <a:cubicBezTo>
                  <a:pt x="13088" y="15931"/>
                  <a:pt x="13088" y="16029"/>
                  <a:pt x="13088" y="16029"/>
                </a:cubicBezTo>
                <a:lnTo>
                  <a:pt x="13088" y="16127"/>
                </a:lnTo>
                <a:lnTo>
                  <a:pt x="13088" y="18897"/>
                </a:lnTo>
                <a:cubicBezTo>
                  <a:pt x="12965" y="18162"/>
                  <a:pt x="12965" y="17353"/>
                  <a:pt x="12965" y="16544"/>
                </a:cubicBezTo>
                <a:lnTo>
                  <a:pt x="12867" y="16446"/>
                </a:lnTo>
                <a:cubicBezTo>
                  <a:pt x="12769" y="16446"/>
                  <a:pt x="12769" y="16544"/>
                  <a:pt x="12769" y="16544"/>
                </a:cubicBezTo>
                <a:lnTo>
                  <a:pt x="12769" y="20612"/>
                </a:lnTo>
                <a:cubicBezTo>
                  <a:pt x="12671" y="19387"/>
                  <a:pt x="12671" y="18284"/>
                  <a:pt x="12573" y="17157"/>
                </a:cubicBezTo>
                <a:lnTo>
                  <a:pt x="12475" y="17059"/>
                </a:lnTo>
                <a:cubicBezTo>
                  <a:pt x="12352" y="17059"/>
                  <a:pt x="12352" y="17157"/>
                  <a:pt x="12352" y="17157"/>
                </a:cubicBezTo>
                <a:lnTo>
                  <a:pt x="12352" y="21127"/>
                </a:lnTo>
                <a:lnTo>
                  <a:pt x="12352" y="21642"/>
                </a:lnTo>
                <a:cubicBezTo>
                  <a:pt x="12254" y="20000"/>
                  <a:pt x="12058" y="18578"/>
                  <a:pt x="11960" y="17059"/>
                </a:cubicBezTo>
                <a:cubicBezTo>
                  <a:pt x="11960" y="17059"/>
                  <a:pt x="11960" y="16936"/>
                  <a:pt x="11862" y="16936"/>
                </a:cubicBezTo>
                <a:lnTo>
                  <a:pt x="11740" y="17059"/>
                </a:lnTo>
                <a:lnTo>
                  <a:pt x="11740" y="16936"/>
                </a:lnTo>
                <a:cubicBezTo>
                  <a:pt x="11740" y="16838"/>
                  <a:pt x="11740" y="16838"/>
                  <a:pt x="11642" y="16838"/>
                </a:cubicBezTo>
                <a:cubicBezTo>
                  <a:pt x="11544" y="16838"/>
                  <a:pt x="11544" y="16838"/>
                  <a:pt x="11544" y="16936"/>
                </a:cubicBezTo>
                <a:lnTo>
                  <a:pt x="11544" y="17671"/>
                </a:lnTo>
                <a:lnTo>
                  <a:pt x="11544" y="17769"/>
                </a:lnTo>
                <a:lnTo>
                  <a:pt x="11544" y="18897"/>
                </a:lnTo>
                <a:cubicBezTo>
                  <a:pt x="11544" y="18578"/>
                  <a:pt x="11544" y="18284"/>
                  <a:pt x="11446" y="17965"/>
                </a:cubicBezTo>
                <a:lnTo>
                  <a:pt x="11348" y="17965"/>
                </a:lnTo>
                <a:cubicBezTo>
                  <a:pt x="11348" y="17965"/>
                  <a:pt x="11250" y="17965"/>
                  <a:pt x="11250" y="18064"/>
                </a:cubicBezTo>
                <a:lnTo>
                  <a:pt x="11250" y="20735"/>
                </a:lnTo>
                <a:cubicBezTo>
                  <a:pt x="11250" y="19608"/>
                  <a:pt x="11127" y="18480"/>
                  <a:pt x="11029" y="17353"/>
                </a:cubicBezTo>
                <a:cubicBezTo>
                  <a:pt x="11029" y="17353"/>
                  <a:pt x="11029" y="17255"/>
                  <a:pt x="10931" y="17255"/>
                </a:cubicBezTo>
                <a:lnTo>
                  <a:pt x="10833" y="17353"/>
                </a:lnTo>
                <a:lnTo>
                  <a:pt x="10833" y="20514"/>
                </a:lnTo>
                <a:cubicBezTo>
                  <a:pt x="10833" y="19706"/>
                  <a:pt x="10735" y="18774"/>
                  <a:pt x="10735" y="17965"/>
                </a:cubicBezTo>
                <a:cubicBezTo>
                  <a:pt x="10735" y="17867"/>
                  <a:pt x="10637" y="17867"/>
                  <a:pt x="10637" y="17867"/>
                </a:cubicBezTo>
                <a:cubicBezTo>
                  <a:pt x="10514" y="17867"/>
                  <a:pt x="10514" y="17867"/>
                  <a:pt x="10514" y="17965"/>
                </a:cubicBezTo>
                <a:lnTo>
                  <a:pt x="10514" y="18382"/>
                </a:lnTo>
                <a:lnTo>
                  <a:pt x="10416" y="18382"/>
                </a:lnTo>
                <a:lnTo>
                  <a:pt x="10318" y="18480"/>
                </a:lnTo>
                <a:lnTo>
                  <a:pt x="10318" y="18897"/>
                </a:lnTo>
                <a:lnTo>
                  <a:pt x="10220" y="18774"/>
                </a:lnTo>
                <a:cubicBezTo>
                  <a:pt x="10122" y="18774"/>
                  <a:pt x="10122" y="18897"/>
                  <a:pt x="10122" y="18897"/>
                </a:cubicBezTo>
                <a:lnTo>
                  <a:pt x="10122" y="21127"/>
                </a:lnTo>
                <a:cubicBezTo>
                  <a:pt x="10024" y="20220"/>
                  <a:pt x="10024" y="19387"/>
                  <a:pt x="9902" y="18578"/>
                </a:cubicBezTo>
                <a:cubicBezTo>
                  <a:pt x="9902" y="18480"/>
                  <a:pt x="9902" y="18480"/>
                  <a:pt x="9804" y="18480"/>
                </a:cubicBezTo>
                <a:cubicBezTo>
                  <a:pt x="9706" y="18480"/>
                  <a:pt x="9706" y="18480"/>
                  <a:pt x="9706" y="18578"/>
                </a:cubicBezTo>
                <a:lnTo>
                  <a:pt x="9706" y="18897"/>
                </a:lnTo>
                <a:cubicBezTo>
                  <a:pt x="9706" y="18897"/>
                  <a:pt x="9706" y="18774"/>
                  <a:pt x="9607" y="18774"/>
                </a:cubicBezTo>
                <a:cubicBezTo>
                  <a:pt x="9509" y="18774"/>
                  <a:pt x="9509" y="18897"/>
                  <a:pt x="9509" y="18897"/>
                </a:cubicBezTo>
                <a:lnTo>
                  <a:pt x="9509" y="19093"/>
                </a:lnTo>
                <a:lnTo>
                  <a:pt x="9411" y="19191"/>
                </a:lnTo>
                <a:lnTo>
                  <a:pt x="9411" y="21642"/>
                </a:lnTo>
                <a:lnTo>
                  <a:pt x="9411" y="22451"/>
                </a:lnTo>
                <a:cubicBezTo>
                  <a:pt x="9289" y="21446"/>
                  <a:pt x="9191" y="20514"/>
                  <a:pt x="9093" y="19608"/>
                </a:cubicBezTo>
                <a:cubicBezTo>
                  <a:pt x="9093" y="19608"/>
                  <a:pt x="9093" y="19510"/>
                  <a:pt x="8995" y="19510"/>
                </a:cubicBezTo>
                <a:lnTo>
                  <a:pt x="8897" y="19608"/>
                </a:lnTo>
                <a:lnTo>
                  <a:pt x="8897" y="19804"/>
                </a:lnTo>
                <a:lnTo>
                  <a:pt x="8897" y="19902"/>
                </a:lnTo>
                <a:cubicBezTo>
                  <a:pt x="8897" y="19804"/>
                  <a:pt x="8897" y="19804"/>
                  <a:pt x="8799" y="19804"/>
                </a:cubicBezTo>
                <a:lnTo>
                  <a:pt x="8676" y="19902"/>
                </a:lnTo>
                <a:lnTo>
                  <a:pt x="8676" y="21544"/>
                </a:lnTo>
                <a:cubicBezTo>
                  <a:pt x="8676" y="20833"/>
                  <a:pt x="8578" y="20122"/>
                  <a:pt x="8578" y="19387"/>
                </a:cubicBezTo>
                <a:lnTo>
                  <a:pt x="8480" y="19289"/>
                </a:lnTo>
                <a:cubicBezTo>
                  <a:pt x="8382" y="19387"/>
                  <a:pt x="8382" y="19387"/>
                  <a:pt x="8382" y="19510"/>
                </a:cubicBezTo>
                <a:lnTo>
                  <a:pt x="8382" y="21348"/>
                </a:lnTo>
                <a:cubicBezTo>
                  <a:pt x="8284" y="20931"/>
                  <a:pt x="8284" y="20514"/>
                  <a:pt x="8284" y="20122"/>
                </a:cubicBezTo>
                <a:cubicBezTo>
                  <a:pt x="8284" y="20000"/>
                  <a:pt x="8186" y="20000"/>
                  <a:pt x="8186" y="20000"/>
                </a:cubicBezTo>
                <a:cubicBezTo>
                  <a:pt x="8063" y="20000"/>
                  <a:pt x="8063" y="20000"/>
                  <a:pt x="8063" y="20122"/>
                </a:cubicBezTo>
                <a:lnTo>
                  <a:pt x="8063" y="21960"/>
                </a:lnTo>
                <a:lnTo>
                  <a:pt x="8063" y="23480"/>
                </a:lnTo>
                <a:cubicBezTo>
                  <a:pt x="7965" y="22671"/>
                  <a:pt x="7769" y="21838"/>
                  <a:pt x="7671" y="21127"/>
                </a:cubicBezTo>
                <a:cubicBezTo>
                  <a:pt x="7671" y="21029"/>
                  <a:pt x="7573" y="21029"/>
                  <a:pt x="7573" y="21029"/>
                </a:cubicBezTo>
                <a:cubicBezTo>
                  <a:pt x="7451" y="21029"/>
                  <a:pt x="7451" y="21127"/>
                  <a:pt x="7451" y="21127"/>
                </a:cubicBezTo>
                <a:lnTo>
                  <a:pt x="7451" y="22769"/>
                </a:lnTo>
                <a:lnTo>
                  <a:pt x="7451" y="23063"/>
                </a:lnTo>
                <a:cubicBezTo>
                  <a:pt x="7353" y="22573"/>
                  <a:pt x="7353" y="21960"/>
                  <a:pt x="7255" y="21348"/>
                </a:cubicBezTo>
                <a:cubicBezTo>
                  <a:pt x="7255" y="21225"/>
                  <a:pt x="7157" y="21225"/>
                  <a:pt x="7157" y="21225"/>
                </a:cubicBezTo>
                <a:cubicBezTo>
                  <a:pt x="7059" y="21225"/>
                  <a:pt x="7059" y="21225"/>
                  <a:pt x="7059" y="21348"/>
                </a:cubicBezTo>
                <a:lnTo>
                  <a:pt x="7059" y="22769"/>
                </a:lnTo>
                <a:lnTo>
                  <a:pt x="7059" y="23995"/>
                </a:lnTo>
                <a:cubicBezTo>
                  <a:pt x="6961" y="23284"/>
                  <a:pt x="6838" y="22451"/>
                  <a:pt x="6740" y="21838"/>
                </a:cubicBezTo>
                <a:cubicBezTo>
                  <a:pt x="6642" y="21740"/>
                  <a:pt x="6642" y="21740"/>
                  <a:pt x="6544" y="21740"/>
                </a:cubicBezTo>
                <a:lnTo>
                  <a:pt x="6544" y="21838"/>
                </a:lnTo>
                <a:lnTo>
                  <a:pt x="6544" y="22058"/>
                </a:lnTo>
                <a:lnTo>
                  <a:pt x="6446" y="22058"/>
                </a:lnTo>
                <a:cubicBezTo>
                  <a:pt x="6348" y="22058"/>
                  <a:pt x="6348" y="22058"/>
                  <a:pt x="6348" y="22156"/>
                </a:cubicBezTo>
                <a:lnTo>
                  <a:pt x="6348" y="23284"/>
                </a:lnTo>
                <a:lnTo>
                  <a:pt x="6348" y="23897"/>
                </a:lnTo>
                <a:cubicBezTo>
                  <a:pt x="6348" y="23578"/>
                  <a:pt x="6225" y="23186"/>
                  <a:pt x="6225" y="22867"/>
                </a:cubicBezTo>
                <a:cubicBezTo>
                  <a:pt x="6127" y="22769"/>
                  <a:pt x="6127" y="22769"/>
                  <a:pt x="6029" y="22769"/>
                </a:cubicBezTo>
                <a:lnTo>
                  <a:pt x="6029" y="22867"/>
                </a:lnTo>
                <a:lnTo>
                  <a:pt x="6029" y="23897"/>
                </a:lnTo>
                <a:lnTo>
                  <a:pt x="6029" y="24093"/>
                </a:lnTo>
                <a:cubicBezTo>
                  <a:pt x="5931" y="23676"/>
                  <a:pt x="5931" y="23382"/>
                  <a:pt x="5833" y="22965"/>
                </a:cubicBezTo>
                <a:cubicBezTo>
                  <a:pt x="5833" y="22965"/>
                  <a:pt x="5833" y="22867"/>
                  <a:pt x="5735" y="22867"/>
                </a:cubicBezTo>
                <a:lnTo>
                  <a:pt x="5613" y="22965"/>
                </a:lnTo>
                <a:lnTo>
                  <a:pt x="5613" y="23897"/>
                </a:lnTo>
                <a:lnTo>
                  <a:pt x="5613" y="24705"/>
                </a:lnTo>
                <a:cubicBezTo>
                  <a:pt x="5613" y="24289"/>
                  <a:pt x="5515" y="23897"/>
                  <a:pt x="5416" y="23480"/>
                </a:cubicBezTo>
                <a:cubicBezTo>
                  <a:pt x="5416" y="23382"/>
                  <a:pt x="5416" y="23382"/>
                  <a:pt x="5318" y="23382"/>
                </a:cubicBezTo>
                <a:lnTo>
                  <a:pt x="5220" y="23480"/>
                </a:lnTo>
                <a:lnTo>
                  <a:pt x="5220" y="24289"/>
                </a:lnTo>
                <a:lnTo>
                  <a:pt x="5220" y="25514"/>
                </a:lnTo>
                <a:cubicBezTo>
                  <a:pt x="5122" y="25122"/>
                  <a:pt x="5000" y="24803"/>
                  <a:pt x="4902" y="24411"/>
                </a:cubicBezTo>
                <a:lnTo>
                  <a:pt x="4706" y="24411"/>
                </a:lnTo>
                <a:lnTo>
                  <a:pt x="4706" y="24509"/>
                </a:lnTo>
                <a:lnTo>
                  <a:pt x="4706" y="25122"/>
                </a:lnTo>
                <a:lnTo>
                  <a:pt x="4706" y="25931"/>
                </a:lnTo>
                <a:cubicBezTo>
                  <a:pt x="4608" y="25514"/>
                  <a:pt x="4510" y="25220"/>
                  <a:pt x="4387" y="25024"/>
                </a:cubicBezTo>
                <a:cubicBezTo>
                  <a:pt x="4387" y="24901"/>
                  <a:pt x="4289" y="24901"/>
                  <a:pt x="4289" y="24901"/>
                </a:cubicBezTo>
                <a:cubicBezTo>
                  <a:pt x="4191" y="24901"/>
                  <a:pt x="4191" y="25024"/>
                  <a:pt x="4191" y="25024"/>
                </a:cubicBezTo>
                <a:lnTo>
                  <a:pt x="4191" y="25514"/>
                </a:lnTo>
                <a:lnTo>
                  <a:pt x="4191" y="26347"/>
                </a:lnTo>
                <a:cubicBezTo>
                  <a:pt x="4191" y="26029"/>
                  <a:pt x="4093" y="25833"/>
                  <a:pt x="3995" y="25514"/>
                </a:cubicBezTo>
                <a:cubicBezTo>
                  <a:pt x="3995" y="25514"/>
                  <a:pt x="3995" y="25416"/>
                  <a:pt x="3897" y="25416"/>
                </a:cubicBezTo>
                <a:lnTo>
                  <a:pt x="3774" y="25514"/>
                </a:lnTo>
                <a:lnTo>
                  <a:pt x="3774" y="26029"/>
                </a:lnTo>
                <a:lnTo>
                  <a:pt x="3774" y="26960"/>
                </a:lnTo>
                <a:cubicBezTo>
                  <a:pt x="3676" y="26642"/>
                  <a:pt x="3676" y="26446"/>
                  <a:pt x="3578" y="26249"/>
                </a:cubicBezTo>
                <a:cubicBezTo>
                  <a:pt x="3480" y="26127"/>
                  <a:pt x="3480" y="26127"/>
                  <a:pt x="3382" y="26127"/>
                </a:cubicBezTo>
                <a:lnTo>
                  <a:pt x="3382" y="26249"/>
                </a:lnTo>
                <a:lnTo>
                  <a:pt x="3382" y="26544"/>
                </a:lnTo>
                <a:cubicBezTo>
                  <a:pt x="3382" y="26544"/>
                  <a:pt x="3284" y="26446"/>
                  <a:pt x="3284" y="26347"/>
                </a:cubicBezTo>
                <a:cubicBezTo>
                  <a:pt x="3284" y="26347"/>
                  <a:pt x="3284" y="26249"/>
                  <a:pt x="3162" y="26249"/>
                </a:cubicBezTo>
                <a:lnTo>
                  <a:pt x="3064" y="26347"/>
                </a:lnTo>
                <a:lnTo>
                  <a:pt x="3064" y="26642"/>
                </a:lnTo>
                <a:lnTo>
                  <a:pt x="3064" y="27867"/>
                </a:lnTo>
                <a:cubicBezTo>
                  <a:pt x="2966" y="27573"/>
                  <a:pt x="2868" y="27352"/>
                  <a:pt x="2770" y="27254"/>
                </a:cubicBezTo>
                <a:cubicBezTo>
                  <a:pt x="2770" y="27254"/>
                  <a:pt x="2726" y="27211"/>
                  <a:pt x="2697" y="27211"/>
                </a:cubicBezTo>
                <a:cubicBezTo>
                  <a:pt x="2682" y="27211"/>
                  <a:pt x="2671" y="27222"/>
                  <a:pt x="2671" y="27254"/>
                </a:cubicBezTo>
                <a:cubicBezTo>
                  <a:pt x="2671" y="27254"/>
                  <a:pt x="2549" y="27254"/>
                  <a:pt x="2549" y="27352"/>
                </a:cubicBezTo>
                <a:lnTo>
                  <a:pt x="2549" y="27573"/>
                </a:lnTo>
                <a:lnTo>
                  <a:pt x="2549" y="28284"/>
                </a:lnTo>
                <a:cubicBezTo>
                  <a:pt x="2549" y="28088"/>
                  <a:pt x="2451" y="27965"/>
                  <a:pt x="2451" y="27867"/>
                </a:cubicBezTo>
                <a:cubicBezTo>
                  <a:pt x="2353" y="27769"/>
                  <a:pt x="2353" y="27769"/>
                  <a:pt x="2255" y="27769"/>
                </a:cubicBezTo>
                <a:lnTo>
                  <a:pt x="2255" y="27867"/>
                </a:lnTo>
                <a:lnTo>
                  <a:pt x="2255" y="28088"/>
                </a:lnTo>
                <a:lnTo>
                  <a:pt x="2255" y="28578"/>
                </a:lnTo>
                <a:cubicBezTo>
                  <a:pt x="2157" y="28480"/>
                  <a:pt x="2157" y="28382"/>
                  <a:pt x="2157" y="28284"/>
                </a:cubicBezTo>
                <a:lnTo>
                  <a:pt x="2059" y="28284"/>
                </a:lnTo>
                <a:cubicBezTo>
                  <a:pt x="1936" y="28284"/>
                  <a:pt x="1936" y="28284"/>
                  <a:pt x="1936" y="28382"/>
                </a:cubicBezTo>
                <a:lnTo>
                  <a:pt x="1936" y="28480"/>
                </a:lnTo>
                <a:lnTo>
                  <a:pt x="1936" y="28896"/>
                </a:lnTo>
                <a:cubicBezTo>
                  <a:pt x="1838" y="28798"/>
                  <a:pt x="1838" y="28798"/>
                  <a:pt x="1740" y="28798"/>
                </a:cubicBezTo>
                <a:cubicBezTo>
                  <a:pt x="1642" y="28798"/>
                  <a:pt x="1642" y="28896"/>
                  <a:pt x="1642" y="28896"/>
                </a:cubicBezTo>
                <a:lnTo>
                  <a:pt x="1642" y="28994"/>
                </a:lnTo>
                <a:lnTo>
                  <a:pt x="1642" y="29607"/>
                </a:lnTo>
                <a:cubicBezTo>
                  <a:pt x="1544" y="29509"/>
                  <a:pt x="1544" y="29509"/>
                  <a:pt x="1446" y="29509"/>
                </a:cubicBezTo>
                <a:cubicBezTo>
                  <a:pt x="1446" y="29460"/>
                  <a:pt x="1446" y="29436"/>
                  <a:pt x="1431" y="29436"/>
                </a:cubicBezTo>
                <a:cubicBezTo>
                  <a:pt x="1415" y="29436"/>
                  <a:pt x="1385" y="29460"/>
                  <a:pt x="1324" y="29509"/>
                </a:cubicBezTo>
                <a:lnTo>
                  <a:pt x="1324" y="29607"/>
                </a:lnTo>
                <a:lnTo>
                  <a:pt x="1324" y="30220"/>
                </a:lnTo>
                <a:cubicBezTo>
                  <a:pt x="1127" y="30220"/>
                  <a:pt x="931" y="30318"/>
                  <a:pt x="833" y="30416"/>
                </a:cubicBezTo>
                <a:cubicBezTo>
                  <a:pt x="711" y="30416"/>
                  <a:pt x="711" y="30538"/>
                  <a:pt x="711" y="30538"/>
                </a:cubicBezTo>
                <a:lnTo>
                  <a:pt x="711" y="30735"/>
                </a:lnTo>
                <a:lnTo>
                  <a:pt x="613" y="30735"/>
                </a:lnTo>
                <a:lnTo>
                  <a:pt x="613" y="30833"/>
                </a:lnTo>
                <a:lnTo>
                  <a:pt x="613" y="31151"/>
                </a:lnTo>
                <a:lnTo>
                  <a:pt x="417" y="31151"/>
                </a:lnTo>
                <a:lnTo>
                  <a:pt x="417" y="31249"/>
                </a:lnTo>
                <a:lnTo>
                  <a:pt x="417" y="31445"/>
                </a:lnTo>
                <a:cubicBezTo>
                  <a:pt x="319" y="31543"/>
                  <a:pt x="98" y="31641"/>
                  <a:pt x="0" y="31862"/>
                </a:cubicBezTo>
                <a:lnTo>
                  <a:pt x="0" y="31960"/>
                </a:lnTo>
                <a:cubicBezTo>
                  <a:pt x="0" y="32058"/>
                  <a:pt x="98" y="32058"/>
                  <a:pt x="98" y="32058"/>
                </a:cubicBezTo>
                <a:lnTo>
                  <a:pt x="221" y="32058"/>
                </a:lnTo>
                <a:lnTo>
                  <a:pt x="221" y="31960"/>
                </a:lnTo>
                <a:cubicBezTo>
                  <a:pt x="319" y="31764"/>
                  <a:pt x="417" y="31641"/>
                  <a:pt x="515" y="31641"/>
                </a:cubicBezTo>
                <a:lnTo>
                  <a:pt x="613" y="31543"/>
                </a:lnTo>
                <a:lnTo>
                  <a:pt x="613" y="31347"/>
                </a:lnTo>
                <a:lnTo>
                  <a:pt x="711" y="31347"/>
                </a:lnTo>
                <a:cubicBezTo>
                  <a:pt x="711" y="31347"/>
                  <a:pt x="833" y="31347"/>
                  <a:pt x="833" y="31249"/>
                </a:cubicBezTo>
                <a:lnTo>
                  <a:pt x="833" y="31151"/>
                </a:lnTo>
                <a:lnTo>
                  <a:pt x="931" y="31151"/>
                </a:lnTo>
                <a:lnTo>
                  <a:pt x="931" y="31029"/>
                </a:lnTo>
                <a:lnTo>
                  <a:pt x="931" y="30637"/>
                </a:lnTo>
                <a:cubicBezTo>
                  <a:pt x="1044" y="30510"/>
                  <a:pt x="1124" y="30456"/>
                  <a:pt x="1190" y="30456"/>
                </a:cubicBezTo>
                <a:cubicBezTo>
                  <a:pt x="1240" y="30456"/>
                  <a:pt x="1282" y="30486"/>
                  <a:pt x="1324" y="30538"/>
                </a:cubicBezTo>
                <a:lnTo>
                  <a:pt x="1446" y="30538"/>
                </a:lnTo>
                <a:cubicBezTo>
                  <a:pt x="1446" y="30416"/>
                  <a:pt x="1544" y="30416"/>
                  <a:pt x="1544" y="30416"/>
                </a:cubicBezTo>
                <a:lnTo>
                  <a:pt x="1544" y="30318"/>
                </a:lnTo>
                <a:lnTo>
                  <a:pt x="1544" y="29926"/>
                </a:lnTo>
                <a:cubicBezTo>
                  <a:pt x="1544" y="29926"/>
                  <a:pt x="1544" y="30024"/>
                  <a:pt x="1642" y="30122"/>
                </a:cubicBezTo>
                <a:lnTo>
                  <a:pt x="1838" y="30122"/>
                </a:lnTo>
                <a:lnTo>
                  <a:pt x="1936" y="30024"/>
                </a:lnTo>
                <a:lnTo>
                  <a:pt x="1936" y="29926"/>
                </a:lnTo>
                <a:lnTo>
                  <a:pt x="1936" y="29803"/>
                </a:lnTo>
                <a:cubicBezTo>
                  <a:pt x="1936" y="29803"/>
                  <a:pt x="1936" y="29926"/>
                  <a:pt x="2059" y="29926"/>
                </a:cubicBezTo>
                <a:lnTo>
                  <a:pt x="2157" y="29803"/>
                </a:lnTo>
                <a:lnTo>
                  <a:pt x="2157" y="29705"/>
                </a:lnTo>
                <a:lnTo>
                  <a:pt x="2157" y="29191"/>
                </a:lnTo>
                <a:cubicBezTo>
                  <a:pt x="2157" y="29313"/>
                  <a:pt x="2157" y="29411"/>
                  <a:pt x="2255" y="29509"/>
                </a:cubicBezTo>
                <a:cubicBezTo>
                  <a:pt x="2255" y="29607"/>
                  <a:pt x="2255" y="29607"/>
                  <a:pt x="2353" y="29607"/>
                </a:cubicBezTo>
                <a:lnTo>
                  <a:pt x="2451" y="29509"/>
                </a:lnTo>
                <a:lnTo>
                  <a:pt x="2451" y="29313"/>
                </a:lnTo>
                <a:lnTo>
                  <a:pt x="2451" y="28578"/>
                </a:lnTo>
                <a:cubicBezTo>
                  <a:pt x="2451" y="28798"/>
                  <a:pt x="2549" y="28896"/>
                  <a:pt x="2549" y="29092"/>
                </a:cubicBezTo>
                <a:cubicBezTo>
                  <a:pt x="2549" y="29191"/>
                  <a:pt x="2671" y="29191"/>
                  <a:pt x="2671" y="29191"/>
                </a:cubicBezTo>
                <a:cubicBezTo>
                  <a:pt x="2770" y="29191"/>
                  <a:pt x="2770" y="29191"/>
                  <a:pt x="2770" y="29092"/>
                </a:cubicBezTo>
                <a:lnTo>
                  <a:pt x="2770" y="28896"/>
                </a:lnTo>
                <a:lnTo>
                  <a:pt x="2770" y="27867"/>
                </a:lnTo>
                <a:cubicBezTo>
                  <a:pt x="2868" y="28186"/>
                  <a:pt x="2966" y="28382"/>
                  <a:pt x="3064" y="28700"/>
                </a:cubicBezTo>
                <a:cubicBezTo>
                  <a:pt x="3162" y="28700"/>
                  <a:pt x="3162" y="28798"/>
                  <a:pt x="3162" y="28798"/>
                </a:cubicBezTo>
                <a:cubicBezTo>
                  <a:pt x="3284" y="28798"/>
                  <a:pt x="3284" y="28700"/>
                  <a:pt x="3284" y="28700"/>
                </a:cubicBezTo>
                <a:lnTo>
                  <a:pt x="3284" y="28382"/>
                </a:lnTo>
                <a:lnTo>
                  <a:pt x="3284" y="28284"/>
                </a:lnTo>
                <a:cubicBezTo>
                  <a:pt x="3284" y="28284"/>
                  <a:pt x="3382" y="28382"/>
                  <a:pt x="3382" y="28480"/>
                </a:cubicBezTo>
                <a:cubicBezTo>
                  <a:pt x="3382" y="28480"/>
                  <a:pt x="3382" y="28578"/>
                  <a:pt x="3480" y="28578"/>
                </a:cubicBezTo>
                <a:lnTo>
                  <a:pt x="3578" y="28480"/>
                </a:lnTo>
                <a:lnTo>
                  <a:pt x="3578" y="28186"/>
                </a:lnTo>
                <a:lnTo>
                  <a:pt x="3578" y="27156"/>
                </a:lnTo>
                <a:cubicBezTo>
                  <a:pt x="3676" y="27475"/>
                  <a:pt x="3774" y="27769"/>
                  <a:pt x="3774" y="28186"/>
                </a:cubicBezTo>
                <a:cubicBezTo>
                  <a:pt x="3897" y="28186"/>
                  <a:pt x="3897" y="28284"/>
                  <a:pt x="3995" y="28284"/>
                </a:cubicBezTo>
                <a:lnTo>
                  <a:pt x="3995" y="28186"/>
                </a:lnTo>
                <a:lnTo>
                  <a:pt x="3995" y="27671"/>
                </a:lnTo>
                <a:lnTo>
                  <a:pt x="3995" y="27058"/>
                </a:lnTo>
                <a:cubicBezTo>
                  <a:pt x="4093" y="27352"/>
                  <a:pt x="4191" y="27671"/>
                  <a:pt x="4191" y="27965"/>
                </a:cubicBezTo>
                <a:cubicBezTo>
                  <a:pt x="4191" y="28088"/>
                  <a:pt x="4289" y="28088"/>
                  <a:pt x="4289" y="28088"/>
                </a:cubicBezTo>
                <a:cubicBezTo>
                  <a:pt x="4387" y="28088"/>
                  <a:pt x="4387" y="28088"/>
                  <a:pt x="4387" y="27965"/>
                </a:cubicBezTo>
                <a:lnTo>
                  <a:pt x="4387" y="27475"/>
                </a:lnTo>
                <a:lnTo>
                  <a:pt x="4387" y="26347"/>
                </a:lnTo>
                <a:cubicBezTo>
                  <a:pt x="4510" y="26642"/>
                  <a:pt x="4608" y="27058"/>
                  <a:pt x="4706" y="27352"/>
                </a:cubicBezTo>
                <a:cubicBezTo>
                  <a:pt x="4706" y="27475"/>
                  <a:pt x="4706" y="27475"/>
                  <a:pt x="4804" y="27475"/>
                </a:cubicBezTo>
                <a:cubicBezTo>
                  <a:pt x="4804" y="27475"/>
                  <a:pt x="4902" y="27475"/>
                  <a:pt x="4902" y="27352"/>
                </a:cubicBezTo>
                <a:lnTo>
                  <a:pt x="4902" y="26740"/>
                </a:lnTo>
                <a:lnTo>
                  <a:pt x="4902" y="25735"/>
                </a:lnTo>
                <a:cubicBezTo>
                  <a:pt x="5000" y="26127"/>
                  <a:pt x="5122" y="26544"/>
                  <a:pt x="5220" y="27058"/>
                </a:cubicBezTo>
                <a:cubicBezTo>
                  <a:pt x="5318" y="27156"/>
                  <a:pt x="5318" y="27156"/>
                  <a:pt x="5416" y="27156"/>
                </a:cubicBezTo>
                <a:lnTo>
                  <a:pt x="5416" y="27058"/>
                </a:lnTo>
                <a:lnTo>
                  <a:pt x="5416" y="26249"/>
                </a:lnTo>
                <a:lnTo>
                  <a:pt x="5416" y="25735"/>
                </a:lnTo>
                <a:cubicBezTo>
                  <a:pt x="5515" y="26249"/>
                  <a:pt x="5613" y="26642"/>
                  <a:pt x="5613" y="27156"/>
                </a:cubicBezTo>
                <a:lnTo>
                  <a:pt x="5735" y="27254"/>
                </a:lnTo>
                <a:cubicBezTo>
                  <a:pt x="5833" y="27254"/>
                  <a:pt x="5833" y="27156"/>
                  <a:pt x="5833" y="27156"/>
                </a:cubicBezTo>
                <a:lnTo>
                  <a:pt x="5833" y="26249"/>
                </a:lnTo>
                <a:lnTo>
                  <a:pt x="5833" y="25833"/>
                </a:lnTo>
                <a:cubicBezTo>
                  <a:pt x="5931" y="26249"/>
                  <a:pt x="5931" y="26642"/>
                  <a:pt x="6029" y="27058"/>
                </a:cubicBezTo>
                <a:cubicBezTo>
                  <a:pt x="6029" y="27156"/>
                  <a:pt x="6029" y="27156"/>
                  <a:pt x="6127" y="27156"/>
                </a:cubicBezTo>
                <a:cubicBezTo>
                  <a:pt x="6127" y="27156"/>
                  <a:pt x="6225" y="27156"/>
                  <a:pt x="6225" y="27058"/>
                </a:cubicBezTo>
                <a:lnTo>
                  <a:pt x="6225" y="26029"/>
                </a:lnTo>
                <a:lnTo>
                  <a:pt x="6225" y="25416"/>
                </a:lnTo>
                <a:cubicBezTo>
                  <a:pt x="6225" y="25833"/>
                  <a:pt x="6348" y="26249"/>
                  <a:pt x="6348" y="26642"/>
                </a:cubicBezTo>
                <a:cubicBezTo>
                  <a:pt x="6348" y="26740"/>
                  <a:pt x="6348" y="26740"/>
                  <a:pt x="6446" y="26740"/>
                </a:cubicBezTo>
                <a:cubicBezTo>
                  <a:pt x="6446" y="26862"/>
                  <a:pt x="6544" y="26862"/>
                  <a:pt x="6544" y="26960"/>
                </a:cubicBezTo>
                <a:cubicBezTo>
                  <a:pt x="6544" y="27058"/>
                  <a:pt x="6544" y="27058"/>
                  <a:pt x="6642" y="27058"/>
                </a:cubicBezTo>
                <a:cubicBezTo>
                  <a:pt x="6642" y="27058"/>
                  <a:pt x="6740" y="27058"/>
                  <a:pt x="6740" y="26960"/>
                </a:cubicBezTo>
                <a:lnTo>
                  <a:pt x="6740" y="25735"/>
                </a:lnTo>
                <a:lnTo>
                  <a:pt x="6740" y="24509"/>
                </a:lnTo>
                <a:cubicBezTo>
                  <a:pt x="6838" y="25220"/>
                  <a:pt x="6961" y="26127"/>
                  <a:pt x="7059" y="26960"/>
                </a:cubicBezTo>
                <a:cubicBezTo>
                  <a:pt x="7059" y="27058"/>
                  <a:pt x="7059" y="27058"/>
                  <a:pt x="7157" y="27058"/>
                </a:cubicBezTo>
                <a:cubicBezTo>
                  <a:pt x="7157" y="27058"/>
                  <a:pt x="7255" y="27058"/>
                  <a:pt x="7255" y="26960"/>
                </a:cubicBezTo>
                <a:lnTo>
                  <a:pt x="7255" y="25514"/>
                </a:lnTo>
                <a:lnTo>
                  <a:pt x="7255" y="24607"/>
                </a:lnTo>
                <a:cubicBezTo>
                  <a:pt x="7353" y="25220"/>
                  <a:pt x="7353" y="25931"/>
                  <a:pt x="7451" y="26544"/>
                </a:cubicBezTo>
                <a:cubicBezTo>
                  <a:pt x="7451" y="26642"/>
                  <a:pt x="7573" y="26642"/>
                  <a:pt x="7573" y="26642"/>
                </a:cubicBezTo>
                <a:cubicBezTo>
                  <a:pt x="7671" y="26642"/>
                  <a:pt x="7671" y="26642"/>
                  <a:pt x="7671" y="26544"/>
                </a:cubicBezTo>
                <a:lnTo>
                  <a:pt x="7671" y="25024"/>
                </a:lnTo>
                <a:lnTo>
                  <a:pt x="7671" y="23995"/>
                </a:lnTo>
                <a:cubicBezTo>
                  <a:pt x="7769" y="24901"/>
                  <a:pt x="7965" y="25735"/>
                  <a:pt x="8063" y="26740"/>
                </a:cubicBezTo>
                <a:cubicBezTo>
                  <a:pt x="8063" y="26740"/>
                  <a:pt x="8063" y="26862"/>
                  <a:pt x="8186" y="26862"/>
                </a:cubicBezTo>
                <a:lnTo>
                  <a:pt x="8284" y="26740"/>
                </a:lnTo>
                <a:lnTo>
                  <a:pt x="8284" y="25514"/>
                </a:lnTo>
                <a:cubicBezTo>
                  <a:pt x="8284" y="25931"/>
                  <a:pt x="8284" y="26446"/>
                  <a:pt x="8382" y="26862"/>
                </a:cubicBezTo>
                <a:cubicBezTo>
                  <a:pt x="8382" y="26960"/>
                  <a:pt x="8382" y="26960"/>
                  <a:pt x="8480" y="26960"/>
                </a:cubicBezTo>
                <a:cubicBezTo>
                  <a:pt x="8480" y="26960"/>
                  <a:pt x="8578" y="26960"/>
                  <a:pt x="8578" y="26862"/>
                </a:cubicBezTo>
                <a:lnTo>
                  <a:pt x="8578" y="24901"/>
                </a:lnTo>
                <a:lnTo>
                  <a:pt x="8578" y="24093"/>
                </a:lnTo>
                <a:cubicBezTo>
                  <a:pt x="8578" y="24803"/>
                  <a:pt x="8676" y="25637"/>
                  <a:pt x="8676" y="26347"/>
                </a:cubicBezTo>
                <a:lnTo>
                  <a:pt x="8799" y="26446"/>
                </a:lnTo>
                <a:cubicBezTo>
                  <a:pt x="8897" y="26446"/>
                  <a:pt x="8897" y="26347"/>
                  <a:pt x="8897" y="26347"/>
                </a:cubicBezTo>
                <a:lnTo>
                  <a:pt x="8897" y="26446"/>
                </a:lnTo>
                <a:cubicBezTo>
                  <a:pt x="8897" y="26544"/>
                  <a:pt x="8995" y="26544"/>
                  <a:pt x="8995" y="26544"/>
                </a:cubicBezTo>
                <a:cubicBezTo>
                  <a:pt x="9093" y="26544"/>
                  <a:pt x="9093" y="26544"/>
                  <a:pt x="9093" y="26446"/>
                </a:cubicBezTo>
                <a:lnTo>
                  <a:pt x="9093" y="24191"/>
                </a:lnTo>
                <a:lnTo>
                  <a:pt x="9093" y="24093"/>
                </a:lnTo>
                <a:lnTo>
                  <a:pt x="9411" y="27156"/>
                </a:lnTo>
                <a:cubicBezTo>
                  <a:pt x="9411" y="27254"/>
                  <a:pt x="9509" y="27254"/>
                  <a:pt x="9509" y="27254"/>
                </a:cubicBezTo>
                <a:lnTo>
                  <a:pt x="9607" y="27254"/>
                </a:lnTo>
                <a:cubicBezTo>
                  <a:pt x="9607" y="27254"/>
                  <a:pt x="9706" y="27254"/>
                  <a:pt x="9706" y="27156"/>
                </a:cubicBezTo>
                <a:lnTo>
                  <a:pt x="9706" y="27254"/>
                </a:lnTo>
                <a:lnTo>
                  <a:pt x="9804" y="27352"/>
                </a:lnTo>
                <a:cubicBezTo>
                  <a:pt x="9902" y="27352"/>
                  <a:pt x="9902" y="27254"/>
                  <a:pt x="9902" y="27254"/>
                </a:cubicBezTo>
                <a:lnTo>
                  <a:pt x="9902" y="24607"/>
                </a:lnTo>
                <a:lnTo>
                  <a:pt x="9902" y="24509"/>
                </a:lnTo>
                <a:cubicBezTo>
                  <a:pt x="10024" y="25416"/>
                  <a:pt x="10024" y="26347"/>
                  <a:pt x="10122" y="27254"/>
                </a:cubicBezTo>
                <a:cubicBezTo>
                  <a:pt x="10122" y="27352"/>
                  <a:pt x="10122" y="27352"/>
                  <a:pt x="10220" y="27352"/>
                </a:cubicBezTo>
                <a:cubicBezTo>
                  <a:pt x="10220" y="27352"/>
                  <a:pt x="10318" y="27352"/>
                  <a:pt x="10318" y="27254"/>
                </a:cubicBezTo>
                <a:lnTo>
                  <a:pt x="10318" y="26446"/>
                </a:lnTo>
                <a:lnTo>
                  <a:pt x="10416" y="26544"/>
                </a:lnTo>
                <a:lnTo>
                  <a:pt x="10416" y="26446"/>
                </a:lnTo>
                <a:lnTo>
                  <a:pt x="10514" y="26544"/>
                </a:lnTo>
                <a:cubicBezTo>
                  <a:pt x="10514" y="26642"/>
                  <a:pt x="10514" y="26642"/>
                  <a:pt x="10637" y="26642"/>
                </a:cubicBezTo>
                <a:cubicBezTo>
                  <a:pt x="10637" y="26642"/>
                  <a:pt x="10735" y="26642"/>
                  <a:pt x="10735" y="26544"/>
                </a:cubicBezTo>
                <a:lnTo>
                  <a:pt x="10735" y="24411"/>
                </a:lnTo>
                <a:cubicBezTo>
                  <a:pt x="10735" y="25318"/>
                  <a:pt x="10833" y="26249"/>
                  <a:pt x="10833" y="27254"/>
                </a:cubicBezTo>
                <a:lnTo>
                  <a:pt x="10931" y="27254"/>
                </a:lnTo>
                <a:cubicBezTo>
                  <a:pt x="11029" y="27254"/>
                  <a:pt x="11029" y="27254"/>
                  <a:pt x="11029" y="27156"/>
                </a:cubicBezTo>
                <a:lnTo>
                  <a:pt x="11029" y="23995"/>
                </a:lnTo>
                <a:lnTo>
                  <a:pt x="11029" y="23799"/>
                </a:lnTo>
                <a:cubicBezTo>
                  <a:pt x="11127" y="24901"/>
                  <a:pt x="11250" y="26127"/>
                  <a:pt x="11250" y="27352"/>
                </a:cubicBezTo>
                <a:lnTo>
                  <a:pt x="11348" y="27352"/>
                </a:lnTo>
                <a:cubicBezTo>
                  <a:pt x="11446" y="27352"/>
                  <a:pt x="11446" y="27352"/>
                  <a:pt x="11446" y="27254"/>
                </a:cubicBezTo>
                <a:lnTo>
                  <a:pt x="11446" y="26029"/>
                </a:lnTo>
                <a:cubicBezTo>
                  <a:pt x="11544" y="26347"/>
                  <a:pt x="11544" y="26642"/>
                  <a:pt x="11544" y="26960"/>
                </a:cubicBezTo>
                <a:lnTo>
                  <a:pt x="11544" y="27058"/>
                </a:lnTo>
                <a:lnTo>
                  <a:pt x="11642" y="27058"/>
                </a:lnTo>
                <a:lnTo>
                  <a:pt x="11642" y="27352"/>
                </a:lnTo>
                <a:cubicBezTo>
                  <a:pt x="11642" y="27352"/>
                  <a:pt x="11642" y="27475"/>
                  <a:pt x="11740" y="27475"/>
                </a:cubicBezTo>
                <a:lnTo>
                  <a:pt x="11862" y="27352"/>
                </a:lnTo>
                <a:lnTo>
                  <a:pt x="11862" y="27156"/>
                </a:lnTo>
                <a:cubicBezTo>
                  <a:pt x="11960" y="27156"/>
                  <a:pt x="11960" y="27156"/>
                  <a:pt x="11960" y="27058"/>
                </a:cubicBezTo>
                <a:lnTo>
                  <a:pt x="11960" y="23480"/>
                </a:lnTo>
                <a:lnTo>
                  <a:pt x="11960" y="23382"/>
                </a:lnTo>
                <a:cubicBezTo>
                  <a:pt x="12058" y="24901"/>
                  <a:pt x="12254" y="26642"/>
                  <a:pt x="12352" y="28284"/>
                </a:cubicBezTo>
                <a:cubicBezTo>
                  <a:pt x="12352" y="28284"/>
                  <a:pt x="12352" y="28382"/>
                  <a:pt x="12475" y="28382"/>
                </a:cubicBezTo>
                <a:lnTo>
                  <a:pt x="12573" y="28284"/>
                </a:lnTo>
                <a:lnTo>
                  <a:pt x="12573" y="24803"/>
                </a:lnTo>
                <a:cubicBezTo>
                  <a:pt x="12573" y="26029"/>
                  <a:pt x="12671" y="27254"/>
                  <a:pt x="12769" y="28480"/>
                </a:cubicBezTo>
                <a:cubicBezTo>
                  <a:pt x="12769" y="28480"/>
                  <a:pt x="12769" y="28578"/>
                  <a:pt x="12867" y="28578"/>
                </a:cubicBezTo>
                <a:lnTo>
                  <a:pt x="12965" y="28480"/>
                </a:lnTo>
                <a:lnTo>
                  <a:pt x="12965" y="25735"/>
                </a:lnTo>
                <a:cubicBezTo>
                  <a:pt x="12965" y="26544"/>
                  <a:pt x="12965" y="27352"/>
                  <a:pt x="13088" y="28186"/>
                </a:cubicBezTo>
                <a:cubicBezTo>
                  <a:pt x="13088" y="28284"/>
                  <a:pt x="13088" y="28284"/>
                  <a:pt x="13186" y="28284"/>
                </a:cubicBezTo>
                <a:cubicBezTo>
                  <a:pt x="13186" y="28284"/>
                  <a:pt x="13284" y="28284"/>
                  <a:pt x="13284" y="28186"/>
                </a:cubicBezTo>
                <a:lnTo>
                  <a:pt x="13284" y="27573"/>
                </a:lnTo>
                <a:lnTo>
                  <a:pt x="13284" y="27475"/>
                </a:lnTo>
                <a:lnTo>
                  <a:pt x="13284" y="23897"/>
                </a:lnTo>
                <a:lnTo>
                  <a:pt x="13578" y="28798"/>
                </a:lnTo>
                <a:cubicBezTo>
                  <a:pt x="13578" y="28896"/>
                  <a:pt x="13578" y="28896"/>
                  <a:pt x="13700" y="28896"/>
                </a:cubicBezTo>
                <a:cubicBezTo>
                  <a:pt x="13700" y="28896"/>
                  <a:pt x="13798" y="28896"/>
                  <a:pt x="13798" y="28798"/>
                </a:cubicBezTo>
                <a:lnTo>
                  <a:pt x="13798" y="28578"/>
                </a:lnTo>
                <a:lnTo>
                  <a:pt x="13798" y="28480"/>
                </a:lnTo>
                <a:lnTo>
                  <a:pt x="13798" y="23995"/>
                </a:lnTo>
                <a:cubicBezTo>
                  <a:pt x="13896" y="25514"/>
                  <a:pt x="13995" y="27156"/>
                  <a:pt x="14191" y="28700"/>
                </a:cubicBezTo>
                <a:cubicBezTo>
                  <a:pt x="14191" y="28798"/>
                  <a:pt x="14191" y="28798"/>
                  <a:pt x="14313" y="28798"/>
                </a:cubicBezTo>
                <a:cubicBezTo>
                  <a:pt x="14313" y="28798"/>
                  <a:pt x="14411" y="28798"/>
                  <a:pt x="14411" y="28700"/>
                </a:cubicBezTo>
                <a:lnTo>
                  <a:pt x="14411" y="28382"/>
                </a:lnTo>
                <a:cubicBezTo>
                  <a:pt x="14509" y="28382"/>
                  <a:pt x="14509" y="28284"/>
                  <a:pt x="14509" y="28284"/>
                </a:cubicBezTo>
                <a:lnTo>
                  <a:pt x="14509" y="23480"/>
                </a:lnTo>
                <a:lnTo>
                  <a:pt x="14803" y="28700"/>
                </a:lnTo>
                <a:lnTo>
                  <a:pt x="14926" y="28798"/>
                </a:lnTo>
                <a:cubicBezTo>
                  <a:pt x="15024" y="28798"/>
                  <a:pt x="15024" y="28700"/>
                  <a:pt x="15024" y="28700"/>
                </a:cubicBezTo>
                <a:lnTo>
                  <a:pt x="15024" y="24289"/>
                </a:lnTo>
                <a:lnTo>
                  <a:pt x="15318" y="29803"/>
                </a:lnTo>
                <a:cubicBezTo>
                  <a:pt x="15318" y="29926"/>
                  <a:pt x="15416" y="29926"/>
                  <a:pt x="15416" y="29926"/>
                </a:cubicBezTo>
                <a:cubicBezTo>
                  <a:pt x="15539" y="29926"/>
                  <a:pt x="15539" y="29926"/>
                  <a:pt x="15539" y="29803"/>
                </a:cubicBezTo>
                <a:lnTo>
                  <a:pt x="15539" y="24289"/>
                </a:lnTo>
                <a:cubicBezTo>
                  <a:pt x="15637" y="26029"/>
                  <a:pt x="15735" y="27867"/>
                  <a:pt x="15931" y="29705"/>
                </a:cubicBezTo>
                <a:cubicBezTo>
                  <a:pt x="15931" y="29705"/>
                  <a:pt x="15931" y="29803"/>
                  <a:pt x="16029" y="29803"/>
                </a:cubicBezTo>
                <a:lnTo>
                  <a:pt x="16151" y="29705"/>
                </a:lnTo>
                <a:lnTo>
                  <a:pt x="16151" y="25024"/>
                </a:lnTo>
                <a:cubicBezTo>
                  <a:pt x="16249" y="27058"/>
                  <a:pt x="16347" y="29191"/>
                  <a:pt x="16445" y="31249"/>
                </a:cubicBezTo>
                <a:cubicBezTo>
                  <a:pt x="16445" y="31347"/>
                  <a:pt x="16445" y="31347"/>
                  <a:pt x="16543" y="31347"/>
                </a:cubicBezTo>
                <a:cubicBezTo>
                  <a:pt x="16543" y="31347"/>
                  <a:pt x="16641" y="31347"/>
                  <a:pt x="16641" y="31249"/>
                </a:cubicBezTo>
                <a:lnTo>
                  <a:pt x="16641" y="31151"/>
                </a:lnTo>
                <a:lnTo>
                  <a:pt x="16641" y="24901"/>
                </a:lnTo>
                <a:cubicBezTo>
                  <a:pt x="16764" y="26642"/>
                  <a:pt x="16862" y="28578"/>
                  <a:pt x="16960" y="30416"/>
                </a:cubicBezTo>
                <a:cubicBezTo>
                  <a:pt x="16960" y="30538"/>
                  <a:pt x="16960" y="30538"/>
                  <a:pt x="17058" y="30538"/>
                </a:cubicBezTo>
                <a:cubicBezTo>
                  <a:pt x="17058" y="30538"/>
                  <a:pt x="17156" y="30538"/>
                  <a:pt x="17156" y="30416"/>
                </a:cubicBezTo>
                <a:lnTo>
                  <a:pt x="17156" y="26127"/>
                </a:lnTo>
                <a:cubicBezTo>
                  <a:pt x="17254" y="27867"/>
                  <a:pt x="17377" y="29705"/>
                  <a:pt x="17475" y="31543"/>
                </a:cubicBezTo>
                <a:cubicBezTo>
                  <a:pt x="17475" y="31641"/>
                  <a:pt x="17475" y="31641"/>
                  <a:pt x="17573" y="31641"/>
                </a:cubicBezTo>
                <a:cubicBezTo>
                  <a:pt x="17573" y="31641"/>
                  <a:pt x="17671" y="31641"/>
                  <a:pt x="17671" y="31543"/>
                </a:cubicBezTo>
                <a:lnTo>
                  <a:pt x="17671" y="25931"/>
                </a:lnTo>
                <a:cubicBezTo>
                  <a:pt x="17769" y="27867"/>
                  <a:pt x="17867" y="29803"/>
                  <a:pt x="17989" y="31862"/>
                </a:cubicBezTo>
                <a:cubicBezTo>
                  <a:pt x="17989" y="31862"/>
                  <a:pt x="17989" y="31960"/>
                  <a:pt x="18087" y="31960"/>
                </a:cubicBezTo>
                <a:cubicBezTo>
                  <a:pt x="18186" y="31960"/>
                  <a:pt x="18186" y="31862"/>
                  <a:pt x="18186" y="31862"/>
                </a:cubicBezTo>
                <a:lnTo>
                  <a:pt x="18186" y="27573"/>
                </a:lnTo>
                <a:cubicBezTo>
                  <a:pt x="18284" y="29313"/>
                  <a:pt x="18284" y="30931"/>
                  <a:pt x="18382" y="32671"/>
                </a:cubicBezTo>
                <a:cubicBezTo>
                  <a:pt x="18382" y="32671"/>
                  <a:pt x="18382" y="32769"/>
                  <a:pt x="18480" y="32769"/>
                </a:cubicBezTo>
                <a:lnTo>
                  <a:pt x="18602" y="32671"/>
                </a:lnTo>
                <a:lnTo>
                  <a:pt x="18602" y="30220"/>
                </a:lnTo>
                <a:cubicBezTo>
                  <a:pt x="18602" y="31347"/>
                  <a:pt x="18602" y="32475"/>
                  <a:pt x="18700" y="33480"/>
                </a:cubicBezTo>
                <a:lnTo>
                  <a:pt x="18700" y="33602"/>
                </a:lnTo>
                <a:lnTo>
                  <a:pt x="18700" y="33700"/>
                </a:lnTo>
                <a:cubicBezTo>
                  <a:pt x="18700" y="33798"/>
                  <a:pt x="18700" y="33798"/>
                  <a:pt x="18798" y="33798"/>
                </a:cubicBezTo>
                <a:cubicBezTo>
                  <a:pt x="18896" y="33798"/>
                  <a:pt x="18896" y="33798"/>
                  <a:pt x="18896" y="33700"/>
                </a:cubicBezTo>
                <a:lnTo>
                  <a:pt x="18896" y="26862"/>
                </a:lnTo>
                <a:cubicBezTo>
                  <a:pt x="18994" y="28994"/>
                  <a:pt x="19092" y="31151"/>
                  <a:pt x="19313" y="33382"/>
                </a:cubicBezTo>
                <a:cubicBezTo>
                  <a:pt x="19313" y="33382"/>
                  <a:pt x="19313" y="33480"/>
                  <a:pt x="19411" y="33480"/>
                </a:cubicBezTo>
                <a:lnTo>
                  <a:pt x="19509" y="33382"/>
                </a:lnTo>
                <a:lnTo>
                  <a:pt x="19509" y="27769"/>
                </a:lnTo>
                <a:cubicBezTo>
                  <a:pt x="19607" y="30024"/>
                  <a:pt x="19705" y="32254"/>
                  <a:pt x="19828" y="34607"/>
                </a:cubicBezTo>
                <a:cubicBezTo>
                  <a:pt x="19828" y="34705"/>
                  <a:pt x="19828" y="34705"/>
                  <a:pt x="19926" y="34705"/>
                </a:cubicBezTo>
                <a:cubicBezTo>
                  <a:pt x="19926" y="34705"/>
                  <a:pt x="20024" y="34705"/>
                  <a:pt x="20024" y="34607"/>
                </a:cubicBezTo>
                <a:lnTo>
                  <a:pt x="20024" y="33798"/>
                </a:lnTo>
                <a:lnTo>
                  <a:pt x="20024" y="33700"/>
                </a:lnTo>
                <a:lnTo>
                  <a:pt x="20024" y="27671"/>
                </a:lnTo>
                <a:cubicBezTo>
                  <a:pt x="20122" y="29705"/>
                  <a:pt x="20220" y="31862"/>
                  <a:pt x="20318" y="33994"/>
                </a:cubicBezTo>
                <a:cubicBezTo>
                  <a:pt x="20318" y="34092"/>
                  <a:pt x="20318" y="34092"/>
                  <a:pt x="20440" y="34092"/>
                </a:cubicBezTo>
                <a:cubicBezTo>
                  <a:pt x="20440" y="34092"/>
                  <a:pt x="20538" y="34092"/>
                  <a:pt x="20538" y="33994"/>
                </a:cubicBezTo>
                <a:lnTo>
                  <a:pt x="20538" y="27867"/>
                </a:lnTo>
                <a:cubicBezTo>
                  <a:pt x="20636" y="30637"/>
                  <a:pt x="20734" y="33480"/>
                  <a:pt x="20832" y="36347"/>
                </a:cubicBezTo>
                <a:lnTo>
                  <a:pt x="20931" y="36445"/>
                </a:lnTo>
                <a:cubicBezTo>
                  <a:pt x="21053" y="36445"/>
                  <a:pt x="21053" y="36347"/>
                  <a:pt x="21053" y="36347"/>
                </a:cubicBezTo>
                <a:lnTo>
                  <a:pt x="21053" y="33798"/>
                </a:lnTo>
                <a:cubicBezTo>
                  <a:pt x="21151" y="34313"/>
                  <a:pt x="21151" y="34828"/>
                  <a:pt x="21151" y="35318"/>
                </a:cubicBezTo>
                <a:lnTo>
                  <a:pt x="21151" y="35440"/>
                </a:lnTo>
                <a:lnTo>
                  <a:pt x="21151" y="35636"/>
                </a:lnTo>
                <a:lnTo>
                  <a:pt x="21249" y="35734"/>
                </a:lnTo>
                <a:cubicBezTo>
                  <a:pt x="21347" y="35734"/>
                  <a:pt x="21347" y="35636"/>
                  <a:pt x="21347" y="35636"/>
                </a:cubicBezTo>
                <a:lnTo>
                  <a:pt x="21347" y="32573"/>
                </a:lnTo>
                <a:cubicBezTo>
                  <a:pt x="21445" y="33994"/>
                  <a:pt x="21445" y="35538"/>
                  <a:pt x="21445" y="37058"/>
                </a:cubicBezTo>
                <a:cubicBezTo>
                  <a:pt x="21445" y="37156"/>
                  <a:pt x="21543" y="37156"/>
                  <a:pt x="21543" y="37156"/>
                </a:cubicBezTo>
                <a:lnTo>
                  <a:pt x="21666" y="37156"/>
                </a:lnTo>
                <a:lnTo>
                  <a:pt x="21666" y="37573"/>
                </a:lnTo>
                <a:lnTo>
                  <a:pt x="21764" y="37671"/>
                </a:lnTo>
                <a:cubicBezTo>
                  <a:pt x="21862" y="37671"/>
                  <a:pt x="21862" y="37573"/>
                  <a:pt x="21862" y="37573"/>
                </a:cubicBezTo>
                <a:lnTo>
                  <a:pt x="21862" y="29705"/>
                </a:lnTo>
                <a:cubicBezTo>
                  <a:pt x="22058" y="32475"/>
                  <a:pt x="22156" y="35318"/>
                  <a:pt x="22278" y="38185"/>
                </a:cubicBezTo>
                <a:cubicBezTo>
                  <a:pt x="22278" y="38185"/>
                  <a:pt x="22278" y="38283"/>
                  <a:pt x="22377" y="38283"/>
                </a:cubicBezTo>
                <a:lnTo>
                  <a:pt x="22475" y="38185"/>
                </a:lnTo>
                <a:lnTo>
                  <a:pt x="22475" y="32573"/>
                </a:lnTo>
                <a:cubicBezTo>
                  <a:pt x="22475" y="34313"/>
                  <a:pt x="22573" y="36151"/>
                  <a:pt x="22573" y="38087"/>
                </a:cubicBezTo>
                <a:lnTo>
                  <a:pt x="22671" y="38185"/>
                </a:lnTo>
                <a:cubicBezTo>
                  <a:pt x="22769" y="38185"/>
                  <a:pt x="22769" y="38087"/>
                  <a:pt x="22769" y="38087"/>
                </a:cubicBezTo>
                <a:lnTo>
                  <a:pt x="22769" y="37573"/>
                </a:lnTo>
                <a:cubicBezTo>
                  <a:pt x="22891" y="37573"/>
                  <a:pt x="22891" y="37474"/>
                  <a:pt x="22891" y="37474"/>
                </a:cubicBezTo>
                <a:lnTo>
                  <a:pt x="22891" y="37156"/>
                </a:lnTo>
                <a:lnTo>
                  <a:pt x="22891" y="37058"/>
                </a:lnTo>
                <a:lnTo>
                  <a:pt x="22891" y="30416"/>
                </a:lnTo>
                <a:lnTo>
                  <a:pt x="23185" y="37156"/>
                </a:lnTo>
                <a:cubicBezTo>
                  <a:pt x="23185" y="37278"/>
                  <a:pt x="23283" y="37278"/>
                  <a:pt x="23283" y="37278"/>
                </a:cubicBezTo>
                <a:cubicBezTo>
                  <a:pt x="23381" y="37278"/>
                  <a:pt x="23381" y="37278"/>
                  <a:pt x="23381" y="37156"/>
                </a:cubicBezTo>
                <a:lnTo>
                  <a:pt x="23381" y="35122"/>
                </a:lnTo>
                <a:cubicBezTo>
                  <a:pt x="23381" y="36445"/>
                  <a:pt x="23504" y="37891"/>
                  <a:pt x="23504" y="39215"/>
                </a:cubicBezTo>
                <a:cubicBezTo>
                  <a:pt x="23504" y="39313"/>
                  <a:pt x="23602" y="39313"/>
                  <a:pt x="23602" y="39313"/>
                </a:cubicBezTo>
                <a:cubicBezTo>
                  <a:pt x="23700" y="39313"/>
                  <a:pt x="23700" y="39313"/>
                  <a:pt x="23700" y="39215"/>
                </a:cubicBezTo>
                <a:lnTo>
                  <a:pt x="23700" y="33700"/>
                </a:lnTo>
                <a:cubicBezTo>
                  <a:pt x="23700" y="35122"/>
                  <a:pt x="23798" y="36543"/>
                  <a:pt x="23798" y="37989"/>
                </a:cubicBezTo>
                <a:lnTo>
                  <a:pt x="23896" y="38087"/>
                </a:lnTo>
                <a:cubicBezTo>
                  <a:pt x="23994" y="38087"/>
                  <a:pt x="23994" y="37989"/>
                  <a:pt x="23994" y="37989"/>
                </a:cubicBezTo>
                <a:lnTo>
                  <a:pt x="23994" y="30538"/>
                </a:lnTo>
                <a:cubicBezTo>
                  <a:pt x="24117" y="33382"/>
                  <a:pt x="24313" y="36445"/>
                  <a:pt x="24411" y="39411"/>
                </a:cubicBezTo>
                <a:cubicBezTo>
                  <a:pt x="24411" y="39509"/>
                  <a:pt x="24411" y="39509"/>
                  <a:pt x="24509" y="39509"/>
                </a:cubicBezTo>
                <a:cubicBezTo>
                  <a:pt x="24509" y="39509"/>
                  <a:pt x="24607" y="39509"/>
                  <a:pt x="24607" y="39411"/>
                </a:cubicBezTo>
                <a:lnTo>
                  <a:pt x="24607" y="35734"/>
                </a:lnTo>
                <a:cubicBezTo>
                  <a:pt x="24607" y="37573"/>
                  <a:pt x="24729" y="39509"/>
                  <a:pt x="24729" y="41347"/>
                </a:cubicBezTo>
                <a:cubicBezTo>
                  <a:pt x="24729" y="41445"/>
                  <a:pt x="24729" y="41445"/>
                  <a:pt x="24827" y="41445"/>
                </a:cubicBezTo>
                <a:cubicBezTo>
                  <a:pt x="24827" y="41445"/>
                  <a:pt x="24925" y="41445"/>
                  <a:pt x="24925" y="41347"/>
                </a:cubicBezTo>
                <a:lnTo>
                  <a:pt x="24925" y="41151"/>
                </a:lnTo>
                <a:lnTo>
                  <a:pt x="24925" y="31029"/>
                </a:lnTo>
                <a:cubicBezTo>
                  <a:pt x="25023" y="33994"/>
                  <a:pt x="25220" y="36960"/>
                  <a:pt x="25342" y="39925"/>
                </a:cubicBezTo>
                <a:cubicBezTo>
                  <a:pt x="25342" y="40023"/>
                  <a:pt x="25342" y="40023"/>
                  <a:pt x="25440" y="40023"/>
                </a:cubicBezTo>
                <a:cubicBezTo>
                  <a:pt x="25538" y="40023"/>
                  <a:pt x="25538" y="40023"/>
                  <a:pt x="25538" y="39925"/>
                </a:cubicBezTo>
                <a:lnTo>
                  <a:pt x="25538" y="36543"/>
                </a:lnTo>
                <a:cubicBezTo>
                  <a:pt x="25538" y="38283"/>
                  <a:pt x="25636" y="40023"/>
                  <a:pt x="25636" y="41862"/>
                </a:cubicBezTo>
                <a:lnTo>
                  <a:pt x="25734" y="41960"/>
                </a:lnTo>
                <a:cubicBezTo>
                  <a:pt x="25832" y="41960"/>
                  <a:pt x="25832" y="41862"/>
                  <a:pt x="25832" y="41862"/>
                </a:cubicBezTo>
                <a:lnTo>
                  <a:pt x="25832" y="33798"/>
                </a:lnTo>
                <a:cubicBezTo>
                  <a:pt x="25955" y="36347"/>
                  <a:pt x="26053" y="38994"/>
                  <a:pt x="26151" y="41665"/>
                </a:cubicBezTo>
                <a:cubicBezTo>
                  <a:pt x="26151" y="41764"/>
                  <a:pt x="26151" y="41764"/>
                  <a:pt x="26249" y="41764"/>
                </a:cubicBezTo>
                <a:cubicBezTo>
                  <a:pt x="26249" y="41764"/>
                  <a:pt x="26347" y="41764"/>
                  <a:pt x="26347" y="41665"/>
                </a:cubicBezTo>
                <a:lnTo>
                  <a:pt x="26347" y="33994"/>
                </a:lnTo>
                <a:cubicBezTo>
                  <a:pt x="26445" y="37278"/>
                  <a:pt x="26568" y="40440"/>
                  <a:pt x="26666" y="43700"/>
                </a:cubicBezTo>
                <a:cubicBezTo>
                  <a:pt x="26666" y="43700"/>
                  <a:pt x="26666" y="43798"/>
                  <a:pt x="26764" y="43798"/>
                </a:cubicBezTo>
                <a:lnTo>
                  <a:pt x="26862" y="43700"/>
                </a:lnTo>
                <a:lnTo>
                  <a:pt x="26862" y="35220"/>
                </a:lnTo>
                <a:cubicBezTo>
                  <a:pt x="26862" y="37573"/>
                  <a:pt x="26960" y="39925"/>
                  <a:pt x="26960" y="42278"/>
                </a:cubicBezTo>
                <a:lnTo>
                  <a:pt x="27058" y="42376"/>
                </a:lnTo>
                <a:cubicBezTo>
                  <a:pt x="27180" y="42376"/>
                  <a:pt x="27180" y="42278"/>
                  <a:pt x="27180" y="42278"/>
                </a:cubicBezTo>
                <a:lnTo>
                  <a:pt x="27180" y="37474"/>
                </a:lnTo>
                <a:cubicBezTo>
                  <a:pt x="27278" y="38994"/>
                  <a:pt x="27278" y="40538"/>
                  <a:pt x="27278" y="41960"/>
                </a:cubicBezTo>
                <a:cubicBezTo>
                  <a:pt x="27278" y="42058"/>
                  <a:pt x="27376" y="42058"/>
                  <a:pt x="27376" y="42058"/>
                </a:cubicBezTo>
                <a:cubicBezTo>
                  <a:pt x="27474" y="42058"/>
                  <a:pt x="27474" y="42058"/>
                  <a:pt x="27474" y="41960"/>
                </a:cubicBezTo>
                <a:lnTo>
                  <a:pt x="27474" y="37058"/>
                </a:lnTo>
                <a:cubicBezTo>
                  <a:pt x="27572" y="38896"/>
                  <a:pt x="27572" y="40832"/>
                  <a:pt x="27670" y="42670"/>
                </a:cubicBezTo>
                <a:cubicBezTo>
                  <a:pt x="27670" y="42793"/>
                  <a:pt x="27670" y="42793"/>
                  <a:pt x="27793" y="42793"/>
                </a:cubicBezTo>
                <a:cubicBezTo>
                  <a:pt x="27793" y="42793"/>
                  <a:pt x="27891" y="42793"/>
                  <a:pt x="27891" y="42670"/>
                </a:cubicBezTo>
                <a:lnTo>
                  <a:pt x="27891" y="43185"/>
                </a:lnTo>
                <a:lnTo>
                  <a:pt x="27989" y="43283"/>
                </a:lnTo>
                <a:cubicBezTo>
                  <a:pt x="28087" y="43283"/>
                  <a:pt x="28087" y="43185"/>
                  <a:pt x="28087" y="43185"/>
                </a:cubicBezTo>
                <a:lnTo>
                  <a:pt x="28087" y="44729"/>
                </a:lnTo>
                <a:cubicBezTo>
                  <a:pt x="28087" y="44827"/>
                  <a:pt x="28185" y="44827"/>
                  <a:pt x="28185" y="44827"/>
                </a:cubicBezTo>
                <a:cubicBezTo>
                  <a:pt x="28283" y="44827"/>
                  <a:pt x="28283" y="44827"/>
                  <a:pt x="28283" y="44729"/>
                </a:cubicBezTo>
                <a:lnTo>
                  <a:pt x="28283" y="43896"/>
                </a:lnTo>
                <a:cubicBezTo>
                  <a:pt x="28406" y="43896"/>
                  <a:pt x="28406" y="43798"/>
                  <a:pt x="28406" y="43798"/>
                </a:cubicBezTo>
                <a:cubicBezTo>
                  <a:pt x="28406" y="44410"/>
                  <a:pt x="28406" y="45121"/>
                  <a:pt x="28504" y="45734"/>
                </a:cubicBezTo>
                <a:cubicBezTo>
                  <a:pt x="28504" y="45734"/>
                  <a:pt x="28504" y="45856"/>
                  <a:pt x="28602" y="45856"/>
                </a:cubicBezTo>
                <a:lnTo>
                  <a:pt x="28602" y="45955"/>
                </a:lnTo>
                <a:cubicBezTo>
                  <a:pt x="28602" y="45955"/>
                  <a:pt x="28602" y="46053"/>
                  <a:pt x="28700" y="46053"/>
                </a:cubicBezTo>
                <a:lnTo>
                  <a:pt x="28700" y="46665"/>
                </a:lnTo>
                <a:cubicBezTo>
                  <a:pt x="28700" y="46763"/>
                  <a:pt x="28798" y="46763"/>
                  <a:pt x="28798" y="46763"/>
                </a:cubicBezTo>
                <a:cubicBezTo>
                  <a:pt x="28896" y="46763"/>
                  <a:pt x="28896" y="46763"/>
                  <a:pt x="28896" y="46665"/>
                </a:cubicBezTo>
                <a:lnTo>
                  <a:pt x="28896" y="36151"/>
                </a:lnTo>
                <a:cubicBezTo>
                  <a:pt x="29018" y="39827"/>
                  <a:pt x="29116" y="43602"/>
                  <a:pt x="29214" y="47376"/>
                </a:cubicBezTo>
                <a:lnTo>
                  <a:pt x="29313" y="47474"/>
                </a:lnTo>
                <a:cubicBezTo>
                  <a:pt x="29411" y="47474"/>
                  <a:pt x="29411" y="47376"/>
                  <a:pt x="29411" y="47376"/>
                </a:cubicBezTo>
                <a:lnTo>
                  <a:pt x="29411" y="37278"/>
                </a:lnTo>
                <a:cubicBezTo>
                  <a:pt x="29509" y="40636"/>
                  <a:pt x="29631" y="44116"/>
                  <a:pt x="29729" y="47572"/>
                </a:cubicBezTo>
                <a:cubicBezTo>
                  <a:pt x="29729" y="47695"/>
                  <a:pt x="29729" y="47695"/>
                  <a:pt x="29827" y="47695"/>
                </a:cubicBezTo>
                <a:cubicBezTo>
                  <a:pt x="29827" y="47695"/>
                  <a:pt x="29925" y="47695"/>
                  <a:pt x="29925" y="47572"/>
                </a:cubicBezTo>
                <a:lnTo>
                  <a:pt x="29925" y="39827"/>
                </a:lnTo>
                <a:cubicBezTo>
                  <a:pt x="29925" y="42670"/>
                  <a:pt x="30023" y="45538"/>
                  <a:pt x="30023" y="48405"/>
                </a:cubicBezTo>
                <a:cubicBezTo>
                  <a:pt x="30023" y="48503"/>
                  <a:pt x="30121" y="48503"/>
                  <a:pt x="30121" y="48503"/>
                </a:cubicBezTo>
                <a:cubicBezTo>
                  <a:pt x="30244" y="48503"/>
                  <a:pt x="30244" y="48503"/>
                  <a:pt x="30244" y="48405"/>
                </a:cubicBezTo>
                <a:lnTo>
                  <a:pt x="30244" y="36347"/>
                </a:lnTo>
                <a:cubicBezTo>
                  <a:pt x="30342" y="40023"/>
                  <a:pt x="30440" y="43700"/>
                  <a:pt x="30538" y="47474"/>
                </a:cubicBezTo>
                <a:cubicBezTo>
                  <a:pt x="30538" y="47474"/>
                  <a:pt x="30538" y="47572"/>
                  <a:pt x="30636" y="47572"/>
                </a:cubicBezTo>
                <a:cubicBezTo>
                  <a:pt x="30734" y="47572"/>
                  <a:pt x="30734" y="47474"/>
                  <a:pt x="30734" y="47474"/>
                </a:cubicBezTo>
                <a:lnTo>
                  <a:pt x="30734" y="46763"/>
                </a:lnTo>
                <a:cubicBezTo>
                  <a:pt x="30734" y="46861"/>
                  <a:pt x="30857" y="46861"/>
                  <a:pt x="30857" y="46861"/>
                </a:cubicBezTo>
                <a:cubicBezTo>
                  <a:pt x="30955" y="46861"/>
                  <a:pt x="30955" y="46861"/>
                  <a:pt x="30955" y="46763"/>
                </a:cubicBezTo>
                <a:lnTo>
                  <a:pt x="30955" y="40734"/>
                </a:lnTo>
                <a:cubicBezTo>
                  <a:pt x="31053" y="43504"/>
                  <a:pt x="31053" y="46347"/>
                  <a:pt x="31151" y="49116"/>
                </a:cubicBezTo>
                <a:cubicBezTo>
                  <a:pt x="31151" y="49214"/>
                  <a:pt x="31151" y="49214"/>
                  <a:pt x="31249" y="49214"/>
                </a:cubicBezTo>
                <a:cubicBezTo>
                  <a:pt x="31249" y="49214"/>
                  <a:pt x="31347" y="49214"/>
                  <a:pt x="31347" y="49116"/>
                </a:cubicBezTo>
                <a:lnTo>
                  <a:pt x="31347" y="37156"/>
                </a:lnTo>
                <a:cubicBezTo>
                  <a:pt x="31469" y="40636"/>
                  <a:pt x="31665" y="44116"/>
                  <a:pt x="31763" y="47572"/>
                </a:cubicBezTo>
                <a:cubicBezTo>
                  <a:pt x="31763" y="47695"/>
                  <a:pt x="31763" y="47695"/>
                  <a:pt x="31861" y="47695"/>
                </a:cubicBezTo>
                <a:lnTo>
                  <a:pt x="31861" y="49729"/>
                </a:lnTo>
                <a:cubicBezTo>
                  <a:pt x="31861" y="49827"/>
                  <a:pt x="31959" y="49827"/>
                  <a:pt x="31959" y="49827"/>
                </a:cubicBezTo>
                <a:cubicBezTo>
                  <a:pt x="32082" y="49827"/>
                  <a:pt x="32082" y="49827"/>
                  <a:pt x="32082" y="49729"/>
                </a:cubicBezTo>
                <a:lnTo>
                  <a:pt x="32082" y="38602"/>
                </a:lnTo>
                <a:cubicBezTo>
                  <a:pt x="32180" y="42180"/>
                  <a:pt x="32278" y="45734"/>
                  <a:pt x="32376" y="49410"/>
                </a:cubicBezTo>
                <a:cubicBezTo>
                  <a:pt x="32376" y="49410"/>
                  <a:pt x="32376" y="49533"/>
                  <a:pt x="32474" y="49533"/>
                </a:cubicBezTo>
                <a:cubicBezTo>
                  <a:pt x="32572" y="49533"/>
                  <a:pt x="32572" y="49410"/>
                  <a:pt x="32572" y="49410"/>
                </a:cubicBezTo>
                <a:lnTo>
                  <a:pt x="32572" y="40538"/>
                </a:lnTo>
                <a:cubicBezTo>
                  <a:pt x="32695" y="43185"/>
                  <a:pt x="32695" y="45955"/>
                  <a:pt x="32793" y="48601"/>
                </a:cubicBezTo>
                <a:cubicBezTo>
                  <a:pt x="32793" y="48601"/>
                  <a:pt x="32793" y="48699"/>
                  <a:pt x="32891" y="48699"/>
                </a:cubicBezTo>
                <a:lnTo>
                  <a:pt x="32989" y="48601"/>
                </a:lnTo>
                <a:lnTo>
                  <a:pt x="32989" y="39313"/>
                </a:lnTo>
                <a:cubicBezTo>
                  <a:pt x="33087" y="43700"/>
                  <a:pt x="33185" y="48087"/>
                  <a:pt x="33307" y="52596"/>
                </a:cubicBezTo>
                <a:cubicBezTo>
                  <a:pt x="33307" y="52596"/>
                  <a:pt x="33307" y="52694"/>
                  <a:pt x="33405" y="52694"/>
                </a:cubicBezTo>
                <a:lnTo>
                  <a:pt x="33504" y="52596"/>
                </a:lnTo>
                <a:lnTo>
                  <a:pt x="33504" y="52082"/>
                </a:lnTo>
                <a:cubicBezTo>
                  <a:pt x="33504" y="52180"/>
                  <a:pt x="33504" y="52180"/>
                  <a:pt x="33602" y="52180"/>
                </a:cubicBezTo>
                <a:lnTo>
                  <a:pt x="33700" y="52082"/>
                </a:lnTo>
                <a:lnTo>
                  <a:pt x="33700" y="45538"/>
                </a:lnTo>
                <a:cubicBezTo>
                  <a:pt x="33700" y="47278"/>
                  <a:pt x="33700" y="48920"/>
                  <a:pt x="33798" y="50636"/>
                </a:cubicBezTo>
                <a:cubicBezTo>
                  <a:pt x="33798" y="50758"/>
                  <a:pt x="33798" y="50758"/>
                  <a:pt x="33920" y="50758"/>
                </a:cubicBezTo>
                <a:cubicBezTo>
                  <a:pt x="33920" y="50758"/>
                  <a:pt x="34018" y="50758"/>
                  <a:pt x="34018" y="50636"/>
                </a:cubicBezTo>
                <a:lnTo>
                  <a:pt x="34018" y="40440"/>
                </a:lnTo>
                <a:cubicBezTo>
                  <a:pt x="34116" y="43798"/>
                  <a:pt x="34214" y="47278"/>
                  <a:pt x="34214" y="50758"/>
                </a:cubicBezTo>
                <a:lnTo>
                  <a:pt x="34312" y="50856"/>
                </a:lnTo>
                <a:lnTo>
                  <a:pt x="34312" y="52792"/>
                </a:lnTo>
                <a:lnTo>
                  <a:pt x="34410" y="52890"/>
                </a:lnTo>
                <a:lnTo>
                  <a:pt x="34410" y="54214"/>
                </a:lnTo>
                <a:cubicBezTo>
                  <a:pt x="34410" y="54214"/>
                  <a:pt x="34410" y="54312"/>
                  <a:pt x="34533" y="54312"/>
                </a:cubicBezTo>
                <a:lnTo>
                  <a:pt x="34631" y="54214"/>
                </a:lnTo>
                <a:lnTo>
                  <a:pt x="34631" y="53209"/>
                </a:lnTo>
                <a:lnTo>
                  <a:pt x="34729" y="53307"/>
                </a:lnTo>
                <a:cubicBezTo>
                  <a:pt x="34827" y="53307"/>
                  <a:pt x="34827" y="53209"/>
                  <a:pt x="34827" y="53209"/>
                </a:cubicBezTo>
                <a:lnTo>
                  <a:pt x="34827" y="46053"/>
                </a:lnTo>
                <a:cubicBezTo>
                  <a:pt x="34827" y="47793"/>
                  <a:pt x="34925" y="49533"/>
                  <a:pt x="34925" y="51371"/>
                </a:cubicBezTo>
                <a:cubicBezTo>
                  <a:pt x="34925" y="51371"/>
                  <a:pt x="34925" y="51469"/>
                  <a:pt x="35023" y="51469"/>
                </a:cubicBezTo>
                <a:cubicBezTo>
                  <a:pt x="35146" y="51469"/>
                  <a:pt x="35146" y="51371"/>
                  <a:pt x="35146" y="51371"/>
                </a:cubicBezTo>
                <a:lnTo>
                  <a:pt x="35146" y="41567"/>
                </a:lnTo>
                <a:cubicBezTo>
                  <a:pt x="35244" y="45023"/>
                  <a:pt x="35342" y="48405"/>
                  <a:pt x="35440" y="51861"/>
                </a:cubicBezTo>
                <a:cubicBezTo>
                  <a:pt x="35440" y="51984"/>
                  <a:pt x="35440" y="51984"/>
                  <a:pt x="35538" y="51984"/>
                </a:cubicBezTo>
                <a:cubicBezTo>
                  <a:pt x="35538" y="51984"/>
                  <a:pt x="35636" y="51984"/>
                  <a:pt x="35636" y="51861"/>
                </a:cubicBezTo>
                <a:lnTo>
                  <a:pt x="35636" y="45955"/>
                </a:lnTo>
                <a:cubicBezTo>
                  <a:pt x="35636" y="48307"/>
                  <a:pt x="35758" y="50636"/>
                  <a:pt x="35758" y="52989"/>
                </a:cubicBezTo>
                <a:cubicBezTo>
                  <a:pt x="35758" y="53087"/>
                  <a:pt x="35758" y="53087"/>
                  <a:pt x="35856" y="53087"/>
                </a:cubicBezTo>
                <a:cubicBezTo>
                  <a:pt x="35954" y="53087"/>
                  <a:pt x="35954" y="53087"/>
                  <a:pt x="35954" y="52989"/>
                </a:cubicBezTo>
                <a:lnTo>
                  <a:pt x="35954" y="40538"/>
                </a:lnTo>
                <a:cubicBezTo>
                  <a:pt x="36052" y="45538"/>
                  <a:pt x="36150" y="50538"/>
                  <a:pt x="36371" y="55537"/>
                </a:cubicBezTo>
                <a:cubicBezTo>
                  <a:pt x="36371" y="55660"/>
                  <a:pt x="36371" y="55660"/>
                  <a:pt x="36469" y="55660"/>
                </a:cubicBezTo>
                <a:cubicBezTo>
                  <a:pt x="36469" y="55660"/>
                  <a:pt x="36567" y="55660"/>
                  <a:pt x="36567" y="55537"/>
                </a:cubicBezTo>
                <a:lnTo>
                  <a:pt x="36567" y="44116"/>
                </a:lnTo>
                <a:cubicBezTo>
                  <a:pt x="36567" y="47278"/>
                  <a:pt x="36665" y="50440"/>
                  <a:pt x="36763" y="53699"/>
                </a:cubicBezTo>
                <a:cubicBezTo>
                  <a:pt x="36763" y="53822"/>
                  <a:pt x="36763" y="53822"/>
                  <a:pt x="36861" y="53822"/>
                </a:cubicBezTo>
                <a:lnTo>
                  <a:pt x="36984" y="57498"/>
                </a:lnTo>
                <a:cubicBezTo>
                  <a:pt x="36984" y="57596"/>
                  <a:pt x="36984" y="57596"/>
                  <a:pt x="37082" y="57596"/>
                </a:cubicBezTo>
                <a:cubicBezTo>
                  <a:pt x="37082" y="57596"/>
                  <a:pt x="37180" y="57596"/>
                  <a:pt x="37180" y="57498"/>
                </a:cubicBezTo>
                <a:lnTo>
                  <a:pt x="37180" y="42376"/>
                </a:lnTo>
                <a:cubicBezTo>
                  <a:pt x="37278" y="47474"/>
                  <a:pt x="37376" y="52694"/>
                  <a:pt x="37474" y="57890"/>
                </a:cubicBezTo>
                <a:cubicBezTo>
                  <a:pt x="37474" y="57988"/>
                  <a:pt x="37596" y="57988"/>
                  <a:pt x="37596" y="57988"/>
                </a:cubicBezTo>
                <a:cubicBezTo>
                  <a:pt x="37694" y="57988"/>
                  <a:pt x="37694" y="57988"/>
                  <a:pt x="37694" y="57890"/>
                </a:cubicBezTo>
                <a:lnTo>
                  <a:pt x="37694" y="42989"/>
                </a:lnTo>
                <a:cubicBezTo>
                  <a:pt x="37793" y="47695"/>
                  <a:pt x="37891" y="52376"/>
                  <a:pt x="37989" y="57180"/>
                </a:cubicBezTo>
                <a:lnTo>
                  <a:pt x="38087" y="57278"/>
                </a:lnTo>
                <a:cubicBezTo>
                  <a:pt x="38209" y="57278"/>
                  <a:pt x="38209" y="57180"/>
                  <a:pt x="38209" y="57180"/>
                </a:cubicBezTo>
                <a:lnTo>
                  <a:pt x="38209" y="56763"/>
                </a:lnTo>
                <a:lnTo>
                  <a:pt x="38307" y="56665"/>
                </a:lnTo>
                <a:lnTo>
                  <a:pt x="38307" y="43185"/>
                </a:lnTo>
                <a:cubicBezTo>
                  <a:pt x="38405" y="47793"/>
                  <a:pt x="38503" y="52376"/>
                  <a:pt x="38601" y="56983"/>
                </a:cubicBezTo>
                <a:cubicBezTo>
                  <a:pt x="38699" y="56983"/>
                  <a:pt x="38699" y="57081"/>
                  <a:pt x="38822" y="57081"/>
                </a:cubicBezTo>
                <a:lnTo>
                  <a:pt x="38920" y="56983"/>
                </a:lnTo>
                <a:lnTo>
                  <a:pt x="38920" y="56150"/>
                </a:lnTo>
                <a:lnTo>
                  <a:pt x="38920" y="56052"/>
                </a:lnTo>
                <a:lnTo>
                  <a:pt x="38920" y="46053"/>
                </a:lnTo>
                <a:cubicBezTo>
                  <a:pt x="39018" y="49533"/>
                  <a:pt x="39116" y="52890"/>
                  <a:pt x="39214" y="56371"/>
                </a:cubicBezTo>
                <a:lnTo>
                  <a:pt x="39214" y="56469"/>
                </a:lnTo>
                <a:lnTo>
                  <a:pt x="39214" y="57498"/>
                </a:lnTo>
                <a:cubicBezTo>
                  <a:pt x="39214" y="57596"/>
                  <a:pt x="39312" y="57596"/>
                  <a:pt x="39312" y="57596"/>
                </a:cubicBezTo>
                <a:cubicBezTo>
                  <a:pt x="39435" y="57596"/>
                  <a:pt x="39435" y="57596"/>
                  <a:pt x="39435" y="57498"/>
                </a:cubicBezTo>
                <a:lnTo>
                  <a:pt x="39435" y="52792"/>
                </a:lnTo>
                <a:cubicBezTo>
                  <a:pt x="39533" y="55145"/>
                  <a:pt x="39533" y="57498"/>
                  <a:pt x="39533" y="59728"/>
                </a:cubicBezTo>
                <a:cubicBezTo>
                  <a:pt x="39533" y="59826"/>
                  <a:pt x="39631" y="59826"/>
                  <a:pt x="39631" y="59826"/>
                </a:cubicBezTo>
                <a:cubicBezTo>
                  <a:pt x="39729" y="59826"/>
                  <a:pt x="39729" y="59826"/>
                  <a:pt x="39729" y="59728"/>
                </a:cubicBezTo>
                <a:lnTo>
                  <a:pt x="39729" y="47474"/>
                </a:lnTo>
                <a:cubicBezTo>
                  <a:pt x="39827" y="51665"/>
                  <a:pt x="39925" y="55856"/>
                  <a:pt x="39925" y="60145"/>
                </a:cubicBezTo>
                <a:cubicBezTo>
                  <a:pt x="39925" y="60243"/>
                  <a:pt x="40047" y="60243"/>
                  <a:pt x="40047" y="60243"/>
                </a:cubicBezTo>
                <a:lnTo>
                  <a:pt x="40145" y="60243"/>
                </a:lnTo>
                <a:cubicBezTo>
                  <a:pt x="40145" y="60243"/>
                  <a:pt x="40243" y="60243"/>
                  <a:pt x="40243" y="60145"/>
                </a:cubicBezTo>
                <a:lnTo>
                  <a:pt x="40243" y="47376"/>
                </a:lnTo>
                <a:cubicBezTo>
                  <a:pt x="40243" y="50636"/>
                  <a:pt x="40341" y="54018"/>
                  <a:pt x="40439" y="57278"/>
                </a:cubicBezTo>
                <a:cubicBezTo>
                  <a:pt x="40439" y="57376"/>
                  <a:pt x="40439" y="57376"/>
                  <a:pt x="40538" y="57376"/>
                </a:cubicBezTo>
                <a:cubicBezTo>
                  <a:pt x="40538" y="57376"/>
                  <a:pt x="40660" y="57376"/>
                  <a:pt x="40660" y="57278"/>
                </a:cubicBezTo>
                <a:lnTo>
                  <a:pt x="40660" y="61787"/>
                </a:lnTo>
                <a:cubicBezTo>
                  <a:pt x="40660" y="61885"/>
                  <a:pt x="40758" y="61885"/>
                  <a:pt x="40758" y="61885"/>
                </a:cubicBezTo>
                <a:cubicBezTo>
                  <a:pt x="40856" y="61885"/>
                  <a:pt x="40856" y="61885"/>
                  <a:pt x="40856" y="61787"/>
                </a:cubicBezTo>
                <a:lnTo>
                  <a:pt x="40856" y="60758"/>
                </a:lnTo>
                <a:cubicBezTo>
                  <a:pt x="40954" y="60758"/>
                  <a:pt x="40954" y="60660"/>
                  <a:pt x="40954" y="60660"/>
                </a:cubicBezTo>
                <a:lnTo>
                  <a:pt x="40954" y="54631"/>
                </a:lnTo>
                <a:cubicBezTo>
                  <a:pt x="40954" y="56371"/>
                  <a:pt x="40954" y="57988"/>
                  <a:pt x="41052" y="59728"/>
                </a:cubicBezTo>
                <a:cubicBezTo>
                  <a:pt x="41052" y="59826"/>
                  <a:pt x="41052" y="59826"/>
                  <a:pt x="41150" y="59826"/>
                </a:cubicBezTo>
                <a:lnTo>
                  <a:pt x="41150" y="61469"/>
                </a:lnTo>
                <a:lnTo>
                  <a:pt x="41273" y="61567"/>
                </a:lnTo>
                <a:cubicBezTo>
                  <a:pt x="41371" y="61567"/>
                  <a:pt x="41371" y="61469"/>
                  <a:pt x="41371" y="61371"/>
                </a:cubicBezTo>
                <a:lnTo>
                  <a:pt x="41371" y="48920"/>
                </a:lnTo>
                <a:cubicBezTo>
                  <a:pt x="41469" y="52596"/>
                  <a:pt x="41567" y="56273"/>
                  <a:pt x="41665" y="60047"/>
                </a:cubicBezTo>
                <a:cubicBezTo>
                  <a:pt x="41665" y="60145"/>
                  <a:pt x="41665" y="60145"/>
                  <a:pt x="41763" y="60145"/>
                </a:cubicBezTo>
                <a:cubicBezTo>
                  <a:pt x="41763" y="60145"/>
                  <a:pt x="41885" y="60145"/>
                  <a:pt x="41885" y="60047"/>
                </a:cubicBezTo>
                <a:lnTo>
                  <a:pt x="41885" y="58405"/>
                </a:lnTo>
                <a:cubicBezTo>
                  <a:pt x="41885" y="58405"/>
                  <a:pt x="41984" y="58405"/>
                  <a:pt x="41984" y="58307"/>
                </a:cubicBezTo>
                <a:lnTo>
                  <a:pt x="41984" y="45538"/>
                </a:lnTo>
                <a:cubicBezTo>
                  <a:pt x="42082" y="50342"/>
                  <a:pt x="42180" y="55243"/>
                  <a:pt x="42278" y="60145"/>
                </a:cubicBezTo>
                <a:cubicBezTo>
                  <a:pt x="42278" y="60243"/>
                  <a:pt x="42376" y="60243"/>
                  <a:pt x="42376" y="60243"/>
                </a:cubicBezTo>
                <a:cubicBezTo>
                  <a:pt x="42498" y="60243"/>
                  <a:pt x="42498" y="60243"/>
                  <a:pt x="42498" y="60145"/>
                </a:cubicBezTo>
                <a:lnTo>
                  <a:pt x="42498" y="55660"/>
                </a:lnTo>
                <a:cubicBezTo>
                  <a:pt x="42498" y="57081"/>
                  <a:pt x="42596" y="58405"/>
                  <a:pt x="42596" y="59826"/>
                </a:cubicBezTo>
                <a:cubicBezTo>
                  <a:pt x="42596" y="59826"/>
                  <a:pt x="42596" y="59949"/>
                  <a:pt x="42694" y="59949"/>
                </a:cubicBezTo>
                <a:lnTo>
                  <a:pt x="42792" y="59826"/>
                </a:lnTo>
                <a:lnTo>
                  <a:pt x="42792" y="46151"/>
                </a:lnTo>
                <a:cubicBezTo>
                  <a:pt x="42890" y="50954"/>
                  <a:pt x="42988" y="55758"/>
                  <a:pt x="43111" y="60562"/>
                </a:cubicBezTo>
                <a:cubicBezTo>
                  <a:pt x="43111" y="60660"/>
                  <a:pt x="43209" y="60660"/>
                  <a:pt x="43209" y="60660"/>
                </a:cubicBezTo>
                <a:lnTo>
                  <a:pt x="43307" y="60660"/>
                </a:lnTo>
                <a:lnTo>
                  <a:pt x="43307" y="62277"/>
                </a:lnTo>
                <a:cubicBezTo>
                  <a:pt x="43307" y="62277"/>
                  <a:pt x="43307" y="62400"/>
                  <a:pt x="43405" y="62400"/>
                </a:cubicBezTo>
                <a:lnTo>
                  <a:pt x="43503" y="62277"/>
                </a:lnTo>
                <a:lnTo>
                  <a:pt x="43503" y="46249"/>
                </a:lnTo>
                <a:cubicBezTo>
                  <a:pt x="43601" y="51665"/>
                  <a:pt x="43724" y="57180"/>
                  <a:pt x="43822" y="62694"/>
                </a:cubicBezTo>
                <a:cubicBezTo>
                  <a:pt x="43920" y="62694"/>
                  <a:pt x="43920" y="62792"/>
                  <a:pt x="44018" y="62792"/>
                </a:cubicBezTo>
                <a:lnTo>
                  <a:pt x="44116" y="62694"/>
                </a:lnTo>
                <a:lnTo>
                  <a:pt x="44116" y="49410"/>
                </a:lnTo>
                <a:cubicBezTo>
                  <a:pt x="44116" y="53920"/>
                  <a:pt x="44214" y="58405"/>
                  <a:pt x="44336" y="62890"/>
                </a:cubicBezTo>
                <a:cubicBezTo>
                  <a:pt x="44336" y="63013"/>
                  <a:pt x="44336" y="63013"/>
                  <a:pt x="44434" y="63013"/>
                </a:cubicBezTo>
                <a:cubicBezTo>
                  <a:pt x="44532" y="63013"/>
                  <a:pt x="44532" y="63013"/>
                  <a:pt x="44532" y="62890"/>
                </a:cubicBezTo>
                <a:lnTo>
                  <a:pt x="44532" y="62498"/>
                </a:lnTo>
                <a:cubicBezTo>
                  <a:pt x="44532" y="62596"/>
                  <a:pt x="44630" y="62596"/>
                  <a:pt x="44630" y="62596"/>
                </a:cubicBezTo>
                <a:cubicBezTo>
                  <a:pt x="44729" y="62596"/>
                  <a:pt x="44729" y="62596"/>
                  <a:pt x="44729" y="62498"/>
                </a:cubicBezTo>
                <a:lnTo>
                  <a:pt x="44729" y="57988"/>
                </a:lnTo>
                <a:cubicBezTo>
                  <a:pt x="44729" y="59949"/>
                  <a:pt x="44827" y="61787"/>
                  <a:pt x="44827" y="63625"/>
                </a:cubicBezTo>
                <a:cubicBezTo>
                  <a:pt x="44827" y="63723"/>
                  <a:pt x="44827" y="63723"/>
                  <a:pt x="44949" y="63723"/>
                </a:cubicBezTo>
                <a:cubicBezTo>
                  <a:pt x="44949" y="63723"/>
                  <a:pt x="45047" y="63723"/>
                  <a:pt x="45047" y="63625"/>
                </a:cubicBezTo>
                <a:lnTo>
                  <a:pt x="45047" y="61665"/>
                </a:lnTo>
                <a:lnTo>
                  <a:pt x="45145" y="61665"/>
                </a:lnTo>
                <a:cubicBezTo>
                  <a:pt x="45145" y="61665"/>
                  <a:pt x="45243" y="61665"/>
                  <a:pt x="45243" y="61567"/>
                </a:cubicBezTo>
                <a:lnTo>
                  <a:pt x="45243" y="49018"/>
                </a:lnTo>
                <a:cubicBezTo>
                  <a:pt x="45341" y="54116"/>
                  <a:pt x="45439" y="59214"/>
                  <a:pt x="45562" y="64336"/>
                </a:cubicBezTo>
                <a:cubicBezTo>
                  <a:pt x="45562" y="64434"/>
                  <a:pt x="45562" y="64434"/>
                  <a:pt x="45660" y="64434"/>
                </a:cubicBezTo>
                <a:cubicBezTo>
                  <a:pt x="45660" y="64434"/>
                  <a:pt x="45758" y="64434"/>
                  <a:pt x="45758" y="64336"/>
                </a:cubicBezTo>
                <a:lnTo>
                  <a:pt x="45758" y="64728"/>
                </a:lnTo>
                <a:cubicBezTo>
                  <a:pt x="45758" y="64851"/>
                  <a:pt x="45856" y="64851"/>
                  <a:pt x="45856" y="64851"/>
                </a:cubicBezTo>
                <a:cubicBezTo>
                  <a:pt x="45954" y="64851"/>
                  <a:pt x="45954" y="64851"/>
                  <a:pt x="45954" y="64728"/>
                </a:cubicBezTo>
                <a:lnTo>
                  <a:pt x="45954" y="64532"/>
                </a:lnTo>
                <a:cubicBezTo>
                  <a:pt x="45954" y="64434"/>
                  <a:pt x="46052" y="64434"/>
                  <a:pt x="46052" y="64434"/>
                </a:cubicBezTo>
                <a:lnTo>
                  <a:pt x="46052" y="62277"/>
                </a:lnTo>
                <a:cubicBezTo>
                  <a:pt x="46175" y="62277"/>
                  <a:pt x="46175" y="62277"/>
                  <a:pt x="46175" y="62179"/>
                </a:cubicBezTo>
                <a:lnTo>
                  <a:pt x="46175" y="60047"/>
                </a:lnTo>
                <a:lnTo>
                  <a:pt x="46273" y="60145"/>
                </a:lnTo>
                <a:cubicBezTo>
                  <a:pt x="46371" y="60145"/>
                  <a:pt x="46371" y="60047"/>
                  <a:pt x="46371" y="60047"/>
                </a:cubicBezTo>
                <a:lnTo>
                  <a:pt x="46371" y="51469"/>
                </a:lnTo>
                <a:cubicBezTo>
                  <a:pt x="46469" y="54533"/>
                  <a:pt x="46469" y="57694"/>
                  <a:pt x="46567" y="60856"/>
                </a:cubicBezTo>
                <a:lnTo>
                  <a:pt x="46567" y="61469"/>
                </a:lnTo>
                <a:cubicBezTo>
                  <a:pt x="46567" y="61567"/>
                  <a:pt x="46567" y="61567"/>
                  <a:pt x="46665" y="61567"/>
                </a:cubicBezTo>
                <a:cubicBezTo>
                  <a:pt x="46665" y="61567"/>
                  <a:pt x="46787" y="61567"/>
                  <a:pt x="46787" y="61469"/>
                </a:cubicBezTo>
                <a:lnTo>
                  <a:pt x="46787" y="45538"/>
                </a:lnTo>
                <a:lnTo>
                  <a:pt x="46787" y="44925"/>
                </a:lnTo>
                <a:cubicBezTo>
                  <a:pt x="46885" y="50244"/>
                  <a:pt x="46983" y="55758"/>
                  <a:pt x="47081" y="61174"/>
                </a:cubicBezTo>
                <a:cubicBezTo>
                  <a:pt x="47081" y="61272"/>
                  <a:pt x="47179" y="61272"/>
                  <a:pt x="47179" y="61272"/>
                </a:cubicBezTo>
                <a:lnTo>
                  <a:pt x="47179" y="62277"/>
                </a:lnTo>
                <a:lnTo>
                  <a:pt x="47277" y="62400"/>
                </a:lnTo>
                <a:cubicBezTo>
                  <a:pt x="47400" y="62400"/>
                  <a:pt x="47400" y="62277"/>
                  <a:pt x="47400" y="62277"/>
                </a:cubicBezTo>
                <a:lnTo>
                  <a:pt x="47400" y="52180"/>
                </a:lnTo>
                <a:cubicBezTo>
                  <a:pt x="47498" y="55145"/>
                  <a:pt x="47498" y="58111"/>
                  <a:pt x="47498" y="60954"/>
                </a:cubicBezTo>
                <a:cubicBezTo>
                  <a:pt x="47498" y="61052"/>
                  <a:pt x="47596" y="61052"/>
                  <a:pt x="47596" y="61052"/>
                </a:cubicBezTo>
                <a:cubicBezTo>
                  <a:pt x="47694" y="61052"/>
                  <a:pt x="47694" y="61052"/>
                  <a:pt x="47694" y="60954"/>
                </a:cubicBezTo>
                <a:lnTo>
                  <a:pt x="47792" y="63821"/>
                </a:lnTo>
                <a:cubicBezTo>
                  <a:pt x="47792" y="63821"/>
                  <a:pt x="47792" y="63919"/>
                  <a:pt x="47890" y="63919"/>
                </a:cubicBezTo>
                <a:lnTo>
                  <a:pt x="48013" y="63821"/>
                </a:lnTo>
                <a:lnTo>
                  <a:pt x="48013" y="64851"/>
                </a:lnTo>
                <a:cubicBezTo>
                  <a:pt x="48013" y="64949"/>
                  <a:pt x="48111" y="64949"/>
                  <a:pt x="48111" y="64949"/>
                </a:cubicBezTo>
                <a:cubicBezTo>
                  <a:pt x="48209" y="64949"/>
                  <a:pt x="48209" y="64949"/>
                  <a:pt x="48209" y="64851"/>
                </a:cubicBezTo>
                <a:lnTo>
                  <a:pt x="48209" y="62179"/>
                </a:lnTo>
                <a:lnTo>
                  <a:pt x="48307" y="62179"/>
                </a:lnTo>
                <a:cubicBezTo>
                  <a:pt x="48405" y="62179"/>
                  <a:pt x="48405" y="62179"/>
                  <a:pt x="48405" y="62081"/>
                </a:cubicBezTo>
                <a:lnTo>
                  <a:pt x="48405" y="46763"/>
                </a:lnTo>
                <a:lnTo>
                  <a:pt x="48405" y="46053"/>
                </a:lnTo>
                <a:cubicBezTo>
                  <a:pt x="48503" y="52278"/>
                  <a:pt x="48625" y="58601"/>
                  <a:pt x="48821" y="65047"/>
                </a:cubicBezTo>
                <a:cubicBezTo>
                  <a:pt x="48821" y="65047"/>
                  <a:pt x="48821" y="65145"/>
                  <a:pt x="48920" y="65145"/>
                </a:cubicBezTo>
                <a:lnTo>
                  <a:pt x="49018" y="65047"/>
                </a:lnTo>
                <a:lnTo>
                  <a:pt x="49018" y="49925"/>
                </a:lnTo>
                <a:lnTo>
                  <a:pt x="49018" y="46249"/>
                </a:lnTo>
                <a:cubicBezTo>
                  <a:pt x="49116" y="51984"/>
                  <a:pt x="49238" y="57694"/>
                  <a:pt x="49336" y="63405"/>
                </a:cubicBezTo>
                <a:lnTo>
                  <a:pt x="49434" y="63503"/>
                </a:lnTo>
                <a:cubicBezTo>
                  <a:pt x="49532" y="63503"/>
                  <a:pt x="49532" y="63405"/>
                  <a:pt x="49532" y="63405"/>
                </a:cubicBezTo>
                <a:lnTo>
                  <a:pt x="49532" y="50538"/>
                </a:lnTo>
                <a:cubicBezTo>
                  <a:pt x="49630" y="53822"/>
                  <a:pt x="49630" y="57180"/>
                  <a:pt x="49728" y="60439"/>
                </a:cubicBezTo>
                <a:cubicBezTo>
                  <a:pt x="49728" y="60562"/>
                  <a:pt x="49728" y="60562"/>
                  <a:pt x="49851" y="60562"/>
                </a:cubicBezTo>
                <a:lnTo>
                  <a:pt x="49851" y="64116"/>
                </a:lnTo>
                <a:cubicBezTo>
                  <a:pt x="49851" y="64238"/>
                  <a:pt x="49949" y="64238"/>
                  <a:pt x="49949" y="64238"/>
                </a:cubicBezTo>
                <a:cubicBezTo>
                  <a:pt x="50047" y="64238"/>
                  <a:pt x="50047" y="64238"/>
                  <a:pt x="50047" y="64116"/>
                </a:cubicBezTo>
                <a:lnTo>
                  <a:pt x="50047" y="60954"/>
                </a:lnTo>
                <a:lnTo>
                  <a:pt x="50145" y="60954"/>
                </a:lnTo>
                <a:lnTo>
                  <a:pt x="50145" y="63503"/>
                </a:lnTo>
                <a:cubicBezTo>
                  <a:pt x="50145" y="63503"/>
                  <a:pt x="50145" y="63625"/>
                  <a:pt x="50243" y="63625"/>
                </a:cubicBezTo>
                <a:cubicBezTo>
                  <a:pt x="50341" y="63625"/>
                  <a:pt x="50341" y="63503"/>
                  <a:pt x="50341" y="63503"/>
                </a:cubicBezTo>
                <a:lnTo>
                  <a:pt x="50341" y="51763"/>
                </a:lnTo>
                <a:cubicBezTo>
                  <a:pt x="50341" y="55047"/>
                  <a:pt x="50464" y="58405"/>
                  <a:pt x="50464" y="61787"/>
                </a:cubicBezTo>
                <a:lnTo>
                  <a:pt x="50562" y="61885"/>
                </a:lnTo>
                <a:cubicBezTo>
                  <a:pt x="50562" y="61885"/>
                  <a:pt x="50660" y="61885"/>
                  <a:pt x="50660" y="61787"/>
                </a:cubicBezTo>
                <a:lnTo>
                  <a:pt x="50660" y="63209"/>
                </a:lnTo>
                <a:cubicBezTo>
                  <a:pt x="50660" y="63307"/>
                  <a:pt x="50660" y="63307"/>
                  <a:pt x="50758" y="63307"/>
                </a:cubicBezTo>
                <a:cubicBezTo>
                  <a:pt x="50758" y="63307"/>
                  <a:pt x="50856" y="63307"/>
                  <a:pt x="50856" y="63209"/>
                </a:cubicBezTo>
                <a:lnTo>
                  <a:pt x="50856" y="49214"/>
                </a:lnTo>
                <a:lnTo>
                  <a:pt x="50856" y="44729"/>
                </a:lnTo>
                <a:cubicBezTo>
                  <a:pt x="50954" y="49729"/>
                  <a:pt x="51076" y="54729"/>
                  <a:pt x="51174" y="59728"/>
                </a:cubicBezTo>
                <a:cubicBezTo>
                  <a:pt x="51174" y="59826"/>
                  <a:pt x="51174" y="59826"/>
                  <a:pt x="51272" y="59826"/>
                </a:cubicBezTo>
                <a:lnTo>
                  <a:pt x="51272" y="61272"/>
                </a:lnTo>
                <a:cubicBezTo>
                  <a:pt x="51272" y="61371"/>
                  <a:pt x="51272" y="61371"/>
                  <a:pt x="51370" y="61371"/>
                </a:cubicBezTo>
                <a:cubicBezTo>
                  <a:pt x="51370" y="61371"/>
                  <a:pt x="51468" y="61371"/>
                  <a:pt x="51468" y="61272"/>
                </a:cubicBezTo>
                <a:lnTo>
                  <a:pt x="51468" y="47793"/>
                </a:lnTo>
                <a:lnTo>
                  <a:pt x="51468" y="47376"/>
                </a:lnTo>
                <a:cubicBezTo>
                  <a:pt x="51468" y="52180"/>
                  <a:pt x="51566" y="57081"/>
                  <a:pt x="51689" y="61885"/>
                </a:cubicBezTo>
                <a:cubicBezTo>
                  <a:pt x="51689" y="61983"/>
                  <a:pt x="51689" y="61983"/>
                  <a:pt x="51787" y="61983"/>
                </a:cubicBezTo>
                <a:cubicBezTo>
                  <a:pt x="51787" y="61983"/>
                  <a:pt x="51885" y="61983"/>
                  <a:pt x="51885" y="61885"/>
                </a:cubicBezTo>
                <a:lnTo>
                  <a:pt x="51885" y="61272"/>
                </a:lnTo>
                <a:cubicBezTo>
                  <a:pt x="51983" y="61272"/>
                  <a:pt x="51983" y="61272"/>
                  <a:pt x="51983" y="61174"/>
                </a:cubicBezTo>
                <a:lnTo>
                  <a:pt x="51983" y="48307"/>
                </a:lnTo>
                <a:lnTo>
                  <a:pt x="51983" y="47180"/>
                </a:lnTo>
                <a:cubicBezTo>
                  <a:pt x="52081" y="52180"/>
                  <a:pt x="52179" y="57081"/>
                  <a:pt x="52302" y="62179"/>
                </a:cubicBezTo>
                <a:cubicBezTo>
                  <a:pt x="52302" y="62179"/>
                  <a:pt x="52302" y="62277"/>
                  <a:pt x="52400" y="62277"/>
                </a:cubicBezTo>
                <a:lnTo>
                  <a:pt x="52498" y="62179"/>
                </a:lnTo>
                <a:lnTo>
                  <a:pt x="52498" y="52474"/>
                </a:lnTo>
                <a:cubicBezTo>
                  <a:pt x="52498" y="55537"/>
                  <a:pt x="52498" y="58601"/>
                  <a:pt x="52596" y="61665"/>
                </a:cubicBezTo>
                <a:cubicBezTo>
                  <a:pt x="52596" y="61787"/>
                  <a:pt x="52596" y="61787"/>
                  <a:pt x="52694" y="61787"/>
                </a:cubicBezTo>
                <a:cubicBezTo>
                  <a:pt x="52694" y="61885"/>
                  <a:pt x="52792" y="61885"/>
                  <a:pt x="52792" y="61885"/>
                </a:cubicBezTo>
                <a:cubicBezTo>
                  <a:pt x="52914" y="61885"/>
                  <a:pt x="52914" y="61885"/>
                  <a:pt x="52914" y="61787"/>
                </a:cubicBezTo>
                <a:lnTo>
                  <a:pt x="52914" y="51150"/>
                </a:lnTo>
                <a:cubicBezTo>
                  <a:pt x="53012" y="55243"/>
                  <a:pt x="53012" y="59336"/>
                  <a:pt x="53111" y="63405"/>
                </a:cubicBezTo>
                <a:cubicBezTo>
                  <a:pt x="53111" y="63503"/>
                  <a:pt x="53111" y="63503"/>
                  <a:pt x="53209" y="63503"/>
                </a:cubicBezTo>
                <a:cubicBezTo>
                  <a:pt x="53209" y="63503"/>
                  <a:pt x="53307" y="63503"/>
                  <a:pt x="53307" y="63405"/>
                </a:cubicBezTo>
                <a:lnTo>
                  <a:pt x="53307" y="51984"/>
                </a:lnTo>
                <a:lnTo>
                  <a:pt x="53307" y="40955"/>
                </a:lnTo>
                <a:cubicBezTo>
                  <a:pt x="53405" y="46861"/>
                  <a:pt x="53527" y="52792"/>
                  <a:pt x="53625" y="58724"/>
                </a:cubicBezTo>
                <a:cubicBezTo>
                  <a:pt x="53625" y="58724"/>
                  <a:pt x="53723" y="58822"/>
                  <a:pt x="53821" y="58822"/>
                </a:cubicBezTo>
                <a:lnTo>
                  <a:pt x="53919" y="58724"/>
                </a:lnTo>
                <a:lnTo>
                  <a:pt x="53919" y="59116"/>
                </a:lnTo>
                <a:lnTo>
                  <a:pt x="54017" y="59214"/>
                </a:lnTo>
                <a:cubicBezTo>
                  <a:pt x="54140" y="59214"/>
                  <a:pt x="54140" y="59116"/>
                  <a:pt x="54140" y="59116"/>
                </a:cubicBezTo>
                <a:lnTo>
                  <a:pt x="54140" y="53209"/>
                </a:lnTo>
                <a:cubicBezTo>
                  <a:pt x="54140" y="54729"/>
                  <a:pt x="54238" y="56150"/>
                  <a:pt x="54238" y="57596"/>
                </a:cubicBezTo>
                <a:cubicBezTo>
                  <a:pt x="54238" y="57596"/>
                  <a:pt x="54238" y="57694"/>
                  <a:pt x="54336" y="57694"/>
                </a:cubicBezTo>
                <a:lnTo>
                  <a:pt x="54434" y="57596"/>
                </a:lnTo>
                <a:lnTo>
                  <a:pt x="54434" y="51763"/>
                </a:lnTo>
                <a:lnTo>
                  <a:pt x="54532" y="62498"/>
                </a:lnTo>
                <a:cubicBezTo>
                  <a:pt x="54532" y="62596"/>
                  <a:pt x="54532" y="62596"/>
                  <a:pt x="54630" y="62596"/>
                </a:cubicBezTo>
                <a:cubicBezTo>
                  <a:pt x="54630" y="62596"/>
                  <a:pt x="54753" y="62596"/>
                  <a:pt x="54753" y="62498"/>
                </a:cubicBezTo>
                <a:lnTo>
                  <a:pt x="54753" y="62179"/>
                </a:lnTo>
                <a:lnTo>
                  <a:pt x="54753" y="52474"/>
                </a:lnTo>
                <a:lnTo>
                  <a:pt x="54753" y="45538"/>
                </a:lnTo>
                <a:cubicBezTo>
                  <a:pt x="54753" y="50146"/>
                  <a:pt x="54851" y="54729"/>
                  <a:pt x="54851" y="59214"/>
                </a:cubicBezTo>
                <a:cubicBezTo>
                  <a:pt x="54851" y="59336"/>
                  <a:pt x="54949" y="59336"/>
                  <a:pt x="54949" y="59336"/>
                </a:cubicBezTo>
                <a:cubicBezTo>
                  <a:pt x="55047" y="59336"/>
                  <a:pt x="55047" y="59336"/>
                  <a:pt x="55047" y="59214"/>
                </a:cubicBezTo>
                <a:lnTo>
                  <a:pt x="55047" y="50023"/>
                </a:lnTo>
                <a:lnTo>
                  <a:pt x="55047" y="38602"/>
                </a:lnTo>
                <a:cubicBezTo>
                  <a:pt x="55145" y="45023"/>
                  <a:pt x="55243" y="51469"/>
                  <a:pt x="55365" y="57890"/>
                </a:cubicBezTo>
                <a:cubicBezTo>
                  <a:pt x="55365" y="57988"/>
                  <a:pt x="55463" y="57988"/>
                  <a:pt x="55463" y="57988"/>
                </a:cubicBezTo>
                <a:cubicBezTo>
                  <a:pt x="55561" y="57988"/>
                  <a:pt x="55561" y="57988"/>
                  <a:pt x="55561" y="57890"/>
                </a:cubicBezTo>
                <a:lnTo>
                  <a:pt x="55561" y="51861"/>
                </a:lnTo>
                <a:cubicBezTo>
                  <a:pt x="55659" y="54435"/>
                  <a:pt x="55659" y="56983"/>
                  <a:pt x="55659" y="59532"/>
                </a:cubicBezTo>
                <a:cubicBezTo>
                  <a:pt x="55659" y="59630"/>
                  <a:pt x="55757" y="59630"/>
                  <a:pt x="55757" y="59630"/>
                </a:cubicBezTo>
                <a:cubicBezTo>
                  <a:pt x="55855" y="59630"/>
                  <a:pt x="55855" y="59630"/>
                  <a:pt x="55855" y="59532"/>
                </a:cubicBezTo>
                <a:lnTo>
                  <a:pt x="55855" y="59214"/>
                </a:lnTo>
                <a:cubicBezTo>
                  <a:pt x="55978" y="59214"/>
                  <a:pt x="55978" y="59116"/>
                  <a:pt x="55978" y="59116"/>
                </a:cubicBezTo>
                <a:lnTo>
                  <a:pt x="55978" y="55047"/>
                </a:lnTo>
                <a:cubicBezTo>
                  <a:pt x="55978" y="55145"/>
                  <a:pt x="55978" y="55145"/>
                  <a:pt x="56076" y="55145"/>
                </a:cubicBezTo>
                <a:cubicBezTo>
                  <a:pt x="56076" y="55145"/>
                  <a:pt x="56174" y="55145"/>
                  <a:pt x="56174" y="55047"/>
                </a:cubicBezTo>
                <a:lnTo>
                  <a:pt x="56174" y="56052"/>
                </a:lnTo>
                <a:cubicBezTo>
                  <a:pt x="56174" y="56150"/>
                  <a:pt x="56272" y="56150"/>
                  <a:pt x="56272" y="56150"/>
                </a:cubicBezTo>
                <a:cubicBezTo>
                  <a:pt x="56370" y="56150"/>
                  <a:pt x="56370" y="56150"/>
                  <a:pt x="56370" y="56052"/>
                </a:cubicBezTo>
                <a:lnTo>
                  <a:pt x="56370" y="48601"/>
                </a:lnTo>
                <a:lnTo>
                  <a:pt x="56370" y="37376"/>
                </a:lnTo>
                <a:cubicBezTo>
                  <a:pt x="56591" y="44312"/>
                  <a:pt x="56689" y="51248"/>
                  <a:pt x="56787" y="58307"/>
                </a:cubicBezTo>
                <a:cubicBezTo>
                  <a:pt x="56787" y="58405"/>
                  <a:pt x="56885" y="58405"/>
                  <a:pt x="56885" y="58405"/>
                </a:cubicBezTo>
                <a:cubicBezTo>
                  <a:pt x="56983" y="58405"/>
                  <a:pt x="56983" y="58405"/>
                  <a:pt x="56983" y="58307"/>
                </a:cubicBezTo>
                <a:lnTo>
                  <a:pt x="56983" y="58822"/>
                </a:lnTo>
                <a:lnTo>
                  <a:pt x="57081" y="58920"/>
                </a:lnTo>
                <a:cubicBezTo>
                  <a:pt x="57203" y="58920"/>
                  <a:pt x="57203" y="58822"/>
                  <a:pt x="57203" y="58822"/>
                </a:cubicBezTo>
                <a:lnTo>
                  <a:pt x="57203" y="55856"/>
                </a:lnTo>
                <a:lnTo>
                  <a:pt x="57302" y="55856"/>
                </a:lnTo>
                <a:cubicBezTo>
                  <a:pt x="57302" y="55856"/>
                  <a:pt x="57400" y="55856"/>
                  <a:pt x="57400" y="55758"/>
                </a:cubicBezTo>
                <a:lnTo>
                  <a:pt x="57400" y="49729"/>
                </a:lnTo>
                <a:lnTo>
                  <a:pt x="57400" y="33896"/>
                </a:lnTo>
                <a:cubicBezTo>
                  <a:pt x="57498" y="40734"/>
                  <a:pt x="57596" y="47695"/>
                  <a:pt x="57694" y="54729"/>
                </a:cubicBezTo>
                <a:cubicBezTo>
                  <a:pt x="57816" y="54729"/>
                  <a:pt x="57816" y="54827"/>
                  <a:pt x="57914" y="54827"/>
                </a:cubicBezTo>
                <a:lnTo>
                  <a:pt x="58012" y="54729"/>
                </a:lnTo>
                <a:lnTo>
                  <a:pt x="58012" y="49410"/>
                </a:lnTo>
                <a:lnTo>
                  <a:pt x="58012" y="42989"/>
                </a:lnTo>
                <a:lnTo>
                  <a:pt x="58110" y="54533"/>
                </a:lnTo>
                <a:cubicBezTo>
                  <a:pt x="58110" y="54631"/>
                  <a:pt x="58110" y="54631"/>
                  <a:pt x="58208" y="54631"/>
                </a:cubicBezTo>
                <a:cubicBezTo>
                  <a:pt x="58208" y="54631"/>
                  <a:pt x="58306" y="54631"/>
                  <a:pt x="58306" y="54533"/>
                </a:cubicBezTo>
                <a:lnTo>
                  <a:pt x="58306" y="54631"/>
                </a:lnTo>
                <a:cubicBezTo>
                  <a:pt x="58306" y="54729"/>
                  <a:pt x="58306" y="54729"/>
                  <a:pt x="58429" y="54729"/>
                </a:cubicBezTo>
                <a:lnTo>
                  <a:pt x="58429" y="56665"/>
                </a:lnTo>
                <a:cubicBezTo>
                  <a:pt x="58429" y="56763"/>
                  <a:pt x="58527" y="56763"/>
                  <a:pt x="58527" y="56763"/>
                </a:cubicBezTo>
                <a:cubicBezTo>
                  <a:pt x="58625" y="56763"/>
                  <a:pt x="58625" y="56763"/>
                  <a:pt x="58625" y="56665"/>
                </a:cubicBezTo>
                <a:lnTo>
                  <a:pt x="58625" y="52376"/>
                </a:lnTo>
                <a:lnTo>
                  <a:pt x="58625" y="34509"/>
                </a:lnTo>
                <a:cubicBezTo>
                  <a:pt x="58723" y="39827"/>
                  <a:pt x="58821" y="45121"/>
                  <a:pt x="58821" y="50538"/>
                </a:cubicBezTo>
                <a:lnTo>
                  <a:pt x="58919" y="50636"/>
                </a:lnTo>
                <a:cubicBezTo>
                  <a:pt x="59042" y="50636"/>
                  <a:pt x="59042" y="50538"/>
                  <a:pt x="59042" y="50538"/>
                </a:cubicBezTo>
                <a:lnTo>
                  <a:pt x="59042" y="46959"/>
                </a:lnTo>
                <a:lnTo>
                  <a:pt x="59042" y="36445"/>
                </a:lnTo>
                <a:cubicBezTo>
                  <a:pt x="59140" y="42670"/>
                  <a:pt x="59238" y="48920"/>
                  <a:pt x="59238" y="55145"/>
                </a:cubicBezTo>
                <a:lnTo>
                  <a:pt x="59336" y="55243"/>
                </a:lnTo>
                <a:cubicBezTo>
                  <a:pt x="59434" y="55243"/>
                  <a:pt x="59434" y="55145"/>
                  <a:pt x="59434" y="55145"/>
                </a:cubicBezTo>
                <a:lnTo>
                  <a:pt x="59434" y="52376"/>
                </a:lnTo>
                <a:lnTo>
                  <a:pt x="59532" y="52376"/>
                </a:lnTo>
                <a:lnTo>
                  <a:pt x="59532" y="51984"/>
                </a:lnTo>
                <a:cubicBezTo>
                  <a:pt x="59532" y="51984"/>
                  <a:pt x="59532" y="52082"/>
                  <a:pt x="59654" y="52082"/>
                </a:cubicBezTo>
                <a:cubicBezTo>
                  <a:pt x="59654" y="52082"/>
                  <a:pt x="59752" y="51984"/>
                  <a:pt x="59752" y="51861"/>
                </a:cubicBezTo>
                <a:lnTo>
                  <a:pt x="59752" y="49533"/>
                </a:lnTo>
                <a:lnTo>
                  <a:pt x="59752" y="29092"/>
                </a:lnTo>
                <a:cubicBezTo>
                  <a:pt x="59850" y="35832"/>
                  <a:pt x="59948" y="42670"/>
                  <a:pt x="60046" y="49533"/>
                </a:cubicBezTo>
                <a:cubicBezTo>
                  <a:pt x="60046" y="49631"/>
                  <a:pt x="60046" y="49631"/>
                  <a:pt x="60145" y="49631"/>
                </a:cubicBezTo>
                <a:cubicBezTo>
                  <a:pt x="60145" y="49631"/>
                  <a:pt x="60267" y="49631"/>
                  <a:pt x="60267" y="49533"/>
                </a:cubicBezTo>
                <a:lnTo>
                  <a:pt x="60267" y="52989"/>
                </a:lnTo>
                <a:cubicBezTo>
                  <a:pt x="60267" y="52989"/>
                  <a:pt x="60267" y="53087"/>
                  <a:pt x="60365" y="53087"/>
                </a:cubicBezTo>
                <a:cubicBezTo>
                  <a:pt x="60463" y="53087"/>
                  <a:pt x="60463" y="52989"/>
                  <a:pt x="60463" y="52989"/>
                </a:cubicBezTo>
                <a:lnTo>
                  <a:pt x="60463" y="52694"/>
                </a:lnTo>
                <a:lnTo>
                  <a:pt x="60463" y="52596"/>
                </a:lnTo>
                <a:lnTo>
                  <a:pt x="60463" y="51567"/>
                </a:lnTo>
                <a:lnTo>
                  <a:pt x="60561" y="51567"/>
                </a:lnTo>
                <a:lnTo>
                  <a:pt x="60561" y="48405"/>
                </a:lnTo>
                <a:cubicBezTo>
                  <a:pt x="60561" y="48503"/>
                  <a:pt x="60659" y="48503"/>
                  <a:pt x="60659" y="48503"/>
                </a:cubicBezTo>
                <a:cubicBezTo>
                  <a:pt x="60757" y="48503"/>
                  <a:pt x="60757" y="48503"/>
                  <a:pt x="60757" y="48405"/>
                </a:cubicBezTo>
                <a:lnTo>
                  <a:pt x="60757" y="47891"/>
                </a:lnTo>
                <a:lnTo>
                  <a:pt x="60757" y="41151"/>
                </a:lnTo>
                <a:lnTo>
                  <a:pt x="60880" y="45244"/>
                </a:lnTo>
                <a:lnTo>
                  <a:pt x="60880" y="50146"/>
                </a:lnTo>
                <a:lnTo>
                  <a:pt x="60880" y="50342"/>
                </a:lnTo>
                <a:lnTo>
                  <a:pt x="60880" y="51861"/>
                </a:lnTo>
                <a:lnTo>
                  <a:pt x="60880" y="52082"/>
                </a:lnTo>
                <a:cubicBezTo>
                  <a:pt x="60880" y="52180"/>
                  <a:pt x="60978" y="52180"/>
                  <a:pt x="60978" y="52180"/>
                </a:cubicBezTo>
                <a:cubicBezTo>
                  <a:pt x="61076" y="52180"/>
                  <a:pt x="61076" y="52180"/>
                  <a:pt x="61076" y="52082"/>
                </a:cubicBezTo>
                <a:lnTo>
                  <a:pt x="61076" y="43896"/>
                </a:lnTo>
                <a:lnTo>
                  <a:pt x="61174" y="52792"/>
                </a:lnTo>
                <a:cubicBezTo>
                  <a:pt x="61174" y="52890"/>
                  <a:pt x="61174" y="52890"/>
                  <a:pt x="61272" y="52890"/>
                </a:cubicBezTo>
                <a:cubicBezTo>
                  <a:pt x="61272" y="52890"/>
                  <a:pt x="61370" y="52890"/>
                  <a:pt x="61370" y="52792"/>
                </a:cubicBezTo>
                <a:lnTo>
                  <a:pt x="61370" y="52278"/>
                </a:lnTo>
                <a:lnTo>
                  <a:pt x="61370" y="40734"/>
                </a:lnTo>
                <a:cubicBezTo>
                  <a:pt x="61370" y="43602"/>
                  <a:pt x="61370" y="46567"/>
                  <a:pt x="61493" y="49410"/>
                </a:cubicBezTo>
                <a:cubicBezTo>
                  <a:pt x="61493" y="49533"/>
                  <a:pt x="61493" y="49533"/>
                  <a:pt x="61591" y="49533"/>
                </a:cubicBezTo>
                <a:cubicBezTo>
                  <a:pt x="61591" y="49533"/>
                  <a:pt x="61689" y="49533"/>
                  <a:pt x="61689" y="49410"/>
                </a:cubicBezTo>
                <a:lnTo>
                  <a:pt x="61689" y="49214"/>
                </a:lnTo>
                <a:cubicBezTo>
                  <a:pt x="61689" y="49312"/>
                  <a:pt x="61787" y="49312"/>
                  <a:pt x="61787" y="49312"/>
                </a:cubicBezTo>
                <a:cubicBezTo>
                  <a:pt x="61885" y="49312"/>
                  <a:pt x="61885" y="49312"/>
                  <a:pt x="61885" y="49214"/>
                </a:cubicBezTo>
                <a:lnTo>
                  <a:pt x="61885" y="47695"/>
                </a:lnTo>
                <a:lnTo>
                  <a:pt x="61885" y="31029"/>
                </a:lnTo>
                <a:cubicBezTo>
                  <a:pt x="61983" y="37989"/>
                  <a:pt x="62105" y="44925"/>
                  <a:pt x="62203" y="51861"/>
                </a:cubicBezTo>
                <a:cubicBezTo>
                  <a:pt x="62203" y="51984"/>
                  <a:pt x="62301" y="51984"/>
                  <a:pt x="62301" y="51984"/>
                </a:cubicBezTo>
                <a:cubicBezTo>
                  <a:pt x="62399" y="51984"/>
                  <a:pt x="62399" y="51984"/>
                  <a:pt x="62399" y="51861"/>
                </a:cubicBezTo>
                <a:lnTo>
                  <a:pt x="62399" y="49410"/>
                </a:lnTo>
                <a:lnTo>
                  <a:pt x="62399" y="47082"/>
                </a:lnTo>
                <a:lnTo>
                  <a:pt x="62497" y="47180"/>
                </a:lnTo>
                <a:lnTo>
                  <a:pt x="62497" y="50758"/>
                </a:lnTo>
                <a:cubicBezTo>
                  <a:pt x="62497" y="50758"/>
                  <a:pt x="62497" y="50856"/>
                  <a:pt x="62595" y="50856"/>
                </a:cubicBezTo>
                <a:lnTo>
                  <a:pt x="62718" y="50758"/>
                </a:lnTo>
                <a:lnTo>
                  <a:pt x="62718" y="47891"/>
                </a:lnTo>
                <a:lnTo>
                  <a:pt x="62718" y="31151"/>
                </a:lnTo>
                <a:cubicBezTo>
                  <a:pt x="62718" y="37474"/>
                  <a:pt x="62816" y="43700"/>
                  <a:pt x="62914" y="50023"/>
                </a:cubicBezTo>
                <a:cubicBezTo>
                  <a:pt x="62914" y="50023"/>
                  <a:pt x="62914" y="50146"/>
                  <a:pt x="63012" y="50146"/>
                </a:cubicBezTo>
                <a:lnTo>
                  <a:pt x="63110" y="50023"/>
                </a:lnTo>
                <a:lnTo>
                  <a:pt x="63110" y="46469"/>
                </a:lnTo>
                <a:lnTo>
                  <a:pt x="63110" y="33283"/>
                </a:lnTo>
                <a:cubicBezTo>
                  <a:pt x="63110" y="38798"/>
                  <a:pt x="63208" y="44214"/>
                  <a:pt x="63331" y="49533"/>
                </a:cubicBezTo>
                <a:cubicBezTo>
                  <a:pt x="63331" y="49631"/>
                  <a:pt x="63429" y="49631"/>
                  <a:pt x="63429" y="49631"/>
                </a:cubicBezTo>
                <a:cubicBezTo>
                  <a:pt x="63527" y="49631"/>
                  <a:pt x="63527" y="49631"/>
                  <a:pt x="63527" y="49533"/>
                </a:cubicBezTo>
                <a:lnTo>
                  <a:pt x="63527" y="45342"/>
                </a:lnTo>
                <a:lnTo>
                  <a:pt x="63527" y="45023"/>
                </a:lnTo>
                <a:cubicBezTo>
                  <a:pt x="63625" y="45023"/>
                  <a:pt x="63625" y="45023"/>
                  <a:pt x="63625" y="44925"/>
                </a:cubicBezTo>
                <a:lnTo>
                  <a:pt x="63625" y="47376"/>
                </a:lnTo>
                <a:cubicBezTo>
                  <a:pt x="63625" y="47474"/>
                  <a:pt x="63723" y="47474"/>
                  <a:pt x="63723" y="47474"/>
                </a:cubicBezTo>
                <a:cubicBezTo>
                  <a:pt x="63821" y="47474"/>
                  <a:pt x="63821" y="47474"/>
                  <a:pt x="63821" y="47376"/>
                </a:cubicBezTo>
                <a:lnTo>
                  <a:pt x="63821" y="42572"/>
                </a:lnTo>
                <a:lnTo>
                  <a:pt x="63821" y="37058"/>
                </a:lnTo>
                <a:cubicBezTo>
                  <a:pt x="63943" y="41053"/>
                  <a:pt x="63943" y="44925"/>
                  <a:pt x="64041" y="48699"/>
                </a:cubicBezTo>
                <a:cubicBezTo>
                  <a:pt x="64041" y="48798"/>
                  <a:pt x="64041" y="48798"/>
                  <a:pt x="64139" y="48798"/>
                </a:cubicBezTo>
                <a:cubicBezTo>
                  <a:pt x="64139" y="48798"/>
                  <a:pt x="64237" y="48798"/>
                  <a:pt x="64237" y="48699"/>
                </a:cubicBezTo>
                <a:lnTo>
                  <a:pt x="64237" y="43504"/>
                </a:lnTo>
                <a:lnTo>
                  <a:pt x="64237" y="27867"/>
                </a:lnTo>
                <a:cubicBezTo>
                  <a:pt x="64336" y="35024"/>
                  <a:pt x="64434" y="42058"/>
                  <a:pt x="64556" y="49116"/>
                </a:cubicBezTo>
                <a:cubicBezTo>
                  <a:pt x="64556" y="49214"/>
                  <a:pt x="64654" y="49214"/>
                  <a:pt x="64654" y="49214"/>
                </a:cubicBezTo>
                <a:cubicBezTo>
                  <a:pt x="64752" y="49214"/>
                  <a:pt x="64752" y="49214"/>
                  <a:pt x="64752" y="49116"/>
                </a:cubicBezTo>
                <a:lnTo>
                  <a:pt x="64752" y="45538"/>
                </a:lnTo>
                <a:lnTo>
                  <a:pt x="64850" y="45538"/>
                </a:lnTo>
                <a:cubicBezTo>
                  <a:pt x="64850" y="45538"/>
                  <a:pt x="64948" y="45538"/>
                  <a:pt x="64948" y="45440"/>
                </a:cubicBezTo>
                <a:lnTo>
                  <a:pt x="64948" y="44214"/>
                </a:lnTo>
                <a:cubicBezTo>
                  <a:pt x="64948" y="44312"/>
                  <a:pt x="64948" y="44312"/>
                  <a:pt x="65046" y="44312"/>
                </a:cubicBezTo>
                <a:cubicBezTo>
                  <a:pt x="65046" y="44312"/>
                  <a:pt x="65169" y="44312"/>
                  <a:pt x="65169" y="44214"/>
                </a:cubicBezTo>
                <a:lnTo>
                  <a:pt x="65169" y="37573"/>
                </a:lnTo>
                <a:lnTo>
                  <a:pt x="65169" y="24803"/>
                </a:lnTo>
                <a:cubicBezTo>
                  <a:pt x="65267" y="31960"/>
                  <a:pt x="65365" y="39117"/>
                  <a:pt x="65561" y="46151"/>
                </a:cubicBezTo>
                <a:cubicBezTo>
                  <a:pt x="65561" y="46151"/>
                  <a:pt x="65561" y="46249"/>
                  <a:pt x="65659" y="46249"/>
                </a:cubicBezTo>
                <a:lnTo>
                  <a:pt x="65782" y="46151"/>
                </a:lnTo>
                <a:lnTo>
                  <a:pt x="65782" y="48920"/>
                </a:lnTo>
                <a:lnTo>
                  <a:pt x="65880" y="49018"/>
                </a:lnTo>
                <a:cubicBezTo>
                  <a:pt x="65978" y="49018"/>
                  <a:pt x="65978" y="48920"/>
                  <a:pt x="65978" y="48920"/>
                </a:cubicBezTo>
                <a:lnTo>
                  <a:pt x="65978" y="47793"/>
                </a:lnTo>
                <a:lnTo>
                  <a:pt x="66076" y="47891"/>
                </a:lnTo>
                <a:cubicBezTo>
                  <a:pt x="66174" y="47891"/>
                  <a:pt x="66174" y="47793"/>
                  <a:pt x="66174" y="47793"/>
                </a:cubicBezTo>
                <a:lnTo>
                  <a:pt x="66174" y="46959"/>
                </a:lnTo>
                <a:cubicBezTo>
                  <a:pt x="66272" y="46959"/>
                  <a:pt x="66272" y="46861"/>
                  <a:pt x="66272" y="46861"/>
                </a:cubicBezTo>
                <a:lnTo>
                  <a:pt x="66272" y="38700"/>
                </a:lnTo>
                <a:lnTo>
                  <a:pt x="66272" y="37989"/>
                </a:lnTo>
                <a:cubicBezTo>
                  <a:pt x="66272" y="40440"/>
                  <a:pt x="66272" y="42989"/>
                  <a:pt x="66394" y="45538"/>
                </a:cubicBezTo>
                <a:cubicBezTo>
                  <a:pt x="66394" y="45636"/>
                  <a:pt x="66394" y="45636"/>
                  <a:pt x="66492" y="45636"/>
                </a:cubicBezTo>
                <a:cubicBezTo>
                  <a:pt x="66492" y="45636"/>
                  <a:pt x="66590" y="45636"/>
                  <a:pt x="66590" y="45538"/>
                </a:cubicBezTo>
                <a:lnTo>
                  <a:pt x="66590" y="37058"/>
                </a:lnTo>
                <a:lnTo>
                  <a:pt x="66590" y="28186"/>
                </a:lnTo>
                <a:cubicBezTo>
                  <a:pt x="66688" y="34828"/>
                  <a:pt x="66786" y="41347"/>
                  <a:pt x="66884" y="47793"/>
                </a:cubicBezTo>
                <a:cubicBezTo>
                  <a:pt x="66884" y="47891"/>
                  <a:pt x="66884" y="47891"/>
                  <a:pt x="67007" y="47891"/>
                </a:cubicBezTo>
                <a:cubicBezTo>
                  <a:pt x="67007" y="47891"/>
                  <a:pt x="67105" y="47891"/>
                  <a:pt x="67105" y="47793"/>
                </a:cubicBezTo>
                <a:lnTo>
                  <a:pt x="67105" y="38602"/>
                </a:lnTo>
                <a:lnTo>
                  <a:pt x="67105" y="34705"/>
                </a:lnTo>
                <a:cubicBezTo>
                  <a:pt x="67105" y="39313"/>
                  <a:pt x="67203" y="43896"/>
                  <a:pt x="67203" y="48405"/>
                </a:cubicBezTo>
                <a:cubicBezTo>
                  <a:pt x="67203" y="48503"/>
                  <a:pt x="67301" y="48503"/>
                  <a:pt x="67301" y="48503"/>
                </a:cubicBezTo>
                <a:cubicBezTo>
                  <a:pt x="67399" y="48503"/>
                  <a:pt x="67399" y="48503"/>
                  <a:pt x="67399" y="48405"/>
                </a:cubicBezTo>
                <a:lnTo>
                  <a:pt x="67399" y="46665"/>
                </a:lnTo>
                <a:lnTo>
                  <a:pt x="67399" y="36960"/>
                </a:lnTo>
                <a:lnTo>
                  <a:pt x="67399" y="35024"/>
                </a:lnTo>
                <a:cubicBezTo>
                  <a:pt x="67497" y="38504"/>
                  <a:pt x="67497" y="42058"/>
                  <a:pt x="67497" y="45636"/>
                </a:cubicBezTo>
                <a:cubicBezTo>
                  <a:pt x="67497" y="45734"/>
                  <a:pt x="67620" y="45734"/>
                  <a:pt x="67620" y="45734"/>
                </a:cubicBezTo>
                <a:cubicBezTo>
                  <a:pt x="67718" y="45734"/>
                  <a:pt x="67718" y="45734"/>
                  <a:pt x="67718" y="45636"/>
                </a:cubicBezTo>
                <a:lnTo>
                  <a:pt x="67718" y="38700"/>
                </a:lnTo>
                <a:lnTo>
                  <a:pt x="67816" y="43087"/>
                </a:lnTo>
                <a:cubicBezTo>
                  <a:pt x="67816" y="43087"/>
                  <a:pt x="67816" y="43185"/>
                  <a:pt x="67914" y="43185"/>
                </a:cubicBezTo>
                <a:lnTo>
                  <a:pt x="68012" y="43087"/>
                </a:lnTo>
                <a:lnTo>
                  <a:pt x="68012" y="42793"/>
                </a:lnTo>
                <a:lnTo>
                  <a:pt x="68110" y="46151"/>
                </a:lnTo>
                <a:cubicBezTo>
                  <a:pt x="68110" y="46151"/>
                  <a:pt x="68110" y="46249"/>
                  <a:pt x="68232" y="46249"/>
                </a:cubicBezTo>
                <a:lnTo>
                  <a:pt x="68330" y="46151"/>
                </a:lnTo>
                <a:lnTo>
                  <a:pt x="68330" y="35440"/>
                </a:lnTo>
                <a:lnTo>
                  <a:pt x="68330" y="27573"/>
                </a:lnTo>
                <a:cubicBezTo>
                  <a:pt x="68428" y="33602"/>
                  <a:pt x="68527" y="39607"/>
                  <a:pt x="68625" y="45538"/>
                </a:cubicBezTo>
                <a:cubicBezTo>
                  <a:pt x="68625" y="45636"/>
                  <a:pt x="68723" y="45636"/>
                  <a:pt x="68723" y="45636"/>
                </a:cubicBezTo>
                <a:cubicBezTo>
                  <a:pt x="68845" y="45636"/>
                  <a:pt x="68845" y="45636"/>
                  <a:pt x="68845" y="45538"/>
                </a:cubicBezTo>
                <a:lnTo>
                  <a:pt x="68845" y="34092"/>
                </a:lnTo>
                <a:lnTo>
                  <a:pt x="68845" y="30416"/>
                </a:lnTo>
                <a:cubicBezTo>
                  <a:pt x="68943" y="34509"/>
                  <a:pt x="68943" y="38602"/>
                  <a:pt x="69041" y="42670"/>
                </a:cubicBezTo>
                <a:cubicBezTo>
                  <a:pt x="69041" y="42670"/>
                  <a:pt x="69041" y="42793"/>
                  <a:pt x="69139" y="42793"/>
                </a:cubicBezTo>
                <a:lnTo>
                  <a:pt x="69139" y="46861"/>
                </a:lnTo>
                <a:cubicBezTo>
                  <a:pt x="69139" y="46959"/>
                  <a:pt x="69237" y="46959"/>
                  <a:pt x="69237" y="46959"/>
                </a:cubicBezTo>
                <a:cubicBezTo>
                  <a:pt x="69335" y="46959"/>
                  <a:pt x="69335" y="46959"/>
                  <a:pt x="69335" y="46861"/>
                </a:cubicBezTo>
                <a:lnTo>
                  <a:pt x="69335" y="34828"/>
                </a:lnTo>
                <a:lnTo>
                  <a:pt x="69335" y="34092"/>
                </a:lnTo>
                <a:cubicBezTo>
                  <a:pt x="69458" y="37156"/>
                  <a:pt x="69458" y="40219"/>
                  <a:pt x="69458" y="43185"/>
                </a:cubicBezTo>
                <a:cubicBezTo>
                  <a:pt x="69458" y="43283"/>
                  <a:pt x="69556" y="43283"/>
                  <a:pt x="69556" y="43283"/>
                </a:cubicBezTo>
                <a:cubicBezTo>
                  <a:pt x="69654" y="43283"/>
                  <a:pt x="69654" y="43283"/>
                  <a:pt x="69654" y="43185"/>
                </a:cubicBezTo>
                <a:lnTo>
                  <a:pt x="69654" y="30833"/>
                </a:lnTo>
                <a:lnTo>
                  <a:pt x="69654" y="28088"/>
                </a:lnTo>
                <a:cubicBezTo>
                  <a:pt x="69752" y="33087"/>
                  <a:pt x="69850" y="38185"/>
                  <a:pt x="69948" y="43185"/>
                </a:cubicBezTo>
                <a:cubicBezTo>
                  <a:pt x="69948" y="43283"/>
                  <a:pt x="69948" y="43283"/>
                  <a:pt x="70071" y="43283"/>
                </a:cubicBezTo>
                <a:cubicBezTo>
                  <a:pt x="70071" y="43283"/>
                  <a:pt x="70169" y="43283"/>
                  <a:pt x="70169" y="43185"/>
                </a:cubicBezTo>
                <a:lnTo>
                  <a:pt x="70169" y="42670"/>
                </a:lnTo>
                <a:cubicBezTo>
                  <a:pt x="70267" y="42670"/>
                  <a:pt x="70267" y="42670"/>
                  <a:pt x="70267" y="42572"/>
                </a:cubicBezTo>
                <a:lnTo>
                  <a:pt x="70267" y="32254"/>
                </a:lnTo>
                <a:cubicBezTo>
                  <a:pt x="70365" y="37156"/>
                  <a:pt x="70463" y="42058"/>
                  <a:pt x="70463" y="46959"/>
                </a:cubicBezTo>
                <a:lnTo>
                  <a:pt x="70561" y="47082"/>
                </a:lnTo>
                <a:cubicBezTo>
                  <a:pt x="70683" y="47082"/>
                  <a:pt x="70683" y="46959"/>
                  <a:pt x="70683" y="46959"/>
                </a:cubicBezTo>
                <a:cubicBezTo>
                  <a:pt x="70781" y="46959"/>
                  <a:pt x="70781" y="46861"/>
                  <a:pt x="70781" y="46861"/>
                </a:cubicBezTo>
                <a:lnTo>
                  <a:pt x="70781" y="33283"/>
                </a:lnTo>
                <a:lnTo>
                  <a:pt x="70781" y="30637"/>
                </a:lnTo>
                <a:cubicBezTo>
                  <a:pt x="70879" y="35636"/>
                  <a:pt x="70977" y="40734"/>
                  <a:pt x="71075" y="45734"/>
                </a:cubicBezTo>
                <a:cubicBezTo>
                  <a:pt x="71075" y="45856"/>
                  <a:pt x="71173" y="45856"/>
                  <a:pt x="71173" y="45856"/>
                </a:cubicBezTo>
                <a:cubicBezTo>
                  <a:pt x="71296" y="45856"/>
                  <a:pt x="71296" y="45856"/>
                  <a:pt x="71296" y="45734"/>
                </a:cubicBezTo>
                <a:lnTo>
                  <a:pt x="71296" y="44827"/>
                </a:lnTo>
                <a:lnTo>
                  <a:pt x="71394" y="44827"/>
                </a:lnTo>
                <a:cubicBezTo>
                  <a:pt x="71394" y="44827"/>
                  <a:pt x="71492" y="44827"/>
                  <a:pt x="71492" y="44729"/>
                </a:cubicBezTo>
                <a:lnTo>
                  <a:pt x="71492" y="44410"/>
                </a:lnTo>
                <a:lnTo>
                  <a:pt x="71492" y="37156"/>
                </a:lnTo>
                <a:cubicBezTo>
                  <a:pt x="71492" y="40538"/>
                  <a:pt x="71590" y="43798"/>
                  <a:pt x="71590" y="47180"/>
                </a:cubicBezTo>
                <a:cubicBezTo>
                  <a:pt x="71590" y="47180"/>
                  <a:pt x="71590" y="47278"/>
                  <a:pt x="71688" y="47278"/>
                </a:cubicBezTo>
                <a:cubicBezTo>
                  <a:pt x="71786" y="47278"/>
                  <a:pt x="71786" y="47180"/>
                  <a:pt x="71786" y="47180"/>
                </a:cubicBezTo>
                <a:lnTo>
                  <a:pt x="71786" y="45636"/>
                </a:lnTo>
                <a:cubicBezTo>
                  <a:pt x="71786" y="45636"/>
                  <a:pt x="71909" y="45636"/>
                  <a:pt x="71909" y="45538"/>
                </a:cubicBezTo>
                <a:lnTo>
                  <a:pt x="71909" y="46861"/>
                </a:lnTo>
                <a:cubicBezTo>
                  <a:pt x="71909" y="46861"/>
                  <a:pt x="71909" y="46959"/>
                  <a:pt x="72007" y="46959"/>
                </a:cubicBezTo>
                <a:lnTo>
                  <a:pt x="72105" y="46861"/>
                </a:lnTo>
                <a:lnTo>
                  <a:pt x="72105" y="44729"/>
                </a:lnTo>
                <a:lnTo>
                  <a:pt x="72203" y="44729"/>
                </a:lnTo>
                <a:cubicBezTo>
                  <a:pt x="72203" y="44729"/>
                  <a:pt x="72301" y="44729"/>
                  <a:pt x="72301" y="44631"/>
                </a:cubicBezTo>
                <a:lnTo>
                  <a:pt x="72301" y="33602"/>
                </a:lnTo>
                <a:cubicBezTo>
                  <a:pt x="72301" y="36862"/>
                  <a:pt x="72301" y="40121"/>
                  <a:pt x="72399" y="43504"/>
                </a:cubicBezTo>
                <a:cubicBezTo>
                  <a:pt x="72399" y="43504"/>
                  <a:pt x="72399" y="43602"/>
                  <a:pt x="72521" y="43602"/>
                </a:cubicBezTo>
                <a:cubicBezTo>
                  <a:pt x="72619" y="43602"/>
                  <a:pt x="72619" y="43504"/>
                  <a:pt x="72619" y="43504"/>
                </a:cubicBezTo>
                <a:lnTo>
                  <a:pt x="72619" y="28578"/>
                </a:lnTo>
                <a:lnTo>
                  <a:pt x="72619" y="26446"/>
                </a:lnTo>
                <a:cubicBezTo>
                  <a:pt x="72718" y="32254"/>
                  <a:pt x="72816" y="37989"/>
                  <a:pt x="73012" y="43602"/>
                </a:cubicBezTo>
                <a:cubicBezTo>
                  <a:pt x="73012" y="43700"/>
                  <a:pt x="73012" y="43700"/>
                  <a:pt x="73134" y="43700"/>
                </a:cubicBezTo>
                <a:cubicBezTo>
                  <a:pt x="73134" y="43700"/>
                  <a:pt x="73232" y="43700"/>
                  <a:pt x="73232" y="43602"/>
                </a:cubicBezTo>
                <a:lnTo>
                  <a:pt x="73232" y="28480"/>
                </a:lnTo>
                <a:lnTo>
                  <a:pt x="73232" y="26544"/>
                </a:lnTo>
                <a:cubicBezTo>
                  <a:pt x="73330" y="32867"/>
                  <a:pt x="73428" y="39215"/>
                  <a:pt x="73526" y="45538"/>
                </a:cubicBezTo>
                <a:cubicBezTo>
                  <a:pt x="73526" y="45538"/>
                  <a:pt x="73526" y="45636"/>
                  <a:pt x="73624" y="45636"/>
                </a:cubicBezTo>
                <a:lnTo>
                  <a:pt x="73747" y="45538"/>
                </a:lnTo>
                <a:lnTo>
                  <a:pt x="73747" y="46347"/>
                </a:lnTo>
                <a:cubicBezTo>
                  <a:pt x="73747" y="46469"/>
                  <a:pt x="73747" y="46469"/>
                  <a:pt x="73845" y="46469"/>
                </a:cubicBezTo>
                <a:cubicBezTo>
                  <a:pt x="73845" y="46469"/>
                  <a:pt x="73943" y="46469"/>
                  <a:pt x="73943" y="46347"/>
                </a:cubicBezTo>
                <a:lnTo>
                  <a:pt x="73943" y="43602"/>
                </a:lnTo>
                <a:cubicBezTo>
                  <a:pt x="73943" y="43700"/>
                  <a:pt x="74041" y="43700"/>
                  <a:pt x="74041" y="43700"/>
                </a:cubicBezTo>
                <a:cubicBezTo>
                  <a:pt x="74139" y="43700"/>
                  <a:pt x="74139" y="43700"/>
                  <a:pt x="74139" y="43602"/>
                </a:cubicBezTo>
                <a:lnTo>
                  <a:pt x="74139" y="41567"/>
                </a:lnTo>
                <a:lnTo>
                  <a:pt x="74237" y="44116"/>
                </a:lnTo>
                <a:cubicBezTo>
                  <a:pt x="74237" y="44214"/>
                  <a:pt x="74237" y="44214"/>
                  <a:pt x="74360" y="44214"/>
                </a:cubicBezTo>
                <a:cubicBezTo>
                  <a:pt x="74360" y="44214"/>
                  <a:pt x="74458" y="44214"/>
                  <a:pt x="74458" y="44116"/>
                </a:cubicBezTo>
                <a:lnTo>
                  <a:pt x="74458" y="34607"/>
                </a:lnTo>
                <a:cubicBezTo>
                  <a:pt x="74458" y="37573"/>
                  <a:pt x="74458" y="40538"/>
                  <a:pt x="74556" y="43406"/>
                </a:cubicBezTo>
                <a:cubicBezTo>
                  <a:pt x="74556" y="43504"/>
                  <a:pt x="74556" y="43504"/>
                  <a:pt x="74654" y="43504"/>
                </a:cubicBezTo>
                <a:lnTo>
                  <a:pt x="74654" y="44018"/>
                </a:lnTo>
                <a:cubicBezTo>
                  <a:pt x="74654" y="44116"/>
                  <a:pt x="74654" y="44116"/>
                  <a:pt x="74752" y="44116"/>
                </a:cubicBezTo>
                <a:cubicBezTo>
                  <a:pt x="74752" y="44116"/>
                  <a:pt x="74850" y="44116"/>
                  <a:pt x="74850" y="44018"/>
                </a:cubicBezTo>
                <a:lnTo>
                  <a:pt x="74850" y="28896"/>
                </a:lnTo>
                <a:cubicBezTo>
                  <a:pt x="74972" y="34411"/>
                  <a:pt x="75070" y="39925"/>
                  <a:pt x="75168" y="45342"/>
                </a:cubicBezTo>
                <a:lnTo>
                  <a:pt x="75168" y="46151"/>
                </a:lnTo>
                <a:lnTo>
                  <a:pt x="75266" y="46249"/>
                </a:lnTo>
                <a:cubicBezTo>
                  <a:pt x="75364" y="46249"/>
                  <a:pt x="75364" y="46151"/>
                  <a:pt x="75364" y="46151"/>
                </a:cubicBezTo>
                <a:lnTo>
                  <a:pt x="75364" y="35636"/>
                </a:lnTo>
                <a:cubicBezTo>
                  <a:pt x="75462" y="38798"/>
                  <a:pt x="75462" y="41862"/>
                  <a:pt x="75585" y="45023"/>
                </a:cubicBezTo>
                <a:cubicBezTo>
                  <a:pt x="75585" y="45023"/>
                  <a:pt x="75585" y="45121"/>
                  <a:pt x="75683" y="45121"/>
                </a:cubicBezTo>
                <a:cubicBezTo>
                  <a:pt x="75683" y="45121"/>
                  <a:pt x="75781" y="45023"/>
                  <a:pt x="75781" y="44925"/>
                </a:cubicBezTo>
                <a:lnTo>
                  <a:pt x="75781" y="43602"/>
                </a:lnTo>
                <a:cubicBezTo>
                  <a:pt x="75781" y="43700"/>
                  <a:pt x="75781" y="43700"/>
                  <a:pt x="75879" y="43700"/>
                </a:cubicBezTo>
                <a:lnTo>
                  <a:pt x="75977" y="44729"/>
                </a:lnTo>
                <a:cubicBezTo>
                  <a:pt x="75977" y="44827"/>
                  <a:pt x="75977" y="44827"/>
                  <a:pt x="76075" y="44827"/>
                </a:cubicBezTo>
                <a:cubicBezTo>
                  <a:pt x="76075" y="44827"/>
                  <a:pt x="76198" y="44827"/>
                  <a:pt x="76198" y="44729"/>
                </a:cubicBezTo>
                <a:lnTo>
                  <a:pt x="76198" y="44827"/>
                </a:lnTo>
                <a:lnTo>
                  <a:pt x="76198" y="44925"/>
                </a:lnTo>
                <a:cubicBezTo>
                  <a:pt x="76198" y="45023"/>
                  <a:pt x="76296" y="45023"/>
                  <a:pt x="76296" y="45023"/>
                </a:cubicBezTo>
                <a:cubicBezTo>
                  <a:pt x="76394" y="45023"/>
                  <a:pt x="76394" y="45023"/>
                  <a:pt x="76394" y="44925"/>
                </a:cubicBezTo>
                <a:lnTo>
                  <a:pt x="76394" y="28578"/>
                </a:lnTo>
                <a:lnTo>
                  <a:pt x="76394" y="27475"/>
                </a:lnTo>
                <a:cubicBezTo>
                  <a:pt x="76492" y="32573"/>
                  <a:pt x="76590" y="37573"/>
                  <a:pt x="76688" y="42572"/>
                </a:cubicBezTo>
                <a:cubicBezTo>
                  <a:pt x="76688" y="42670"/>
                  <a:pt x="76810" y="42670"/>
                  <a:pt x="76810" y="42670"/>
                </a:cubicBezTo>
                <a:lnTo>
                  <a:pt x="76909" y="42670"/>
                </a:lnTo>
                <a:lnTo>
                  <a:pt x="76909" y="46567"/>
                </a:lnTo>
                <a:lnTo>
                  <a:pt x="77007" y="46665"/>
                </a:lnTo>
                <a:cubicBezTo>
                  <a:pt x="77105" y="46665"/>
                  <a:pt x="77105" y="46567"/>
                  <a:pt x="77105" y="46567"/>
                </a:cubicBezTo>
                <a:lnTo>
                  <a:pt x="77105" y="39117"/>
                </a:lnTo>
                <a:cubicBezTo>
                  <a:pt x="77105" y="41053"/>
                  <a:pt x="77203" y="42891"/>
                  <a:pt x="77203" y="44729"/>
                </a:cubicBezTo>
                <a:cubicBezTo>
                  <a:pt x="77203" y="44729"/>
                  <a:pt x="77203" y="44827"/>
                  <a:pt x="77301" y="44827"/>
                </a:cubicBezTo>
                <a:lnTo>
                  <a:pt x="77423" y="44729"/>
                </a:lnTo>
                <a:lnTo>
                  <a:pt x="77423" y="45440"/>
                </a:lnTo>
                <a:cubicBezTo>
                  <a:pt x="77423" y="45440"/>
                  <a:pt x="77423" y="45538"/>
                  <a:pt x="77521" y="45538"/>
                </a:cubicBezTo>
                <a:cubicBezTo>
                  <a:pt x="77619" y="45538"/>
                  <a:pt x="77619" y="45440"/>
                  <a:pt x="77619" y="45440"/>
                </a:cubicBezTo>
                <a:lnTo>
                  <a:pt x="77619" y="29509"/>
                </a:lnTo>
                <a:cubicBezTo>
                  <a:pt x="77717" y="33994"/>
                  <a:pt x="77815" y="38504"/>
                  <a:pt x="77913" y="42891"/>
                </a:cubicBezTo>
                <a:cubicBezTo>
                  <a:pt x="77913" y="42989"/>
                  <a:pt x="77913" y="42989"/>
                  <a:pt x="78036" y="42989"/>
                </a:cubicBezTo>
                <a:cubicBezTo>
                  <a:pt x="78036" y="42989"/>
                  <a:pt x="78134" y="42989"/>
                  <a:pt x="78134" y="42891"/>
                </a:cubicBezTo>
                <a:lnTo>
                  <a:pt x="78134" y="28088"/>
                </a:lnTo>
                <a:cubicBezTo>
                  <a:pt x="78232" y="33602"/>
                  <a:pt x="78330" y="39117"/>
                  <a:pt x="78428" y="44508"/>
                </a:cubicBezTo>
                <a:lnTo>
                  <a:pt x="78526" y="44631"/>
                </a:lnTo>
                <a:lnTo>
                  <a:pt x="78649" y="44631"/>
                </a:lnTo>
                <a:lnTo>
                  <a:pt x="78649" y="46861"/>
                </a:lnTo>
                <a:cubicBezTo>
                  <a:pt x="78649" y="46861"/>
                  <a:pt x="78649" y="46959"/>
                  <a:pt x="78747" y="46959"/>
                </a:cubicBezTo>
                <a:lnTo>
                  <a:pt x="78845" y="46861"/>
                </a:lnTo>
                <a:lnTo>
                  <a:pt x="78845" y="30122"/>
                </a:lnTo>
                <a:cubicBezTo>
                  <a:pt x="78943" y="34926"/>
                  <a:pt x="79041" y="39607"/>
                  <a:pt x="79139" y="44410"/>
                </a:cubicBezTo>
                <a:lnTo>
                  <a:pt x="79261" y="44508"/>
                </a:lnTo>
                <a:cubicBezTo>
                  <a:pt x="79359" y="44508"/>
                  <a:pt x="79359" y="44410"/>
                  <a:pt x="79359" y="44410"/>
                </a:cubicBezTo>
                <a:lnTo>
                  <a:pt x="79359" y="39827"/>
                </a:lnTo>
                <a:cubicBezTo>
                  <a:pt x="79359" y="41151"/>
                  <a:pt x="79457" y="42474"/>
                  <a:pt x="79457" y="43896"/>
                </a:cubicBezTo>
                <a:cubicBezTo>
                  <a:pt x="79457" y="43896"/>
                  <a:pt x="79457" y="44018"/>
                  <a:pt x="79555" y="44018"/>
                </a:cubicBezTo>
                <a:lnTo>
                  <a:pt x="79653" y="43896"/>
                </a:lnTo>
                <a:lnTo>
                  <a:pt x="79653" y="30318"/>
                </a:lnTo>
                <a:cubicBezTo>
                  <a:pt x="79752" y="35220"/>
                  <a:pt x="79874" y="40121"/>
                  <a:pt x="79972" y="44925"/>
                </a:cubicBezTo>
                <a:lnTo>
                  <a:pt x="80070" y="45023"/>
                </a:lnTo>
                <a:lnTo>
                  <a:pt x="80070" y="46959"/>
                </a:lnTo>
                <a:lnTo>
                  <a:pt x="80168" y="47082"/>
                </a:lnTo>
                <a:cubicBezTo>
                  <a:pt x="80266" y="47082"/>
                  <a:pt x="80266" y="46959"/>
                  <a:pt x="80266" y="46959"/>
                </a:cubicBezTo>
                <a:lnTo>
                  <a:pt x="80266" y="32377"/>
                </a:lnTo>
                <a:cubicBezTo>
                  <a:pt x="80364" y="36053"/>
                  <a:pt x="80487" y="39729"/>
                  <a:pt x="80585" y="43406"/>
                </a:cubicBezTo>
                <a:cubicBezTo>
                  <a:pt x="80585" y="43406"/>
                  <a:pt x="80585" y="43504"/>
                  <a:pt x="80683" y="43504"/>
                </a:cubicBezTo>
                <a:lnTo>
                  <a:pt x="80683" y="46249"/>
                </a:lnTo>
                <a:lnTo>
                  <a:pt x="80781" y="46347"/>
                </a:lnTo>
                <a:cubicBezTo>
                  <a:pt x="80879" y="46347"/>
                  <a:pt x="80879" y="46249"/>
                  <a:pt x="80879" y="46249"/>
                </a:cubicBezTo>
                <a:lnTo>
                  <a:pt x="80879" y="42180"/>
                </a:lnTo>
                <a:cubicBezTo>
                  <a:pt x="80977" y="43896"/>
                  <a:pt x="80977" y="45538"/>
                  <a:pt x="80977" y="47278"/>
                </a:cubicBezTo>
                <a:cubicBezTo>
                  <a:pt x="80977" y="47278"/>
                  <a:pt x="80977" y="47376"/>
                  <a:pt x="81100" y="47376"/>
                </a:cubicBezTo>
                <a:lnTo>
                  <a:pt x="81198" y="47278"/>
                </a:lnTo>
                <a:lnTo>
                  <a:pt x="81198" y="45636"/>
                </a:lnTo>
                <a:cubicBezTo>
                  <a:pt x="81198" y="45636"/>
                  <a:pt x="81296" y="45636"/>
                  <a:pt x="81296" y="45538"/>
                </a:cubicBezTo>
                <a:lnTo>
                  <a:pt x="81296" y="47793"/>
                </a:lnTo>
                <a:cubicBezTo>
                  <a:pt x="81296" y="47891"/>
                  <a:pt x="81394" y="47891"/>
                  <a:pt x="81394" y="47891"/>
                </a:cubicBezTo>
                <a:cubicBezTo>
                  <a:pt x="81492" y="47891"/>
                  <a:pt x="81492" y="47891"/>
                  <a:pt x="81492" y="47793"/>
                </a:cubicBezTo>
                <a:lnTo>
                  <a:pt x="81492" y="34313"/>
                </a:lnTo>
                <a:cubicBezTo>
                  <a:pt x="81590" y="37573"/>
                  <a:pt x="81712" y="40832"/>
                  <a:pt x="81810" y="44116"/>
                </a:cubicBezTo>
                <a:cubicBezTo>
                  <a:pt x="81810" y="44214"/>
                  <a:pt x="81810" y="44214"/>
                  <a:pt x="81908" y="44214"/>
                </a:cubicBezTo>
                <a:cubicBezTo>
                  <a:pt x="81908" y="44214"/>
                  <a:pt x="82006" y="44214"/>
                  <a:pt x="82006" y="44116"/>
                </a:cubicBezTo>
                <a:lnTo>
                  <a:pt x="82006" y="33896"/>
                </a:lnTo>
                <a:cubicBezTo>
                  <a:pt x="82006" y="38087"/>
                  <a:pt x="82104" y="42278"/>
                  <a:pt x="82202" y="46347"/>
                </a:cubicBezTo>
                <a:cubicBezTo>
                  <a:pt x="82202" y="46469"/>
                  <a:pt x="82202" y="46469"/>
                  <a:pt x="82325" y="46469"/>
                </a:cubicBezTo>
                <a:cubicBezTo>
                  <a:pt x="82325" y="46469"/>
                  <a:pt x="82423" y="46469"/>
                  <a:pt x="82423" y="46347"/>
                </a:cubicBezTo>
                <a:lnTo>
                  <a:pt x="82423" y="39827"/>
                </a:lnTo>
                <a:cubicBezTo>
                  <a:pt x="82423" y="42058"/>
                  <a:pt x="82423" y="44410"/>
                  <a:pt x="82521" y="46665"/>
                </a:cubicBezTo>
                <a:cubicBezTo>
                  <a:pt x="82521" y="46763"/>
                  <a:pt x="82521" y="46763"/>
                  <a:pt x="82619" y="46763"/>
                </a:cubicBezTo>
                <a:cubicBezTo>
                  <a:pt x="82619" y="46763"/>
                  <a:pt x="82717" y="46763"/>
                  <a:pt x="82717" y="46665"/>
                </a:cubicBezTo>
                <a:lnTo>
                  <a:pt x="82717" y="44214"/>
                </a:lnTo>
                <a:lnTo>
                  <a:pt x="82717" y="44116"/>
                </a:lnTo>
                <a:lnTo>
                  <a:pt x="82717" y="33994"/>
                </a:lnTo>
                <a:cubicBezTo>
                  <a:pt x="82815" y="37376"/>
                  <a:pt x="82938" y="40734"/>
                  <a:pt x="83036" y="44214"/>
                </a:cubicBezTo>
                <a:lnTo>
                  <a:pt x="83036" y="44312"/>
                </a:lnTo>
                <a:lnTo>
                  <a:pt x="83134" y="45342"/>
                </a:lnTo>
                <a:cubicBezTo>
                  <a:pt x="83134" y="45440"/>
                  <a:pt x="83134" y="45440"/>
                  <a:pt x="83232" y="45440"/>
                </a:cubicBezTo>
                <a:cubicBezTo>
                  <a:pt x="83232" y="45440"/>
                  <a:pt x="83330" y="45440"/>
                  <a:pt x="83330" y="45342"/>
                </a:cubicBezTo>
                <a:lnTo>
                  <a:pt x="83330" y="32475"/>
                </a:lnTo>
                <a:cubicBezTo>
                  <a:pt x="83428" y="36960"/>
                  <a:pt x="83550" y="41445"/>
                  <a:pt x="83648" y="45856"/>
                </a:cubicBezTo>
                <a:cubicBezTo>
                  <a:pt x="83648" y="45955"/>
                  <a:pt x="83648" y="45955"/>
                  <a:pt x="83746" y="45955"/>
                </a:cubicBezTo>
                <a:lnTo>
                  <a:pt x="83746" y="48185"/>
                </a:lnTo>
                <a:cubicBezTo>
                  <a:pt x="83746" y="48185"/>
                  <a:pt x="83746" y="48307"/>
                  <a:pt x="83844" y="48307"/>
                </a:cubicBezTo>
                <a:lnTo>
                  <a:pt x="83943" y="48185"/>
                </a:lnTo>
                <a:lnTo>
                  <a:pt x="83943" y="33480"/>
                </a:lnTo>
                <a:cubicBezTo>
                  <a:pt x="84041" y="38185"/>
                  <a:pt x="84163" y="42793"/>
                  <a:pt x="84261" y="47376"/>
                </a:cubicBezTo>
                <a:cubicBezTo>
                  <a:pt x="84261" y="47376"/>
                  <a:pt x="84261" y="47474"/>
                  <a:pt x="84359" y="47474"/>
                </a:cubicBezTo>
                <a:lnTo>
                  <a:pt x="84457" y="47376"/>
                </a:lnTo>
                <a:lnTo>
                  <a:pt x="84457" y="32671"/>
                </a:lnTo>
                <a:cubicBezTo>
                  <a:pt x="84555" y="37769"/>
                  <a:pt x="84653" y="42891"/>
                  <a:pt x="84776" y="47989"/>
                </a:cubicBezTo>
                <a:lnTo>
                  <a:pt x="84874" y="48087"/>
                </a:lnTo>
                <a:cubicBezTo>
                  <a:pt x="84972" y="48087"/>
                  <a:pt x="84972" y="47989"/>
                  <a:pt x="84972" y="47989"/>
                </a:cubicBezTo>
                <a:lnTo>
                  <a:pt x="84972" y="46249"/>
                </a:lnTo>
                <a:lnTo>
                  <a:pt x="85070" y="46249"/>
                </a:lnTo>
                <a:cubicBezTo>
                  <a:pt x="85168" y="46249"/>
                  <a:pt x="85168" y="46151"/>
                  <a:pt x="85168" y="46151"/>
                </a:cubicBezTo>
                <a:lnTo>
                  <a:pt x="85168" y="37058"/>
                </a:lnTo>
                <a:cubicBezTo>
                  <a:pt x="85266" y="40121"/>
                  <a:pt x="85389" y="43283"/>
                  <a:pt x="85389" y="46469"/>
                </a:cubicBezTo>
                <a:lnTo>
                  <a:pt x="85487" y="46567"/>
                </a:lnTo>
                <a:cubicBezTo>
                  <a:pt x="85585" y="46567"/>
                  <a:pt x="85585" y="46469"/>
                  <a:pt x="85585" y="46469"/>
                </a:cubicBezTo>
                <a:lnTo>
                  <a:pt x="85585" y="33896"/>
                </a:lnTo>
                <a:cubicBezTo>
                  <a:pt x="85781" y="38798"/>
                  <a:pt x="85879" y="43700"/>
                  <a:pt x="86001" y="48601"/>
                </a:cubicBezTo>
                <a:cubicBezTo>
                  <a:pt x="86001" y="48601"/>
                  <a:pt x="86001" y="48699"/>
                  <a:pt x="86099" y="48699"/>
                </a:cubicBezTo>
                <a:cubicBezTo>
                  <a:pt x="86197" y="48699"/>
                  <a:pt x="86197" y="48601"/>
                  <a:pt x="86197" y="48601"/>
                </a:cubicBezTo>
                <a:lnTo>
                  <a:pt x="86197" y="38185"/>
                </a:lnTo>
                <a:cubicBezTo>
                  <a:pt x="86295" y="40538"/>
                  <a:pt x="86295" y="42891"/>
                  <a:pt x="86295" y="45121"/>
                </a:cubicBezTo>
                <a:cubicBezTo>
                  <a:pt x="86295" y="45244"/>
                  <a:pt x="86393" y="45244"/>
                  <a:pt x="86393" y="45244"/>
                </a:cubicBezTo>
                <a:cubicBezTo>
                  <a:pt x="86491" y="45244"/>
                  <a:pt x="86491" y="45244"/>
                  <a:pt x="86491" y="45121"/>
                </a:cubicBezTo>
                <a:lnTo>
                  <a:pt x="86491" y="36666"/>
                </a:lnTo>
                <a:cubicBezTo>
                  <a:pt x="86614" y="40023"/>
                  <a:pt x="86712" y="43406"/>
                  <a:pt x="86810" y="46665"/>
                </a:cubicBezTo>
                <a:cubicBezTo>
                  <a:pt x="86810" y="46763"/>
                  <a:pt x="86908" y="46763"/>
                  <a:pt x="86908" y="46763"/>
                </a:cubicBezTo>
                <a:cubicBezTo>
                  <a:pt x="87006" y="46763"/>
                  <a:pt x="87006" y="46763"/>
                  <a:pt x="87006" y="46665"/>
                </a:cubicBezTo>
                <a:lnTo>
                  <a:pt x="87006" y="42058"/>
                </a:lnTo>
                <a:cubicBezTo>
                  <a:pt x="87006" y="43798"/>
                  <a:pt x="87104" y="45440"/>
                  <a:pt x="87104" y="47180"/>
                </a:cubicBezTo>
                <a:cubicBezTo>
                  <a:pt x="87104" y="47278"/>
                  <a:pt x="87104" y="47278"/>
                  <a:pt x="87227" y="47278"/>
                </a:cubicBezTo>
                <a:cubicBezTo>
                  <a:pt x="87325" y="47278"/>
                  <a:pt x="87325" y="47278"/>
                  <a:pt x="87325" y="47180"/>
                </a:cubicBezTo>
                <a:lnTo>
                  <a:pt x="87325" y="49018"/>
                </a:lnTo>
                <a:lnTo>
                  <a:pt x="87423" y="49116"/>
                </a:lnTo>
                <a:cubicBezTo>
                  <a:pt x="87521" y="49116"/>
                  <a:pt x="87521" y="49018"/>
                  <a:pt x="87521" y="49018"/>
                </a:cubicBezTo>
                <a:lnTo>
                  <a:pt x="87521" y="48601"/>
                </a:lnTo>
                <a:lnTo>
                  <a:pt x="87619" y="48601"/>
                </a:lnTo>
                <a:cubicBezTo>
                  <a:pt x="87619" y="48601"/>
                  <a:pt x="87717" y="48601"/>
                  <a:pt x="87717" y="48503"/>
                </a:cubicBezTo>
                <a:lnTo>
                  <a:pt x="87717" y="37058"/>
                </a:lnTo>
                <a:cubicBezTo>
                  <a:pt x="87839" y="40440"/>
                  <a:pt x="87839" y="43798"/>
                  <a:pt x="87937" y="47180"/>
                </a:cubicBezTo>
                <a:cubicBezTo>
                  <a:pt x="87937" y="47278"/>
                  <a:pt x="88035" y="47278"/>
                  <a:pt x="88035" y="47278"/>
                </a:cubicBezTo>
                <a:cubicBezTo>
                  <a:pt x="88134" y="47278"/>
                  <a:pt x="88134" y="47278"/>
                  <a:pt x="88134" y="47180"/>
                </a:cubicBezTo>
                <a:lnTo>
                  <a:pt x="88134" y="43406"/>
                </a:lnTo>
                <a:cubicBezTo>
                  <a:pt x="88232" y="45023"/>
                  <a:pt x="88232" y="46763"/>
                  <a:pt x="88232" y="48405"/>
                </a:cubicBezTo>
                <a:lnTo>
                  <a:pt x="88330" y="48503"/>
                </a:lnTo>
                <a:cubicBezTo>
                  <a:pt x="88452" y="48503"/>
                  <a:pt x="88452" y="48405"/>
                  <a:pt x="88452" y="48405"/>
                </a:cubicBezTo>
                <a:lnTo>
                  <a:pt x="88452" y="45734"/>
                </a:lnTo>
                <a:lnTo>
                  <a:pt x="88550" y="45856"/>
                </a:lnTo>
                <a:cubicBezTo>
                  <a:pt x="88648" y="45856"/>
                  <a:pt x="88648" y="45734"/>
                  <a:pt x="88648" y="45734"/>
                </a:cubicBezTo>
                <a:lnTo>
                  <a:pt x="88648" y="35734"/>
                </a:lnTo>
                <a:cubicBezTo>
                  <a:pt x="88746" y="40023"/>
                  <a:pt x="88844" y="44312"/>
                  <a:pt x="88942" y="48601"/>
                </a:cubicBezTo>
                <a:lnTo>
                  <a:pt x="89065" y="48699"/>
                </a:lnTo>
                <a:cubicBezTo>
                  <a:pt x="89163" y="48699"/>
                  <a:pt x="89163" y="48601"/>
                  <a:pt x="89163" y="48601"/>
                </a:cubicBezTo>
                <a:lnTo>
                  <a:pt x="89163" y="40538"/>
                </a:lnTo>
                <a:cubicBezTo>
                  <a:pt x="89261" y="43185"/>
                  <a:pt x="89261" y="45734"/>
                  <a:pt x="89359" y="48405"/>
                </a:cubicBezTo>
                <a:cubicBezTo>
                  <a:pt x="89359" y="48405"/>
                  <a:pt x="89359" y="48503"/>
                  <a:pt x="89457" y="48503"/>
                </a:cubicBezTo>
                <a:cubicBezTo>
                  <a:pt x="89555" y="48503"/>
                  <a:pt x="89555" y="48405"/>
                  <a:pt x="89555" y="48405"/>
                </a:cubicBezTo>
                <a:lnTo>
                  <a:pt x="89555" y="38087"/>
                </a:lnTo>
                <a:cubicBezTo>
                  <a:pt x="89678" y="41567"/>
                  <a:pt x="89776" y="45121"/>
                  <a:pt x="89874" y="48601"/>
                </a:cubicBezTo>
                <a:cubicBezTo>
                  <a:pt x="89874" y="48699"/>
                  <a:pt x="89874" y="48699"/>
                  <a:pt x="89972" y="48699"/>
                </a:cubicBezTo>
                <a:cubicBezTo>
                  <a:pt x="89972" y="48699"/>
                  <a:pt x="90070" y="48699"/>
                  <a:pt x="90070" y="48601"/>
                </a:cubicBezTo>
                <a:lnTo>
                  <a:pt x="90070" y="47572"/>
                </a:lnTo>
                <a:cubicBezTo>
                  <a:pt x="90168" y="47572"/>
                  <a:pt x="90168" y="47474"/>
                  <a:pt x="90168" y="47474"/>
                </a:cubicBezTo>
                <a:lnTo>
                  <a:pt x="90168" y="37278"/>
                </a:lnTo>
                <a:cubicBezTo>
                  <a:pt x="90388" y="40636"/>
                  <a:pt x="90486" y="44116"/>
                  <a:pt x="90584" y="47474"/>
                </a:cubicBezTo>
                <a:cubicBezTo>
                  <a:pt x="90584" y="47474"/>
                  <a:pt x="90584" y="47572"/>
                  <a:pt x="90682" y="47572"/>
                </a:cubicBezTo>
                <a:cubicBezTo>
                  <a:pt x="90780" y="47572"/>
                  <a:pt x="90780" y="47474"/>
                  <a:pt x="90780" y="47474"/>
                </a:cubicBezTo>
                <a:lnTo>
                  <a:pt x="90780" y="46567"/>
                </a:lnTo>
                <a:lnTo>
                  <a:pt x="90780" y="46469"/>
                </a:lnTo>
                <a:lnTo>
                  <a:pt x="90780" y="39215"/>
                </a:lnTo>
                <a:cubicBezTo>
                  <a:pt x="90903" y="41862"/>
                  <a:pt x="90903" y="44631"/>
                  <a:pt x="91001" y="47376"/>
                </a:cubicBezTo>
                <a:cubicBezTo>
                  <a:pt x="91001" y="47376"/>
                  <a:pt x="91001" y="47474"/>
                  <a:pt x="91099" y="47474"/>
                </a:cubicBezTo>
                <a:lnTo>
                  <a:pt x="91197" y="47376"/>
                </a:lnTo>
                <a:lnTo>
                  <a:pt x="91197" y="49018"/>
                </a:lnTo>
                <a:cubicBezTo>
                  <a:pt x="91197" y="49018"/>
                  <a:pt x="91197" y="49116"/>
                  <a:pt x="91295" y="49116"/>
                </a:cubicBezTo>
                <a:cubicBezTo>
                  <a:pt x="91393" y="49116"/>
                  <a:pt x="91393" y="49018"/>
                  <a:pt x="91393" y="49018"/>
                </a:cubicBezTo>
                <a:lnTo>
                  <a:pt x="91393" y="39117"/>
                </a:lnTo>
                <a:cubicBezTo>
                  <a:pt x="91516" y="42793"/>
                  <a:pt x="91614" y="46347"/>
                  <a:pt x="91712" y="49925"/>
                </a:cubicBezTo>
                <a:cubicBezTo>
                  <a:pt x="91712" y="50023"/>
                  <a:pt x="91712" y="50023"/>
                  <a:pt x="91810" y="50023"/>
                </a:cubicBezTo>
                <a:cubicBezTo>
                  <a:pt x="91810" y="50023"/>
                  <a:pt x="91908" y="50023"/>
                  <a:pt x="91908" y="49925"/>
                </a:cubicBezTo>
                <a:lnTo>
                  <a:pt x="91908" y="40636"/>
                </a:lnTo>
                <a:cubicBezTo>
                  <a:pt x="91908" y="43406"/>
                  <a:pt x="92006" y="46249"/>
                  <a:pt x="92128" y="49018"/>
                </a:cubicBezTo>
                <a:cubicBezTo>
                  <a:pt x="92128" y="49018"/>
                  <a:pt x="92128" y="49116"/>
                  <a:pt x="92226" y="49116"/>
                </a:cubicBezTo>
                <a:lnTo>
                  <a:pt x="92325" y="49018"/>
                </a:lnTo>
                <a:lnTo>
                  <a:pt x="92325" y="39509"/>
                </a:lnTo>
                <a:cubicBezTo>
                  <a:pt x="92325" y="42891"/>
                  <a:pt x="92423" y="46249"/>
                  <a:pt x="92521" y="49631"/>
                </a:cubicBezTo>
                <a:cubicBezTo>
                  <a:pt x="92521" y="49631"/>
                  <a:pt x="92521" y="49729"/>
                  <a:pt x="92619" y="49729"/>
                </a:cubicBezTo>
                <a:lnTo>
                  <a:pt x="92741" y="49631"/>
                </a:lnTo>
                <a:lnTo>
                  <a:pt x="92741" y="38798"/>
                </a:lnTo>
                <a:cubicBezTo>
                  <a:pt x="92839" y="42474"/>
                  <a:pt x="92937" y="46151"/>
                  <a:pt x="93035" y="49729"/>
                </a:cubicBezTo>
                <a:cubicBezTo>
                  <a:pt x="93035" y="49827"/>
                  <a:pt x="93035" y="49827"/>
                  <a:pt x="93133" y="49827"/>
                </a:cubicBezTo>
                <a:cubicBezTo>
                  <a:pt x="93133" y="49827"/>
                  <a:pt x="93231" y="49827"/>
                  <a:pt x="93231" y="49729"/>
                </a:cubicBezTo>
                <a:lnTo>
                  <a:pt x="93231" y="48601"/>
                </a:lnTo>
                <a:cubicBezTo>
                  <a:pt x="93354" y="48601"/>
                  <a:pt x="93354" y="48601"/>
                  <a:pt x="93354" y="48503"/>
                </a:cubicBezTo>
                <a:lnTo>
                  <a:pt x="93354" y="47891"/>
                </a:lnTo>
                <a:cubicBezTo>
                  <a:pt x="93452" y="47891"/>
                  <a:pt x="93550" y="47891"/>
                  <a:pt x="93550" y="47793"/>
                </a:cubicBezTo>
                <a:lnTo>
                  <a:pt x="93550" y="48405"/>
                </a:lnTo>
                <a:lnTo>
                  <a:pt x="93550" y="48503"/>
                </a:lnTo>
                <a:lnTo>
                  <a:pt x="93648" y="50244"/>
                </a:lnTo>
                <a:cubicBezTo>
                  <a:pt x="93648" y="50244"/>
                  <a:pt x="93648" y="50342"/>
                  <a:pt x="93746" y="50342"/>
                </a:cubicBezTo>
                <a:lnTo>
                  <a:pt x="93844" y="50244"/>
                </a:lnTo>
                <a:lnTo>
                  <a:pt x="93844" y="49214"/>
                </a:lnTo>
                <a:cubicBezTo>
                  <a:pt x="93844" y="49312"/>
                  <a:pt x="93844" y="49312"/>
                  <a:pt x="93967" y="49312"/>
                </a:cubicBezTo>
                <a:cubicBezTo>
                  <a:pt x="93967" y="49312"/>
                  <a:pt x="94065" y="49312"/>
                  <a:pt x="94065" y="49214"/>
                </a:cubicBezTo>
                <a:lnTo>
                  <a:pt x="94065" y="50342"/>
                </a:lnTo>
                <a:cubicBezTo>
                  <a:pt x="94065" y="50440"/>
                  <a:pt x="94163" y="50440"/>
                  <a:pt x="94163" y="50440"/>
                </a:cubicBezTo>
                <a:cubicBezTo>
                  <a:pt x="94261" y="50440"/>
                  <a:pt x="94261" y="50440"/>
                  <a:pt x="94261" y="50342"/>
                </a:cubicBezTo>
                <a:lnTo>
                  <a:pt x="94261" y="42793"/>
                </a:lnTo>
                <a:cubicBezTo>
                  <a:pt x="94359" y="44631"/>
                  <a:pt x="94359" y="46469"/>
                  <a:pt x="94457" y="48307"/>
                </a:cubicBezTo>
                <a:cubicBezTo>
                  <a:pt x="94457" y="48405"/>
                  <a:pt x="94457" y="48405"/>
                  <a:pt x="94579" y="48405"/>
                </a:cubicBezTo>
                <a:cubicBezTo>
                  <a:pt x="94579" y="48405"/>
                  <a:pt x="94677" y="48405"/>
                  <a:pt x="94677" y="48307"/>
                </a:cubicBezTo>
                <a:lnTo>
                  <a:pt x="94677" y="45244"/>
                </a:lnTo>
                <a:cubicBezTo>
                  <a:pt x="94677" y="46665"/>
                  <a:pt x="94677" y="48087"/>
                  <a:pt x="94775" y="49631"/>
                </a:cubicBezTo>
                <a:cubicBezTo>
                  <a:pt x="94775" y="49631"/>
                  <a:pt x="94775" y="49729"/>
                  <a:pt x="94873" y="49729"/>
                </a:cubicBezTo>
                <a:lnTo>
                  <a:pt x="94971" y="49631"/>
                </a:lnTo>
                <a:lnTo>
                  <a:pt x="94971" y="42989"/>
                </a:lnTo>
                <a:cubicBezTo>
                  <a:pt x="94971" y="45244"/>
                  <a:pt x="95069" y="47474"/>
                  <a:pt x="95069" y="49827"/>
                </a:cubicBezTo>
                <a:lnTo>
                  <a:pt x="95192" y="49925"/>
                </a:lnTo>
                <a:cubicBezTo>
                  <a:pt x="95290" y="49925"/>
                  <a:pt x="95290" y="49827"/>
                  <a:pt x="95290" y="49827"/>
                </a:cubicBezTo>
                <a:lnTo>
                  <a:pt x="95290" y="39729"/>
                </a:lnTo>
                <a:cubicBezTo>
                  <a:pt x="95388" y="42891"/>
                  <a:pt x="95486" y="45955"/>
                  <a:pt x="95584" y="49116"/>
                </a:cubicBezTo>
                <a:lnTo>
                  <a:pt x="95682" y="49214"/>
                </a:lnTo>
                <a:cubicBezTo>
                  <a:pt x="95805" y="49214"/>
                  <a:pt x="95805" y="49116"/>
                  <a:pt x="95805" y="49116"/>
                </a:cubicBezTo>
                <a:lnTo>
                  <a:pt x="95805" y="41665"/>
                </a:lnTo>
                <a:cubicBezTo>
                  <a:pt x="95903" y="44214"/>
                  <a:pt x="96001" y="46763"/>
                  <a:pt x="96099" y="49312"/>
                </a:cubicBezTo>
                <a:cubicBezTo>
                  <a:pt x="96099" y="49410"/>
                  <a:pt x="96099" y="49410"/>
                  <a:pt x="96197" y="49410"/>
                </a:cubicBezTo>
                <a:cubicBezTo>
                  <a:pt x="96197" y="49410"/>
                  <a:pt x="96295" y="49410"/>
                  <a:pt x="96295" y="49312"/>
                </a:cubicBezTo>
                <a:lnTo>
                  <a:pt x="96295" y="44018"/>
                </a:lnTo>
                <a:cubicBezTo>
                  <a:pt x="96295" y="45734"/>
                  <a:pt x="96417" y="47376"/>
                  <a:pt x="96417" y="49116"/>
                </a:cubicBezTo>
                <a:lnTo>
                  <a:pt x="96417" y="49214"/>
                </a:lnTo>
                <a:lnTo>
                  <a:pt x="96417" y="49729"/>
                </a:lnTo>
                <a:cubicBezTo>
                  <a:pt x="96417" y="49827"/>
                  <a:pt x="96516" y="49827"/>
                  <a:pt x="96516" y="49827"/>
                </a:cubicBezTo>
                <a:cubicBezTo>
                  <a:pt x="96614" y="49827"/>
                  <a:pt x="96614" y="49827"/>
                  <a:pt x="96614" y="49729"/>
                </a:cubicBezTo>
                <a:lnTo>
                  <a:pt x="96614" y="40955"/>
                </a:lnTo>
                <a:cubicBezTo>
                  <a:pt x="96712" y="43798"/>
                  <a:pt x="96908" y="46763"/>
                  <a:pt x="97030" y="49533"/>
                </a:cubicBezTo>
                <a:lnTo>
                  <a:pt x="97030" y="50342"/>
                </a:lnTo>
                <a:cubicBezTo>
                  <a:pt x="97030" y="50440"/>
                  <a:pt x="97128" y="50440"/>
                  <a:pt x="97128" y="50440"/>
                </a:cubicBezTo>
                <a:cubicBezTo>
                  <a:pt x="97226" y="50440"/>
                  <a:pt x="97226" y="50440"/>
                  <a:pt x="97226" y="50342"/>
                </a:cubicBezTo>
                <a:lnTo>
                  <a:pt x="97226" y="44729"/>
                </a:lnTo>
                <a:cubicBezTo>
                  <a:pt x="97324" y="46567"/>
                  <a:pt x="97324" y="48405"/>
                  <a:pt x="97324" y="50342"/>
                </a:cubicBezTo>
                <a:lnTo>
                  <a:pt x="97422" y="50342"/>
                </a:lnTo>
                <a:cubicBezTo>
                  <a:pt x="97520" y="50342"/>
                  <a:pt x="97520" y="50342"/>
                  <a:pt x="97520" y="50244"/>
                </a:cubicBezTo>
                <a:lnTo>
                  <a:pt x="97520" y="41567"/>
                </a:lnTo>
                <a:cubicBezTo>
                  <a:pt x="97643" y="44508"/>
                  <a:pt x="97839" y="47376"/>
                  <a:pt x="97937" y="50244"/>
                </a:cubicBezTo>
                <a:cubicBezTo>
                  <a:pt x="97937" y="50342"/>
                  <a:pt x="97937" y="50342"/>
                  <a:pt x="98035" y="50342"/>
                </a:cubicBezTo>
                <a:cubicBezTo>
                  <a:pt x="98035" y="50342"/>
                  <a:pt x="98133" y="50342"/>
                  <a:pt x="98133" y="50244"/>
                </a:cubicBezTo>
                <a:lnTo>
                  <a:pt x="98133" y="45440"/>
                </a:lnTo>
                <a:cubicBezTo>
                  <a:pt x="98133" y="46861"/>
                  <a:pt x="98256" y="48185"/>
                  <a:pt x="98256" y="49631"/>
                </a:cubicBezTo>
                <a:cubicBezTo>
                  <a:pt x="98256" y="49631"/>
                  <a:pt x="98256" y="49729"/>
                  <a:pt x="98354" y="49729"/>
                </a:cubicBezTo>
                <a:cubicBezTo>
                  <a:pt x="98452" y="49729"/>
                  <a:pt x="98452" y="49631"/>
                  <a:pt x="98452" y="49631"/>
                </a:cubicBezTo>
                <a:lnTo>
                  <a:pt x="98452" y="45440"/>
                </a:lnTo>
                <a:cubicBezTo>
                  <a:pt x="98452" y="46763"/>
                  <a:pt x="98550" y="48185"/>
                  <a:pt x="98550" y="49533"/>
                </a:cubicBezTo>
                <a:cubicBezTo>
                  <a:pt x="98550" y="49533"/>
                  <a:pt x="98550" y="49631"/>
                  <a:pt x="98648" y="49631"/>
                </a:cubicBezTo>
                <a:lnTo>
                  <a:pt x="98746" y="49533"/>
                </a:lnTo>
                <a:lnTo>
                  <a:pt x="98746" y="43185"/>
                </a:lnTo>
                <a:cubicBezTo>
                  <a:pt x="98868" y="45440"/>
                  <a:pt x="98966" y="47572"/>
                  <a:pt x="99064" y="49729"/>
                </a:cubicBezTo>
                <a:cubicBezTo>
                  <a:pt x="99064" y="49827"/>
                  <a:pt x="99064" y="49827"/>
                  <a:pt x="99162" y="49827"/>
                </a:cubicBezTo>
                <a:lnTo>
                  <a:pt x="99162" y="50244"/>
                </a:lnTo>
                <a:cubicBezTo>
                  <a:pt x="99162" y="50244"/>
                  <a:pt x="99162" y="50342"/>
                  <a:pt x="99260" y="50342"/>
                </a:cubicBezTo>
                <a:cubicBezTo>
                  <a:pt x="99359" y="50342"/>
                  <a:pt x="99359" y="50244"/>
                  <a:pt x="99359" y="50244"/>
                </a:cubicBezTo>
                <a:lnTo>
                  <a:pt x="99359" y="45955"/>
                </a:lnTo>
                <a:cubicBezTo>
                  <a:pt x="99359" y="47793"/>
                  <a:pt x="99481" y="49533"/>
                  <a:pt x="99481" y="51371"/>
                </a:cubicBezTo>
                <a:lnTo>
                  <a:pt x="99579" y="51469"/>
                </a:lnTo>
                <a:cubicBezTo>
                  <a:pt x="99677" y="51469"/>
                  <a:pt x="99677" y="51371"/>
                  <a:pt x="99677" y="51371"/>
                </a:cubicBezTo>
                <a:lnTo>
                  <a:pt x="99677" y="41764"/>
                </a:lnTo>
                <a:cubicBezTo>
                  <a:pt x="99775" y="44508"/>
                  <a:pt x="99971" y="47180"/>
                  <a:pt x="100094" y="49827"/>
                </a:cubicBezTo>
                <a:cubicBezTo>
                  <a:pt x="100094" y="49925"/>
                  <a:pt x="100094" y="49925"/>
                  <a:pt x="100192" y="49925"/>
                </a:cubicBezTo>
                <a:lnTo>
                  <a:pt x="100192" y="50636"/>
                </a:lnTo>
                <a:cubicBezTo>
                  <a:pt x="100192" y="50636"/>
                  <a:pt x="100192" y="50758"/>
                  <a:pt x="100290" y="50758"/>
                </a:cubicBezTo>
                <a:lnTo>
                  <a:pt x="100290" y="50954"/>
                </a:lnTo>
                <a:cubicBezTo>
                  <a:pt x="100290" y="50954"/>
                  <a:pt x="100290" y="51052"/>
                  <a:pt x="100388" y="51052"/>
                </a:cubicBezTo>
                <a:lnTo>
                  <a:pt x="100486" y="50954"/>
                </a:lnTo>
                <a:lnTo>
                  <a:pt x="100486" y="46347"/>
                </a:lnTo>
                <a:cubicBezTo>
                  <a:pt x="100486" y="47793"/>
                  <a:pt x="100486" y="49214"/>
                  <a:pt x="100584" y="50758"/>
                </a:cubicBezTo>
                <a:lnTo>
                  <a:pt x="100584" y="50856"/>
                </a:lnTo>
                <a:lnTo>
                  <a:pt x="100584" y="51567"/>
                </a:lnTo>
                <a:lnTo>
                  <a:pt x="100707" y="51665"/>
                </a:lnTo>
                <a:cubicBezTo>
                  <a:pt x="100805" y="51665"/>
                  <a:pt x="100805" y="51567"/>
                  <a:pt x="100805" y="51567"/>
                </a:cubicBezTo>
                <a:lnTo>
                  <a:pt x="100805" y="49312"/>
                </a:lnTo>
                <a:cubicBezTo>
                  <a:pt x="100805" y="49827"/>
                  <a:pt x="100903" y="50342"/>
                  <a:pt x="100903" y="50856"/>
                </a:cubicBezTo>
                <a:lnTo>
                  <a:pt x="101001" y="50954"/>
                </a:lnTo>
                <a:lnTo>
                  <a:pt x="101099" y="50856"/>
                </a:lnTo>
                <a:lnTo>
                  <a:pt x="101099" y="42474"/>
                </a:lnTo>
                <a:cubicBezTo>
                  <a:pt x="101197" y="45244"/>
                  <a:pt x="101319" y="47891"/>
                  <a:pt x="101417" y="50538"/>
                </a:cubicBezTo>
                <a:lnTo>
                  <a:pt x="101515" y="50636"/>
                </a:lnTo>
                <a:cubicBezTo>
                  <a:pt x="101613" y="50636"/>
                  <a:pt x="101613" y="50538"/>
                  <a:pt x="101613" y="50538"/>
                </a:cubicBezTo>
                <a:lnTo>
                  <a:pt x="101613" y="44214"/>
                </a:lnTo>
                <a:cubicBezTo>
                  <a:pt x="101711" y="46249"/>
                  <a:pt x="101809" y="48307"/>
                  <a:pt x="101932" y="50342"/>
                </a:cubicBezTo>
                <a:cubicBezTo>
                  <a:pt x="101932" y="50342"/>
                  <a:pt x="101932" y="50440"/>
                  <a:pt x="102030" y="50440"/>
                </a:cubicBezTo>
                <a:cubicBezTo>
                  <a:pt x="102030" y="50440"/>
                  <a:pt x="102030" y="50538"/>
                  <a:pt x="102128" y="50538"/>
                </a:cubicBezTo>
                <a:lnTo>
                  <a:pt x="102226" y="50440"/>
                </a:lnTo>
                <a:lnTo>
                  <a:pt x="102226" y="43602"/>
                </a:lnTo>
                <a:cubicBezTo>
                  <a:pt x="102324" y="45734"/>
                  <a:pt x="102324" y="47989"/>
                  <a:pt x="102422" y="50146"/>
                </a:cubicBezTo>
                <a:lnTo>
                  <a:pt x="102545" y="50244"/>
                </a:lnTo>
                <a:cubicBezTo>
                  <a:pt x="102643" y="50244"/>
                  <a:pt x="102643" y="50146"/>
                  <a:pt x="102643" y="50146"/>
                </a:cubicBezTo>
                <a:lnTo>
                  <a:pt x="102643" y="43406"/>
                </a:lnTo>
                <a:cubicBezTo>
                  <a:pt x="102839" y="45440"/>
                  <a:pt x="102937" y="47474"/>
                  <a:pt x="103035" y="49533"/>
                </a:cubicBezTo>
                <a:lnTo>
                  <a:pt x="103035" y="49631"/>
                </a:lnTo>
                <a:lnTo>
                  <a:pt x="103035" y="50244"/>
                </a:lnTo>
                <a:lnTo>
                  <a:pt x="103157" y="50342"/>
                </a:lnTo>
                <a:cubicBezTo>
                  <a:pt x="103255" y="50342"/>
                  <a:pt x="103255" y="50244"/>
                  <a:pt x="103255" y="50244"/>
                </a:cubicBezTo>
                <a:lnTo>
                  <a:pt x="103255" y="48307"/>
                </a:lnTo>
                <a:cubicBezTo>
                  <a:pt x="103353" y="49312"/>
                  <a:pt x="103353" y="50342"/>
                  <a:pt x="103353" y="51469"/>
                </a:cubicBezTo>
                <a:lnTo>
                  <a:pt x="103451" y="51567"/>
                </a:lnTo>
                <a:cubicBezTo>
                  <a:pt x="103550" y="51567"/>
                  <a:pt x="103550" y="51469"/>
                  <a:pt x="103550" y="51469"/>
                </a:cubicBezTo>
                <a:lnTo>
                  <a:pt x="103550" y="45342"/>
                </a:lnTo>
                <a:cubicBezTo>
                  <a:pt x="103648" y="46959"/>
                  <a:pt x="103648" y="48601"/>
                  <a:pt x="103770" y="50244"/>
                </a:cubicBezTo>
                <a:cubicBezTo>
                  <a:pt x="103770" y="50244"/>
                  <a:pt x="103770" y="50342"/>
                  <a:pt x="103868" y="50342"/>
                </a:cubicBezTo>
                <a:cubicBezTo>
                  <a:pt x="103966" y="50342"/>
                  <a:pt x="103966" y="50244"/>
                  <a:pt x="103966" y="50244"/>
                </a:cubicBezTo>
                <a:lnTo>
                  <a:pt x="103966" y="43896"/>
                </a:lnTo>
                <a:cubicBezTo>
                  <a:pt x="104064" y="45734"/>
                  <a:pt x="104162" y="47695"/>
                  <a:pt x="104260" y="49410"/>
                </a:cubicBezTo>
                <a:cubicBezTo>
                  <a:pt x="104260" y="49533"/>
                  <a:pt x="104383" y="49533"/>
                  <a:pt x="104383" y="49533"/>
                </a:cubicBezTo>
                <a:lnTo>
                  <a:pt x="104481" y="49533"/>
                </a:lnTo>
                <a:lnTo>
                  <a:pt x="104481" y="49410"/>
                </a:lnTo>
                <a:lnTo>
                  <a:pt x="104481" y="44116"/>
                </a:lnTo>
                <a:cubicBezTo>
                  <a:pt x="104579" y="45856"/>
                  <a:pt x="104677" y="47572"/>
                  <a:pt x="104775" y="49214"/>
                </a:cubicBezTo>
                <a:cubicBezTo>
                  <a:pt x="104775" y="49312"/>
                  <a:pt x="104873" y="49312"/>
                  <a:pt x="104873" y="49312"/>
                </a:cubicBezTo>
                <a:cubicBezTo>
                  <a:pt x="104996" y="49312"/>
                  <a:pt x="104996" y="49214"/>
                  <a:pt x="104996" y="49214"/>
                </a:cubicBezTo>
                <a:lnTo>
                  <a:pt x="104996" y="44827"/>
                </a:lnTo>
                <a:cubicBezTo>
                  <a:pt x="105094" y="46665"/>
                  <a:pt x="105192" y="48405"/>
                  <a:pt x="105290" y="50146"/>
                </a:cubicBezTo>
                <a:lnTo>
                  <a:pt x="105388" y="50244"/>
                </a:lnTo>
                <a:cubicBezTo>
                  <a:pt x="105486" y="50244"/>
                  <a:pt x="105486" y="50146"/>
                  <a:pt x="105486" y="50146"/>
                </a:cubicBezTo>
                <a:lnTo>
                  <a:pt x="105486" y="49925"/>
                </a:lnTo>
                <a:lnTo>
                  <a:pt x="105608" y="49925"/>
                </a:lnTo>
                <a:lnTo>
                  <a:pt x="105608" y="44214"/>
                </a:lnTo>
                <a:cubicBezTo>
                  <a:pt x="105608" y="46151"/>
                  <a:pt x="105706" y="48087"/>
                  <a:pt x="105804" y="50023"/>
                </a:cubicBezTo>
                <a:lnTo>
                  <a:pt x="105902" y="50146"/>
                </a:lnTo>
                <a:lnTo>
                  <a:pt x="106000" y="50146"/>
                </a:lnTo>
                <a:lnTo>
                  <a:pt x="106000" y="50023"/>
                </a:lnTo>
                <a:lnTo>
                  <a:pt x="106000" y="44312"/>
                </a:lnTo>
                <a:cubicBezTo>
                  <a:pt x="106221" y="46053"/>
                  <a:pt x="106319" y="47695"/>
                  <a:pt x="106417" y="49312"/>
                </a:cubicBezTo>
                <a:cubicBezTo>
                  <a:pt x="106417" y="49312"/>
                  <a:pt x="106417" y="49410"/>
                  <a:pt x="106515" y="49410"/>
                </a:cubicBezTo>
                <a:cubicBezTo>
                  <a:pt x="106613" y="49410"/>
                  <a:pt x="106613" y="49312"/>
                  <a:pt x="106613" y="49312"/>
                </a:cubicBezTo>
                <a:lnTo>
                  <a:pt x="106613" y="44925"/>
                </a:lnTo>
                <a:cubicBezTo>
                  <a:pt x="106711" y="46665"/>
                  <a:pt x="106834" y="48405"/>
                  <a:pt x="106932" y="50023"/>
                </a:cubicBezTo>
                <a:cubicBezTo>
                  <a:pt x="106932" y="50146"/>
                  <a:pt x="106932" y="50146"/>
                  <a:pt x="107030" y="50146"/>
                </a:cubicBezTo>
                <a:cubicBezTo>
                  <a:pt x="107030" y="50146"/>
                  <a:pt x="107128" y="50146"/>
                  <a:pt x="107128" y="50023"/>
                </a:cubicBezTo>
                <a:lnTo>
                  <a:pt x="107128" y="44827"/>
                </a:lnTo>
                <a:cubicBezTo>
                  <a:pt x="107226" y="46567"/>
                  <a:pt x="107324" y="48185"/>
                  <a:pt x="107446" y="49729"/>
                </a:cubicBezTo>
                <a:lnTo>
                  <a:pt x="107544" y="49827"/>
                </a:lnTo>
                <a:cubicBezTo>
                  <a:pt x="107642" y="49827"/>
                  <a:pt x="107642" y="49729"/>
                  <a:pt x="107642" y="49729"/>
                </a:cubicBezTo>
                <a:lnTo>
                  <a:pt x="107642" y="49533"/>
                </a:lnTo>
                <a:lnTo>
                  <a:pt x="107741" y="49533"/>
                </a:lnTo>
                <a:cubicBezTo>
                  <a:pt x="107741" y="49533"/>
                  <a:pt x="107839" y="49533"/>
                  <a:pt x="107839" y="49410"/>
                </a:cubicBezTo>
                <a:lnTo>
                  <a:pt x="107839" y="44508"/>
                </a:lnTo>
                <a:lnTo>
                  <a:pt x="107839" y="43798"/>
                </a:lnTo>
                <a:cubicBezTo>
                  <a:pt x="107937" y="45244"/>
                  <a:pt x="108059" y="46763"/>
                  <a:pt x="108157" y="48185"/>
                </a:cubicBezTo>
                <a:lnTo>
                  <a:pt x="108157" y="49631"/>
                </a:lnTo>
                <a:cubicBezTo>
                  <a:pt x="108157" y="49729"/>
                  <a:pt x="108255" y="49729"/>
                  <a:pt x="108255" y="49729"/>
                </a:cubicBezTo>
                <a:cubicBezTo>
                  <a:pt x="108353" y="49729"/>
                  <a:pt x="108353" y="49729"/>
                  <a:pt x="108353" y="49631"/>
                </a:cubicBezTo>
                <a:lnTo>
                  <a:pt x="108353" y="45023"/>
                </a:lnTo>
                <a:lnTo>
                  <a:pt x="108353" y="44410"/>
                </a:lnTo>
                <a:cubicBezTo>
                  <a:pt x="108451" y="46053"/>
                  <a:pt x="108549" y="47572"/>
                  <a:pt x="108672" y="49018"/>
                </a:cubicBezTo>
                <a:cubicBezTo>
                  <a:pt x="108672" y="49116"/>
                  <a:pt x="108770" y="49116"/>
                  <a:pt x="108770" y="49116"/>
                </a:cubicBezTo>
                <a:cubicBezTo>
                  <a:pt x="108868" y="49116"/>
                  <a:pt x="108868" y="49116"/>
                  <a:pt x="108868" y="49018"/>
                </a:cubicBezTo>
                <a:lnTo>
                  <a:pt x="108868" y="46151"/>
                </a:lnTo>
                <a:cubicBezTo>
                  <a:pt x="108966" y="46959"/>
                  <a:pt x="108966" y="47793"/>
                  <a:pt x="108966" y="48503"/>
                </a:cubicBezTo>
                <a:cubicBezTo>
                  <a:pt x="108966" y="48601"/>
                  <a:pt x="109064" y="48601"/>
                  <a:pt x="109064" y="48601"/>
                </a:cubicBezTo>
                <a:cubicBezTo>
                  <a:pt x="109162" y="48601"/>
                  <a:pt x="109162" y="48601"/>
                  <a:pt x="109162" y="48503"/>
                </a:cubicBezTo>
                <a:lnTo>
                  <a:pt x="109162" y="44410"/>
                </a:lnTo>
                <a:cubicBezTo>
                  <a:pt x="109285" y="45636"/>
                  <a:pt x="109383" y="46763"/>
                  <a:pt x="109383" y="47891"/>
                </a:cubicBezTo>
                <a:cubicBezTo>
                  <a:pt x="109383" y="47989"/>
                  <a:pt x="109481" y="47989"/>
                  <a:pt x="109481" y="47989"/>
                </a:cubicBezTo>
                <a:cubicBezTo>
                  <a:pt x="109579" y="47989"/>
                  <a:pt x="109579" y="47989"/>
                  <a:pt x="109579" y="47891"/>
                </a:cubicBezTo>
                <a:lnTo>
                  <a:pt x="109579" y="44018"/>
                </a:lnTo>
                <a:lnTo>
                  <a:pt x="109579" y="43406"/>
                </a:lnTo>
                <a:cubicBezTo>
                  <a:pt x="109677" y="45023"/>
                  <a:pt x="109897" y="46567"/>
                  <a:pt x="109995" y="47989"/>
                </a:cubicBezTo>
                <a:cubicBezTo>
                  <a:pt x="109995" y="48087"/>
                  <a:pt x="109995" y="48087"/>
                  <a:pt x="110093" y="48087"/>
                </a:cubicBezTo>
                <a:cubicBezTo>
                  <a:pt x="110093" y="48087"/>
                  <a:pt x="110191" y="48087"/>
                  <a:pt x="110191" y="47989"/>
                </a:cubicBezTo>
                <a:lnTo>
                  <a:pt x="110191" y="48185"/>
                </a:lnTo>
                <a:lnTo>
                  <a:pt x="110289" y="48307"/>
                </a:lnTo>
                <a:cubicBezTo>
                  <a:pt x="110387" y="48307"/>
                  <a:pt x="110387" y="48185"/>
                  <a:pt x="110387" y="48185"/>
                </a:cubicBezTo>
                <a:lnTo>
                  <a:pt x="110387" y="47376"/>
                </a:lnTo>
                <a:lnTo>
                  <a:pt x="110387" y="47278"/>
                </a:lnTo>
                <a:lnTo>
                  <a:pt x="110387" y="46151"/>
                </a:lnTo>
                <a:cubicBezTo>
                  <a:pt x="110387" y="46469"/>
                  <a:pt x="110510" y="46763"/>
                  <a:pt x="110510" y="47082"/>
                </a:cubicBezTo>
                <a:cubicBezTo>
                  <a:pt x="110510" y="47082"/>
                  <a:pt x="110510" y="47180"/>
                  <a:pt x="110608" y="47180"/>
                </a:cubicBezTo>
                <a:lnTo>
                  <a:pt x="110706" y="47082"/>
                </a:lnTo>
                <a:lnTo>
                  <a:pt x="110706" y="44312"/>
                </a:lnTo>
                <a:cubicBezTo>
                  <a:pt x="110706" y="45440"/>
                  <a:pt x="110804" y="46567"/>
                  <a:pt x="110902" y="47695"/>
                </a:cubicBezTo>
                <a:cubicBezTo>
                  <a:pt x="110902" y="47793"/>
                  <a:pt x="110902" y="47793"/>
                  <a:pt x="111000" y="47793"/>
                </a:cubicBezTo>
                <a:cubicBezTo>
                  <a:pt x="111123" y="47793"/>
                  <a:pt x="111123" y="47695"/>
                  <a:pt x="111123" y="47695"/>
                </a:cubicBezTo>
                <a:lnTo>
                  <a:pt x="111123" y="44508"/>
                </a:lnTo>
                <a:cubicBezTo>
                  <a:pt x="111123" y="45440"/>
                  <a:pt x="111221" y="46249"/>
                  <a:pt x="111319" y="47180"/>
                </a:cubicBezTo>
                <a:lnTo>
                  <a:pt x="111417" y="47278"/>
                </a:lnTo>
                <a:cubicBezTo>
                  <a:pt x="111417" y="47180"/>
                  <a:pt x="111515" y="47180"/>
                  <a:pt x="111515" y="47082"/>
                </a:cubicBezTo>
                <a:lnTo>
                  <a:pt x="111515" y="46665"/>
                </a:lnTo>
                <a:cubicBezTo>
                  <a:pt x="111613" y="46665"/>
                  <a:pt x="111613" y="46665"/>
                  <a:pt x="111613" y="46567"/>
                </a:cubicBezTo>
                <a:lnTo>
                  <a:pt x="111613" y="46151"/>
                </a:lnTo>
                <a:cubicBezTo>
                  <a:pt x="111613" y="46249"/>
                  <a:pt x="111735" y="46249"/>
                  <a:pt x="111735" y="46249"/>
                </a:cubicBezTo>
                <a:cubicBezTo>
                  <a:pt x="111833" y="46249"/>
                  <a:pt x="111833" y="46249"/>
                  <a:pt x="111833" y="46151"/>
                </a:cubicBezTo>
                <a:lnTo>
                  <a:pt x="111833" y="43896"/>
                </a:lnTo>
                <a:cubicBezTo>
                  <a:pt x="111932" y="44827"/>
                  <a:pt x="112030" y="45636"/>
                  <a:pt x="112030" y="46567"/>
                </a:cubicBezTo>
                <a:lnTo>
                  <a:pt x="112128" y="46665"/>
                </a:lnTo>
                <a:cubicBezTo>
                  <a:pt x="112226" y="46567"/>
                  <a:pt x="112226" y="46567"/>
                  <a:pt x="112226" y="46469"/>
                </a:cubicBezTo>
                <a:lnTo>
                  <a:pt x="112226" y="46151"/>
                </a:lnTo>
                <a:cubicBezTo>
                  <a:pt x="112226" y="46249"/>
                  <a:pt x="112348" y="46249"/>
                  <a:pt x="112348" y="46249"/>
                </a:cubicBezTo>
                <a:cubicBezTo>
                  <a:pt x="112446" y="46249"/>
                  <a:pt x="112446" y="46249"/>
                  <a:pt x="112446" y="46151"/>
                </a:cubicBezTo>
                <a:lnTo>
                  <a:pt x="112446" y="45955"/>
                </a:lnTo>
                <a:cubicBezTo>
                  <a:pt x="112544" y="45955"/>
                  <a:pt x="112544" y="45955"/>
                  <a:pt x="112544" y="45856"/>
                </a:cubicBezTo>
                <a:lnTo>
                  <a:pt x="112544" y="43406"/>
                </a:lnTo>
                <a:lnTo>
                  <a:pt x="112544" y="42670"/>
                </a:lnTo>
                <a:cubicBezTo>
                  <a:pt x="112642" y="43602"/>
                  <a:pt x="112740" y="44631"/>
                  <a:pt x="112838" y="45440"/>
                </a:cubicBezTo>
                <a:cubicBezTo>
                  <a:pt x="112838" y="45538"/>
                  <a:pt x="112838" y="45538"/>
                  <a:pt x="112961" y="45538"/>
                </a:cubicBezTo>
                <a:cubicBezTo>
                  <a:pt x="112961" y="45538"/>
                  <a:pt x="113059" y="45538"/>
                  <a:pt x="113059" y="45440"/>
                </a:cubicBezTo>
                <a:lnTo>
                  <a:pt x="113059" y="45342"/>
                </a:lnTo>
                <a:lnTo>
                  <a:pt x="113059" y="45244"/>
                </a:lnTo>
                <a:lnTo>
                  <a:pt x="113157" y="45244"/>
                </a:lnTo>
                <a:cubicBezTo>
                  <a:pt x="113157" y="45244"/>
                  <a:pt x="113255" y="45244"/>
                  <a:pt x="113255" y="45121"/>
                </a:cubicBezTo>
                <a:lnTo>
                  <a:pt x="113255" y="43602"/>
                </a:lnTo>
                <a:cubicBezTo>
                  <a:pt x="113255" y="44312"/>
                  <a:pt x="113353" y="44925"/>
                  <a:pt x="113353" y="45636"/>
                </a:cubicBezTo>
                <a:lnTo>
                  <a:pt x="113451" y="45734"/>
                </a:lnTo>
                <a:cubicBezTo>
                  <a:pt x="113574" y="45734"/>
                  <a:pt x="113574" y="45636"/>
                  <a:pt x="113574" y="45636"/>
                </a:cubicBezTo>
                <a:lnTo>
                  <a:pt x="113574" y="43700"/>
                </a:lnTo>
                <a:cubicBezTo>
                  <a:pt x="113672" y="44116"/>
                  <a:pt x="113672" y="44631"/>
                  <a:pt x="113672" y="45023"/>
                </a:cubicBezTo>
                <a:lnTo>
                  <a:pt x="113770" y="45121"/>
                </a:lnTo>
                <a:cubicBezTo>
                  <a:pt x="113868" y="45121"/>
                  <a:pt x="113868" y="45023"/>
                  <a:pt x="113868" y="45023"/>
                </a:cubicBezTo>
                <a:lnTo>
                  <a:pt x="113868" y="43185"/>
                </a:lnTo>
                <a:lnTo>
                  <a:pt x="113868" y="41567"/>
                </a:lnTo>
                <a:cubicBezTo>
                  <a:pt x="113966" y="42376"/>
                  <a:pt x="114186" y="43185"/>
                  <a:pt x="114284" y="43896"/>
                </a:cubicBezTo>
                <a:cubicBezTo>
                  <a:pt x="114284" y="44018"/>
                  <a:pt x="114382" y="44018"/>
                  <a:pt x="114382" y="44018"/>
                </a:cubicBezTo>
                <a:cubicBezTo>
                  <a:pt x="114480" y="44018"/>
                  <a:pt x="114480" y="44018"/>
                  <a:pt x="114480" y="43896"/>
                </a:cubicBezTo>
                <a:lnTo>
                  <a:pt x="114480" y="42376"/>
                </a:lnTo>
                <a:lnTo>
                  <a:pt x="114480" y="41960"/>
                </a:lnTo>
                <a:cubicBezTo>
                  <a:pt x="114578" y="42572"/>
                  <a:pt x="114578" y="43185"/>
                  <a:pt x="114676" y="43700"/>
                </a:cubicBezTo>
                <a:cubicBezTo>
                  <a:pt x="114676" y="43798"/>
                  <a:pt x="114799" y="43896"/>
                  <a:pt x="114799" y="43896"/>
                </a:cubicBezTo>
                <a:cubicBezTo>
                  <a:pt x="114897" y="43896"/>
                  <a:pt x="114897" y="43798"/>
                  <a:pt x="114897" y="43700"/>
                </a:cubicBezTo>
                <a:lnTo>
                  <a:pt x="114897" y="42376"/>
                </a:lnTo>
                <a:lnTo>
                  <a:pt x="114897" y="41053"/>
                </a:lnTo>
                <a:cubicBezTo>
                  <a:pt x="114995" y="41862"/>
                  <a:pt x="115093" y="42572"/>
                  <a:pt x="115289" y="43283"/>
                </a:cubicBezTo>
                <a:cubicBezTo>
                  <a:pt x="115289" y="43283"/>
                  <a:pt x="115289" y="43406"/>
                  <a:pt x="115412" y="43406"/>
                </a:cubicBezTo>
                <a:lnTo>
                  <a:pt x="115510" y="43283"/>
                </a:lnTo>
                <a:lnTo>
                  <a:pt x="115510" y="42989"/>
                </a:lnTo>
                <a:cubicBezTo>
                  <a:pt x="115608" y="42989"/>
                  <a:pt x="115608" y="42989"/>
                  <a:pt x="115608" y="42891"/>
                </a:cubicBezTo>
                <a:lnTo>
                  <a:pt x="115608" y="41764"/>
                </a:lnTo>
                <a:lnTo>
                  <a:pt x="115608" y="41151"/>
                </a:lnTo>
                <a:cubicBezTo>
                  <a:pt x="115706" y="41567"/>
                  <a:pt x="115706" y="41862"/>
                  <a:pt x="115804" y="42278"/>
                </a:cubicBezTo>
                <a:cubicBezTo>
                  <a:pt x="115804" y="42278"/>
                  <a:pt x="115804" y="42376"/>
                  <a:pt x="115902" y="42376"/>
                </a:cubicBezTo>
                <a:lnTo>
                  <a:pt x="116024" y="42278"/>
                </a:lnTo>
                <a:lnTo>
                  <a:pt x="116024" y="41249"/>
                </a:lnTo>
                <a:lnTo>
                  <a:pt x="116024" y="40955"/>
                </a:lnTo>
                <a:cubicBezTo>
                  <a:pt x="116024" y="41347"/>
                  <a:pt x="116024" y="41764"/>
                  <a:pt x="116123" y="42058"/>
                </a:cubicBezTo>
                <a:cubicBezTo>
                  <a:pt x="116123" y="42180"/>
                  <a:pt x="116123" y="42180"/>
                  <a:pt x="116221" y="42180"/>
                </a:cubicBezTo>
                <a:cubicBezTo>
                  <a:pt x="116221" y="42180"/>
                  <a:pt x="116319" y="42180"/>
                  <a:pt x="116319" y="42058"/>
                </a:cubicBezTo>
                <a:lnTo>
                  <a:pt x="116319" y="41151"/>
                </a:lnTo>
                <a:lnTo>
                  <a:pt x="116319" y="40342"/>
                </a:lnTo>
                <a:cubicBezTo>
                  <a:pt x="116319" y="40832"/>
                  <a:pt x="116417" y="41249"/>
                  <a:pt x="116515" y="41567"/>
                </a:cubicBezTo>
                <a:cubicBezTo>
                  <a:pt x="116515" y="41665"/>
                  <a:pt x="116515" y="41665"/>
                  <a:pt x="116637" y="41665"/>
                </a:cubicBezTo>
                <a:cubicBezTo>
                  <a:pt x="116637" y="41665"/>
                  <a:pt x="116735" y="41665"/>
                  <a:pt x="116735" y="41567"/>
                </a:cubicBezTo>
                <a:lnTo>
                  <a:pt x="116735" y="40734"/>
                </a:lnTo>
                <a:lnTo>
                  <a:pt x="116735" y="39509"/>
                </a:lnTo>
                <a:cubicBezTo>
                  <a:pt x="116833" y="39925"/>
                  <a:pt x="116931" y="40342"/>
                  <a:pt x="117127" y="40636"/>
                </a:cubicBezTo>
                <a:cubicBezTo>
                  <a:pt x="117127" y="40734"/>
                  <a:pt x="117127" y="40734"/>
                  <a:pt x="117250" y="40734"/>
                </a:cubicBezTo>
                <a:lnTo>
                  <a:pt x="117250" y="40636"/>
                </a:lnTo>
                <a:lnTo>
                  <a:pt x="117250" y="40023"/>
                </a:lnTo>
                <a:cubicBezTo>
                  <a:pt x="117250" y="39925"/>
                  <a:pt x="117348" y="39925"/>
                  <a:pt x="117348" y="39925"/>
                </a:cubicBezTo>
                <a:lnTo>
                  <a:pt x="117348" y="39215"/>
                </a:lnTo>
                <a:cubicBezTo>
                  <a:pt x="117348" y="39509"/>
                  <a:pt x="117446" y="39827"/>
                  <a:pt x="117544" y="40121"/>
                </a:cubicBezTo>
                <a:lnTo>
                  <a:pt x="117642" y="40121"/>
                </a:lnTo>
                <a:cubicBezTo>
                  <a:pt x="117740" y="40121"/>
                  <a:pt x="117740" y="40121"/>
                  <a:pt x="117740" y="40023"/>
                </a:cubicBezTo>
                <a:lnTo>
                  <a:pt x="117740" y="39509"/>
                </a:lnTo>
                <a:lnTo>
                  <a:pt x="117740" y="38700"/>
                </a:lnTo>
                <a:cubicBezTo>
                  <a:pt x="117863" y="38994"/>
                  <a:pt x="117863" y="39313"/>
                  <a:pt x="117961" y="39509"/>
                </a:cubicBezTo>
                <a:cubicBezTo>
                  <a:pt x="117961" y="39607"/>
                  <a:pt x="117961" y="39607"/>
                  <a:pt x="118059" y="39607"/>
                </a:cubicBezTo>
                <a:lnTo>
                  <a:pt x="118157" y="39509"/>
                </a:lnTo>
                <a:lnTo>
                  <a:pt x="118157" y="39117"/>
                </a:lnTo>
                <a:lnTo>
                  <a:pt x="118157" y="38087"/>
                </a:lnTo>
                <a:cubicBezTo>
                  <a:pt x="118255" y="38381"/>
                  <a:pt x="118353" y="38700"/>
                  <a:pt x="118475" y="38896"/>
                </a:cubicBezTo>
                <a:cubicBezTo>
                  <a:pt x="118475" y="38896"/>
                  <a:pt x="118475" y="38940"/>
                  <a:pt x="118504" y="38940"/>
                </a:cubicBezTo>
                <a:cubicBezTo>
                  <a:pt x="118519" y="38940"/>
                  <a:pt x="118541" y="38929"/>
                  <a:pt x="118573" y="38896"/>
                </a:cubicBezTo>
                <a:lnTo>
                  <a:pt x="118573" y="38798"/>
                </a:lnTo>
                <a:lnTo>
                  <a:pt x="118573" y="38504"/>
                </a:lnTo>
                <a:cubicBezTo>
                  <a:pt x="118671" y="38602"/>
                  <a:pt x="118671" y="38602"/>
                  <a:pt x="118671" y="38700"/>
                </a:cubicBezTo>
                <a:cubicBezTo>
                  <a:pt x="118671" y="38798"/>
                  <a:pt x="118671" y="38798"/>
                  <a:pt x="118769" y="38798"/>
                </a:cubicBezTo>
                <a:cubicBezTo>
                  <a:pt x="118769" y="38798"/>
                  <a:pt x="118867" y="38798"/>
                  <a:pt x="118867" y="38700"/>
                </a:cubicBezTo>
                <a:lnTo>
                  <a:pt x="118867" y="38381"/>
                </a:lnTo>
                <a:lnTo>
                  <a:pt x="118867" y="37278"/>
                </a:lnTo>
                <a:cubicBezTo>
                  <a:pt x="118966" y="37474"/>
                  <a:pt x="119088" y="37671"/>
                  <a:pt x="119186" y="37769"/>
                </a:cubicBezTo>
                <a:cubicBezTo>
                  <a:pt x="119186" y="37891"/>
                  <a:pt x="119284" y="37891"/>
                  <a:pt x="119284" y="37891"/>
                </a:cubicBezTo>
                <a:cubicBezTo>
                  <a:pt x="119382" y="37891"/>
                  <a:pt x="119382" y="37769"/>
                  <a:pt x="119382" y="37769"/>
                </a:cubicBezTo>
                <a:lnTo>
                  <a:pt x="119382" y="37573"/>
                </a:lnTo>
                <a:lnTo>
                  <a:pt x="119382" y="36862"/>
                </a:lnTo>
                <a:cubicBezTo>
                  <a:pt x="119382" y="36960"/>
                  <a:pt x="119480" y="37058"/>
                  <a:pt x="119578" y="37278"/>
                </a:cubicBezTo>
                <a:lnTo>
                  <a:pt x="119701" y="37278"/>
                </a:lnTo>
                <a:lnTo>
                  <a:pt x="119701" y="37156"/>
                </a:lnTo>
                <a:lnTo>
                  <a:pt x="119701" y="37058"/>
                </a:lnTo>
                <a:lnTo>
                  <a:pt x="119799" y="37058"/>
                </a:lnTo>
                <a:lnTo>
                  <a:pt x="119799" y="36764"/>
                </a:lnTo>
                <a:cubicBezTo>
                  <a:pt x="119799" y="36862"/>
                  <a:pt x="119897" y="36862"/>
                  <a:pt x="119897" y="36862"/>
                </a:cubicBezTo>
                <a:cubicBezTo>
                  <a:pt x="119995" y="36862"/>
                  <a:pt x="119995" y="36764"/>
                  <a:pt x="119995" y="36764"/>
                </a:cubicBezTo>
                <a:lnTo>
                  <a:pt x="119995" y="36666"/>
                </a:lnTo>
                <a:lnTo>
                  <a:pt x="119995" y="36249"/>
                </a:lnTo>
                <a:lnTo>
                  <a:pt x="120191" y="36249"/>
                </a:lnTo>
                <a:cubicBezTo>
                  <a:pt x="120314" y="36249"/>
                  <a:pt x="120314" y="36249"/>
                  <a:pt x="120314" y="36151"/>
                </a:cubicBezTo>
                <a:lnTo>
                  <a:pt x="120314" y="36053"/>
                </a:lnTo>
                <a:lnTo>
                  <a:pt x="120314" y="35440"/>
                </a:lnTo>
                <a:lnTo>
                  <a:pt x="120510" y="35636"/>
                </a:lnTo>
                <a:lnTo>
                  <a:pt x="120608" y="35636"/>
                </a:lnTo>
                <a:lnTo>
                  <a:pt x="120608" y="35538"/>
                </a:lnTo>
                <a:lnTo>
                  <a:pt x="120608" y="35440"/>
                </a:lnTo>
                <a:lnTo>
                  <a:pt x="120608" y="34828"/>
                </a:lnTo>
                <a:cubicBezTo>
                  <a:pt x="120659" y="34853"/>
                  <a:pt x="120712" y="34866"/>
                  <a:pt x="120765" y="34866"/>
                </a:cubicBezTo>
                <a:cubicBezTo>
                  <a:pt x="120911" y="34866"/>
                  <a:pt x="121050" y="34770"/>
                  <a:pt x="121122" y="34607"/>
                </a:cubicBezTo>
                <a:cubicBezTo>
                  <a:pt x="121220" y="34607"/>
                  <a:pt x="121220" y="34607"/>
                  <a:pt x="121220" y="34509"/>
                </a:cubicBezTo>
                <a:lnTo>
                  <a:pt x="121220" y="34313"/>
                </a:lnTo>
                <a:lnTo>
                  <a:pt x="121318" y="34313"/>
                </a:lnTo>
                <a:lnTo>
                  <a:pt x="121318" y="34215"/>
                </a:lnTo>
                <a:lnTo>
                  <a:pt x="121318" y="33896"/>
                </a:lnTo>
                <a:lnTo>
                  <a:pt x="121539" y="33896"/>
                </a:lnTo>
                <a:lnTo>
                  <a:pt x="121539" y="33798"/>
                </a:lnTo>
                <a:lnTo>
                  <a:pt x="121539" y="33602"/>
                </a:lnTo>
                <a:cubicBezTo>
                  <a:pt x="121735" y="33480"/>
                  <a:pt x="121833" y="33382"/>
                  <a:pt x="121931" y="33185"/>
                </a:cubicBezTo>
                <a:lnTo>
                  <a:pt x="121931" y="33087"/>
                </a:lnTo>
                <a:cubicBezTo>
                  <a:pt x="121931" y="32989"/>
                  <a:pt x="121833" y="32989"/>
                  <a:pt x="121833" y="32989"/>
                </a:cubicBezTo>
                <a:lnTo>
                  <a:pt x="121735" y="32989"/>
                </a:lnTo>
                <a:lnTo>
                  <a:pt x="121735" y="33087"/>
                </a:lnTo>
                <a:cubicBezTo>
                  <a:pt x="121637" y="33283"/>
                  <a:pt x="121539" y="33382"/>
                  <a:pt x="121416" y="33480"/>
                </a:cubicBezTo>
                <a:cubicBezTo>
                  <a:pt x="121416" y="33480"/>
                  <a:pt x="121318" y="33480"/>
                  <a:pt x="121318" y="33602"/>
                </a:cubicBezTo>
                <a:lnTo>
                  <a:pt x="121318" y="33700"/>
                </a:lnTo>
                <a:lnTo>
                  <a:pt x="121220" y="33700"/>
                </a:lnTo>
                <a:lnTo>
                  <a:pt x="121122" y="33798"/>
                </a:lnTo>
                <a:lnTo>
                  <a:pt x="121122" y="33896"/>
                </a:lnTo>
                <a:lnTo>
                  <a:pt x="121024" y="33994"/>
                </a:lnTo>
                <a:lnTo>
                  <a:pt x="121024" y="34092"/>
                </a:lnTo>
                <a:lnTo>
                  <a:pt x="121024" y="34509"/>
                </a:lnTo>
                <a:cubicBezTo>
                  <a:pt x="120804" y="34607"/>
                  <a:pt x="120706" y="34607"/>
                  <a:pt x="120608" y="34607"/>
                </a:cubicBezTo>
                <a:lnTo>
                  <a:pt x="120510" y="34607"/>
                </a:lnTo>
                <a:cubicBezTo>
                  <a:pt x="120510" y="34607"/>
                  <a:pt x="120412" y="34607"/>
                  <a:pt x="120412" y="34705"/>
                </a:cubicBezTo>
                <a:lnTo>
                  <a:pt x="120412" y="35220"/>
                </a:lnTo>
                <a:cubicBezTo>
                  <a:pt x="120412" y="35122"/>
                  <a:pt x="120412" y="35024"/>
                  <a:pt x="120314" y="35024"/>
                </a:cubicBezTo>
                <a:cubicBezTo>
                  <a:pt x="120314" y="34926"/>
                  <a:pt x="120314" y="34926"/>
                  <a:pt x="120191" y="34926"/>
                </a:cubicBezTo>
                <a:lnTo>
                  <a:pt x="120191" y="35024"/>
                </a:lnTo>
                <a:lnTo>
                  <a:pt x="120093" y="35024"/>
                </a:lnTo>
                <a:cubicBezTo>
                  <a:pt x="120093" y="35024"/>
                  <a:pt x="119995" y="35024"/>
                  <a:pt x="119995" y="35122"/>
                </a:cubicBezTo>
                <a:lnTo>
                  <a:pt x="119995" y="35220"/>
                </a:lnTo>
                <a:lnTo>
                  <a:pt x="119897" y="35220"/>
                </a:lnTo>
                <a:cubicBezTo>
                  <a:pt x="119897" y="35220"/>
                  <a:pt x="119799" y="35220"/>
                  <a:pt x="119799" y="35318"/>
                </a:cubicBezTo>
                <a:lnTo>
                  <a:pt x="119799" y="35440"/>
                </a:lnTo>
                <a:lnTo>
                  <a:pt x="119799" y="35832"/>
                </a:lnTo>
                <a:cubicBezTo>
                  <a:pt x="119799" y="35734"/>
                  <a:pt x="119799" y="35636"/>
                  <a:pt x="119701" y="35538"/>
                </a:cubicBezTo>
                <a:lnTo>
                  <a:pt x="119578" y="35538"/>
                </a:lnTo>
                <a:cubicBezTo>
                  <a:pt x="119578" y="35538"/>
                  <a:pt x="119480" y="35538"/>
                  <a:pt x="119480" y="35636"/>
                </a:cubicBezTo>
                <a:lnTo>
                  <a:pt x="119480" y="35734"/>
                </a:lnTo>
                <a:lnTo>
                  <a:pt x="119480" y="36445"/>
                </a:lnTo>
                <a:cubicBezTo>
                  <a:pt x="119480" y="36347"/>
                  <a:pt x="119382" y="36151"/>
                  <a:pt x="119382" y="35930"/>
                </a:cubicBezTo>
                <a:lnTo>
                  <a:pt x="119284" y="35832"/>
                </a:lnTo>
                <a:cubicBezTo>
                  <a:pt x="119186" y="35832"/>
                  <a:pt x="119186" y="35930"/>
                  <a:pt x="119186" y="35930"/>
                </a:cubicBezTo>
                <a:lnTo>
                  <a:pt x="119186" y="36151"/>
                </a:lnTo>
                <a:lnTo>
                  <a:pt x="119186" y="37156"/>
                </a:lnTo>
                <a:cubicBezTo>
                  <a:pt x="119088" y="36960"/>
                  <a:pt x="118966" y="36666"/>
                  <a:pt x="118867" y="36347"/>
                </a:cubicBezTo>
                <a:lnTo>
                  <a:pt x="118769" y="36347"/>
                </a:lnTo>
                <a:cubicBezTo>
                  <a:pt x="118671" y="36347"/>
                  <a:pt x="118671" y="36347"/>
                  <a:pt x="118671" y="36445"/>
                </a:cubicBezTo>
                <a:lnTo>
                  <a:pt x="118671" y="36764"/>
                </a:lnTo>
                <a:lnTo>
                  <a:pt x="118671" y="36862"/>
                </a:lnTo>
                <a:cubicBezTo>
                  <a:pt x="118671" y="36764"/>
                  <a:pt x="118671" y="36666"/>
                  <a:pt x="118573" y="36543"/>
                </a:cubicBezTo>
                <a:cubicBezTo>
                  <a:pt x="118573" y="36543"/>
                  <a:pt x="118573" y="36500"/>
                  <a:pt x="118544" y="36500"/>
                </a:cubicBezTo>
                <a:cubicBezTo>
                  <a:pt x="118530" y="36500"/>
                  <a:pt x="118508" y="36510"/>
                  <a:pt x="118475" y="36543"/>
                </a:cubicBezTo>
                <a:cubicBezTo>
                  <a:pt x="118475" y="36543"/>
                  <a:pt x="118353" y="36543"/>
                  <a:pt x="118353" y="36666"/>
                </a:cubicBezTo>
                <a:lnTo>
                  <a:pt x="118353" y="36960"/>
                </a:lnTo>
                <a:lnTo>
                  <a:pt x="118353" y="37891"/>
                </a:lnTo>
                <a:cubicBezTo>
                  <a:pt x="118255" y="37573"/>
                  <a:pt x="118255" y="37278"/>
                  <a:pt x="118157" y="36960"/>
                </a:cubicBezTo>
                <a:cubicBezTo>
                  <a:pt x="118059" y="36862"/>
                  <a:pt x="118059" y="36862"/>
                  <a:pt x="117961" y="36862"/>
                </a:cubicBezTo>
                <a:lnTo>
                  <a:pt x="117961" y="36960"/>
                </a:lnTo>
                <a:lnTo>
                  <a:pt x="117961" y="37376"/>
                </a:lnTo>
                <a:lnTo>
                  <a:pt x="117961" y="37989"/>
                </a:lnTo>
                <a:cubicBezTo>
                  <a:pt x="117863" y="37671"/>
                  <a:pt x="117863" y="37376"/>
                  <a:pt x="117740" y="37058"/>
                </a:cubicBezTo>
                <a:cubicBezTo>
                  <a:pt x="117740" y="36960"/>
                  <a:pt x="117642" y="36960"/>
                  <a:pt x="117642" y="36960"/>
                </a:cubicBezTo>
                <a:cubicBezTo>
                  <a:pt x="117544" y="36960"/>
                  <a:pt x="117544" y="37058"/>
                  <a:pt x="117544" y="37058"/>
                </a:cubicBezTo>
                <a:lnTo>
                  <a:pt x="117544" y="37573"/>
                </a:lnTo>
                <a:lnTo>
                  <a:pt x="117544" y="38798"/>
                </a:lnTo>
                <a:cubicBezTo>
                  <a:pt x="117446" y="38381"/>
                  <a:pt x="117348" y="38087"/>
                  <a:pt x="117250" y="37671"/>
                </a:cubicBezTo>
                <a:cubicBezTo>
                  <a:pt x="117250" y="37573"/>
                  <a:pt x="117250" y="37573"/>
                  <a:pt x="117127" y="37573"/>
                </a:cubicBezTo>
                <a:lnTo>
                  <a:pt x="117029" y="37671"/>
                </a:lnTo>
                <a:lnTo>
                  <a:pt x="117029" y="38283"/>
                </a:lnTo>
                <a:lnTo>
                  <a:pt x="117029" y="39313"/>
                </a:lnTo>
                <a:cubicBezTo>
                  <a:pt x="116931" y="38896"/>
                  <a:pt x="116833" y="38504"/>
                  <a:pt x="116735" y="37989"/>
                </a:cubicBezTo>
                <a:lnTo>
                  <a:pt x="116637" y="37891"/>
                </a:lnTo>
                <a:cubicBezTo>
                  <a:pt x="116515" y="37891"/>
                  <a:pt x="116515" y="37989"/>
                  <a:pt x="116515" y="37989"/>
                </a:cubicBezTo>
                <a:lnTo>
                  <a:pt x="116515" y="38798"/>
                </a:lnTo>
                <a:lnTo>
                  <a:pt x="116515" y="39313"/>
                </a:lnTo>
                <a:cubicBezTo>
                  <a:pt x="116417" y="38896"/>
                  <a:pt x="116319" y="38381"/>
                  <a:pt x="116319" y="37989"/>
                </a:cubicBezTo>
                <a:cubicBezTo>
                  <a:pt x="116319" y="37891"/>
                  <a:pt x="116221" y="37891"/>
                  <a:pt x="116221" y="37891"/>
                </a:cubicBezTo>
                <a:cubicBezTo>
                  <a:pt x="116123" y="37891"/>
                  <a:pt x="116123" y="37891"/>
                  <a:pt x="116123" y="37989"/>
                </a:cubicBezTo>
                <a:lnTo>
                  <a:pt x="116123" y="38896"/>
                </a:lnTo>
                <a:lnTo>
                  <a:pt x="116123" y="39215"/>
                </a:lnTo>
                <a:cubicBezTo>
                  <a:pt x="116024" y="38798"/>
                  <a:pt x="116024" y="38381"/>
                  <a:pt x="116024" y="37989"/>
                </a:cubicBezTo>
                <a:cubicBezTo>
                  <a:pt x="116024" y="37891"/>
                  <a:pt x="115902" y="37891"/>
                  <a:pt x="115902" y="37891"/>
                </a:cubicBezTo>
                <a:cubicBezTo>
                  <a:pt x="115804" y="37891"/>
                  <a:pt x="115804" y="37989"/>
                  <a:pt x="115804" y="37989"/>
                </a:cubicBezTo>
                <a:lnTo>
                  <a:pt x="115804" y="38994"/>
                </a:lnTo>
                <a:lnTo>
                  <a:pt x="115804" y="39607"/>
                </a:lnTo>
                <a:cubicBezTo>
                  <a:pt x="115706" y="39215"/>
                  <a:pt x="115706" y="38798"/>
                  <a:pt x="115608" y="38381"/>
                </a:cubicBezTo>
                <a:lnTo>
                  <a:pt x="115510" y="38283"/>
                </a:lnTo>
                <a:lnTo>
                  <a:pt x="115510" y="38087"/>
                </a:lnTo>
                <a:lnTo>
                  <a:pt x="115412" y="37989"/>
                </a:lnTo>
                <a:cubicBezTo>
                  <a:pt x="115289" y="37989"/>
                  <a:pt x="115289" y="38087"/>
                  <a:pt x="115289" y="38087"/>
                </a:cubicBezTo>
                <a:lnTo>
                  <a:pt x="115289" y="39313"/>
                </a:lnTo>
                <a:lnTo>
                  <a:pt x="115191" y="39313"/>
                </a:lnTo>
                <a:lnTo>
                  <a:pt x="115191" y="40636"/>
                </a:lnTo>
                <a:cubicBezTo>
                  <a:pt x="115093" y="39827"/>
                  <a:pt x="114995" y="38994"/>
                  <a:pt x="114897" y="38087"/>
                </a:cubicBezTo>
                <a:cubicBezTo>
                  <a:pt x="114897" y="38087"/>
                  <a:pt x="114897" y="37989"/>
                  <a:pt x="114799" y="37989"/>
                </a:cubicBezTo>
                <a:lnTo>
                  <a:pt x="114676" y="38087"/>
                </a:lnTo>
                <a:lnTo>
                  <a:pt x="114676" y="38185"/>
                </a:lnTo>
                <a:lnTo>
                  <a:pt x="114676" y="39509"/>
                </a:lnTo>
                <a:lnTo>
                  <a:pt x="114676" y="39607"/>
                </a:lnTo>
                <a:lnTo>
                  <a:pt x="114676" y="40440"/>
                </a:lnTo>
                <a:cubicBezTo>
                  <a:pt x="114578" y="39827"/>
                  <a:pt x="114578" y="39215"/>
                  <a:pt x="114480" y="38504"/>
                </a:cubicBezTo>
                <a:cubicBezTo>
                  <a:pt x="114480" y="38504"/>
                  <a:pt x="114480" y="38381"/>
                  <a:pt x="114382" y="38381"/>
                </a:cubicBezTo>
                <a:cubicBezTo>
                  <a:pt x="114284" y="38381"/>
                  <a:pt x="114284" y="38504"/>
                  <a:pt x="114284" y="38504"/>
                </a:cubicBezTo>
                <a:lnTo>
                  <a:pt x="114284" y="40121"/>
                </a:lnTo>
                <a:lnTo>
                  <a:pt x="114284" y="41053"/>
                </a:lnTo>
                <a:cubicBezTo>
                  <a:pt x="114186" y="40219"/>
                  <a:pt x="113966" y="39313"/>
                  <a:pt x="113868" y="38381"/>
                </a:cubicBezTo>
                <a:cubicBezTo>
                  <a:pt x="113868" y="38283"/>
                  <a:pt x="113868" y="38283"/>
                  <a:pt x="113770" y="38283"/>
                </a:cubicBezTo>
                <a:cubicBezTo>
                  <a:pt x="113770" y="38283"/>
                  <a:pt x="113672" y="38283"/>
                  <a:pt x="113672" y="38381"/>
                </a:cubicBezTo>
                <a:lnTo>
                  <a:pt x="113672" y="39607"/>
                </a:lnTo>
                <a:cubicBezTo>
                  <a:pt x="113672" y="39117"/>
                  <a:pt x="113672" y="38700"/>
                  <a:pt x="113574" y="38185"/>
                </a:cubicBezTo>
                <a:cubicBezTo>
                  <a:pt x="113574" y="38087"/>
                  <a:pt x="113574" y="38087"/>
                  <a:pt x="113451" y="38087"/>
                </a:cubicBezTo>
                <a:cubicBezTo>
                  <a:pt x="113451" y="38087"/>
                  <a:pt x="113353" y="38087"/>
                  <a:pt x="113353" y="38185"/>
                </a:cubicBezTo>
                <a:lnTo>
                  <a:pt x="113353" y="40121"/>
                </a:lnTo>
                <a:lnTo>
                  <a:pt x="113353" y="40955"/>
                </a:lnTo>
                <a:cubicBezTo>
                  <a:pt x="113353" y="40219"/>
                  <a:pt x="113255" y="39509"/>
                  <a:pt x="113255" y="38700"/>
                </a:cubicBezTo>
                <a:cubicBezTo>
                  <a:pt x="113255" y="38700"/>
                  <a:pt x="113157" y="38700"/>
                  <a:pt x="113157" y="38602"/>
                </a:cubicBezTo>
                <a:cubicBezTo>
                  <a:pt x="113059" y="38700"/>
                  <a:pt x="113059" y="38700"/>
                  <a:pt x="113059" y="38798"/>
                </a:cubicBezTo>
                <a:lnTo>
                  <a:pt x="113059" y="38700"/>
                </a:lnTo>
                <a:lnTo>
                  <a:pt x="113059" y="38602"/>
                </a:lnTo>
                <a:cubicBezTo>
                  <a:pt x="113059" y="38504"/>
                  <a:pt x="112961" y="38504"/>
                  <a:pt x="112961" y="38504"/>
                </a:cubicBezTo>
                <a:cubicBezTo>
                  <a:pt x="112838" y="38504"/>
                  <a:pt x="112838" y="38504"/>
                  <a:pt x="112838" y="38602"/>
                </a:cubicBezTo>
                <a:lnTo>
                  <a:pt x="112838" y="40832"/>
                </a:lnTo>
                <a:lnTo>
                  <a:pt x="112838" y="41053"/>
                </a:lnTo>
                <a:cubicBezTo>
                  <a:pt x="112740" y="40023"/>
                  <a:pt x="112642" y="38994"/>
                  <a:pt x="112544" y="37891"/>
                </a:cubicBezTo>
                <a:lnTo>
                  <a:pt x="112446" y="37769"/>
                </a:lnTo>
                <a:lnTo>
                  <a:pt x="112348" y="37769"/>
                </a:lnTo>
                <a:lnTo>
                  <a:pt x="112226" y="37891"/>
                </a:lnTo>
                <a:cubicBezTo>
                  <a:pt x="112226" y="37769"/>
                  <a:pt x="112226" y="37769"/>
                  <a:pt x="112128" y="37769"/>
                </a:cubicBezTo>
                <a:cubicBezTo>
                  <a:pt x="112128" y="37769"/>
                  <a:pt x="112030" y="37769"/>
                  <a:pt x="112030" y="37891"/>
                </a:cubicBezTo>
                <a:lnTo>
                  <a:pt x="112030" y="40440"/>
                </a:lnTo>
                <a:lnTo>
                  <a:pt x="112030" y="40538"/>
                </a:lnTo>
                <a:cubicBezTo>
                  <a:pt x="112030" y="39607"/>
                  <a:pt x="111932" y="38700"/>
                  <a:pt x="111833" y="37769"/>
                </a:cubicBezTo>
                <a:cubicBezTo>
                  <a:pt x="111833" y="37769"/>
                  <a:pt x="111833" y="37671"/>
                  <a:pt x="111735" y="37671"/>
                </a:cubicBezTo>
                <a:lnTo>
                  <a:pt x="111613" y="37769"/>
                </a:lnTo>
                <a:lnTo>
                  <a:pt x="111613" y="38700"/>
                </a:lnTo>
                <a:cubicBezTo>
                  <a:pt x="111613" y="38602"/>
                  <a:pt x="111515" y="38602"/>
                  <a:pt x="111515" y="38602"/>
                </a:cubicBezTo>
                <a:lnTo>
                  <a:pt x="111515" y="38504"/>
                </a:lnTo>
                <a:cubicBezTo>
                  <a:pt x="111515" y="38381"/>
                  <a:pt x="111417" y="38381"/>
                  <a:pt x="111417" y="38381"/>
                </a:cubicBezTo>
                <a:cubicBezTo>
                  <a:pt x="111319" y="38381"/>
                  <a:pt x="111319" y="38381"/>
                  <a:pt x="111319" y="38504"/>
                </a:cubicBezTo>
                <a:lnTo>
                  <a:pt x="111319" y="40636"/>
                </a:lnTo>
                <a:cubicBezTo>
                  <a:pt x="111221" y="39729"/>
                  <a:pt x="111123" y="38798"/>
                  <a:pt x="111123" y="37891"/>
                </a:cubicBezTo>
                <a:cubicBezTo>
                  <a:pt x="111123" y="37769"/>
                  <a:pt x="111123" y="37769"/>
                  <a:pt x="111000" y="37769"/>
                </a:cubicBezTo>
                <a:cubicBezTo>
                  <a:pt x="110902" y="37769"/>
                  <a:pt x="110902" y="37769"/>
                  <a:pt x="110902" y="37891"/>
                </a:cubicBezTo>
                <a:lnTo>
                  <a:pt x="110902" y="41053"/>
                </a:lnTo>
                <a:lnTo>
                  <a:pt x="110902" y="41347"/>
                </a:lnTo>
                <a:cubicBezTo>
                  <a:pt x="110804" y="40121"/>
                  <a:pt x="110706" y="38994"/>
                  <a:pt x="110706" y="37769"/>
                </a:cubicBezTo>
                <a:cubicBezTo>
                  <a:pt x="110706" y="37671"/>
                  <a:pt x="110608" y="37671"/>
                  <a:pt x="110608" y="37671"/>
                </a:cubicBezTo>
                <a:cubicBezTo>
                  <a:pt x="110510" y="37671"/>
                  <a:pt x="110510" y="37671"/>
                  <a:pt x="110510" y="37769"/>
                </a:cubicBezTo>
                <a:lnTo>
                  <a:pt x="110510" y="39117"/>
                </a:lnTo>
                <a:cubicBezTo>
                  <a:pt x="110510" y="38798"/>
                  <a:pt x="110387" y="38381"/>
                  <a:pt x="110387" y="38087"/>
                </a:cubicBezTo>
                <a:cubicBezTo>
                  <a:pt x="110387" y="38087"/>
                  <a:pt x="110387" y="37989"/>
                  <a:pt x="110289" y="37989"/>
                </a:cubicBezTo>
                <a:lnTo>
                  <a:pt x="110289" y="37769"/>
                </a:lnTo>
                <a:cubicBezTo>
                  <a:pt x="110289" y="37671"/>
                  <a:pt x="110289" y="37671"/>
                  <a:pt x="110191" y="37671"/>
                </a:cubicBezTo>
                <a:cubicBezTo>
                  <a:pt x="110191" y="37671"/>
                  <a:pt x="110093" y="37671"/>
                  <a:pt x="110093" y="37769"/>
                </a:cubicBezTo>
                <a:lnTo>
                  <a:pt x="110093" y="37891"/>
                </a:lnTo>
                <a:cubicBezTo>
                  <a:pt x="109995" y="37891"/>
                  <a:pt x="109995" y="37891"/>
                  <a:pt x="109995" y="37989"/>
                </a:cubicBezTo>
                <a:lnTo>
                  <a:pt x="109995" y="41665"/>
                </a:lnTo>
                <a:lnTo>
                  <a:pt x="109995" y="41764"/>
                </a:lnTo>
                <a:cubicBezTo>
                  <a:pt x="109897" y="40121"/>
                  <a:pt x="109677" y="38504"/>
                  <a:pt x="109579" y="36862"/>
                </a:cubicBezTo>
                <a:cubicBezTo>
                  <a:pt x="109579" y="36764"/>
                  <a:pt x="109579" y="36764"/>
                  <a:pt x="109481" y="36764"/>
                </a:cubicBezTo>
                <a:cubicBezTo>
                  <a:pt x="109481" y="36764"/>
                  <a:pt x="109383" y="36764"/>
                  <a:pt x="109383" y="36862"/>
                </a:cubicBezTo>
                <a:lnTo>
                  <a:pt x="109383" y="40219"/>
                </a:lnTo>
                <a:cubicBezTo>
                  <a:pt x="109383" y="39117"/>
                  <a:pt x="109285" y="37891"/>
                  <a:pt x="109162" y="36543"/>
                </a:cubicBezTo>
                <a:cubicBezTo>
                  <a:pt x="109162" y="36543"/>
                  <a:pt x="109162" y="36445"/>
                  <a:pt x="109064" y="36445"/>
                </a:cubicBezTo>
                <a:lnTo>
                  <a:pt x="108966" y="36543"/>
                </a:lnTo>
                <a:lnTo>
                  <a:pt x="108966" y="39313"/>
                </a:lnTo>
                <a:cubicBezTo>
                  <a:pt x="108966" y="38504"/>
                  <a:pt x="108966" y="37671"/>
                  <a:pt x="108868" y="36862"/>
                </a:cubicBezTo>
                <a:cubicBezTo>
                  <a:pt x="108868" y="36764"/>
                  <a:pt x="108868" y="36764"/>
                  <a:pt x="108770" y="36764"/>
                </a:cubicBezTo>
                <a:lnTo>
                  <a:pt x="108672" y="36862"/>
                </a:lnTo>
                <a:lnTo>
                  <a:pt x="108672" y="37573"/>
                </a:lnTo>
                <a:lnTo>
                  <a:pt x="108672" y="41151"/>
                </a:lnTo>
                <a:cubicBezTo>
                  <a:pt x="108549" y="39607"/>
                  <a:pt x="108451" y="37891"/>
                  <a:pt x="108353" y="36249"/>
                </a:cubicBezTo>
                <a:cubicBezTo>
                  <a:pt x="108353" y="36151"/>
                  <a:pt x="108353" y="36151"/>
                  <a:pt x="108255" y="36151"/>
                </a:cubicBezTo>
                <a:cubicBezTo>
                  <a:pt x="108255" y="36151"/>
                  <a:pt x="108157" y="36151"/>
                  <a:pt x="108157" y="36249"/>
                </a:cubicBezTo>
                <a:lnTo>
                  <a:pt x="108157" y="36445"/>
                </a:lnTo>
                <a:lnTo>
                  <a:pt x="108157" y="36543"/>
                </a:lnTo>
                <a:lnTo>
                  <a:pt x="108157" y="41151"/>
                </a:lnTo>
                <a:cubicBezTo>
                  <a:pt x="108059" y="39509"/>
                  <a:pt x="107937" y="37989"/>
                  <a:pt x="107839" y="36347"/>
                </a:cubicBezTo>
                <a:cubicBezTo>
                  <a:pt x="107741" y="36347"/>
                  <a:pt x="107741" y="36249"/>
                  <a:pt x="107642" y="36249"/>
                </a:cubicBezTo>
                <a:lnTo>
                  <a:pt x="107642" y="36347"/>
                </a:lnTo>
                <a:lnTo>
                  <a:pt x="107642" y="36764"/>
                </a:lnTo>
                <a:cubicBezTo>
                  <a:pt x="107544" y="36764"/>
                  <a:pt x="107544" y="36666"/>
                  <a:pt x="107544" y="36666"/>
                </a:cubicBezTo>
                <a:cubicBezTo>
                  <a:pt x="107446" y="36666"/>
                  <a:pt x="107446" y="36764"/>
                  <a:pt x="107446" y="36862"/>
                </a:cubicBezTo>
                <a:lnTo>
                  <a:pt x="107446" y="41665"/>
                </a:lnTo>
                <a:cubicBezTo>
                  <a:pt x="107324" y="39925"/>
                  <a:pt x="107226" y="38185"/>
                  <a:pt x="107128" y="36445"/>
                </a:cubicBezTo>
                <a:cubicBezTo>
                  <a:pt x="107128" y="36347"/>
                  <a:pt x="107030" y="36347"/>
                  <a:pt x="107030" y="36347"/>
                </a:cubicBezTo>
                <a:cubicBezTo>
                  <a:pt x="106932" y="36347"/>
                  <a:pt x="106932" y="36347"/>
                  <a:pt x="106932" y="36445"/>
                </a:cubicBezTo>
                <a:lnTo>
                  <a:pt x="106932" y="40734"/>
                </a:lnTo>
                <a:cubicBezTo>
                  <a:pt x="106834" y="38994"/>
                  <a:pt x="106711" y="37156"/>
                  <a:pt x="106613" y="35220"/>
                </a:cubicBezTo>
                <a:cubicBezTo>
                  <a:pt x="106613" y="35220"/>
                  <a:pt x="106613" y="35122"/>
                  <a:pt x="106515" y="35122"/>
                </a:cubicBezTo>
                <a:cubicBezTo>
                  <a:pt x="106417" y="35122"/>
                  <a:pt x="106417" y="35220"/>
                  <a:pt x="106417" y="35220"/>
                </a:cubicBezTo>
                <a:lnTo>
                  <a:pt x="106417" y="40734"/>
                </a:lnTo>
                <a:cubicBezTo>
                  <a:pt x="106319" y="38994"/>
                  <a:pt x="106221" y="37278"/>
                  <a:pt x="106098" y="35440"/>
                </a:cubicBezTo>
                <a:cubicBezTo>
                  <a:pt x="106000" y="35318"/>
                  <a:pt x="106000" y="35318"/>
                  <a:pt x="105902" y="35318"/>
                </a:cubicBezTo>
                <a:cubicBezTo>
                  <a:pt x="105902" y="35318"/>
                  <a:pt x="105804" y="35318"/>
                  <a:pt x="105804" y="35440"/>
                </a:cubicBezTo>
                <a:lnTo>
                  <a:pt x="105804" y="40023"/>
                </a:lnTo>
                <a:cubicBezTo>
                  <a:pt x="105706" y="37989"/>
                  <a:pt x="105706" y="35930"/>
                  <a:pt x="105608" y="33798"/>
                </a:cubicBezTo>
                <a:cubicBezTo>
                  <a:pt x="105486" y="33798"/>
                  <a:pt x="105486" y="33700"/>
                  <a:pt x="105486" y="33700"/>
                </a:cubicBezTo>
                <a:lnTo>
                  <a:pt x="105388" y="33700"/>
                </a:lnTo>
                <a:lnTo>
                  <a:pt x="105290" y="33798"/>
                </a:lnTo>
                <a:lnTo>
                  <a:pt x="105290" y="33896"/>
                </a:lnTo>
                <a:lnTo>
                  <a:pt x="105290" y="33994"/>
                </a:lnTo>
                <a:lnTo>
                  <a:pt x="105290" y="40121"/>
                </a:lnTo>
                <a:lnTo>
                  <a:pt x="105290" y="40219"/>
                </a:lnTo>
                <a:cubicBezTo>
                  <a:pt x="105192" y="38381"/>
                  <a:pt x="105094" y="36543"/>
                  <a:pt x="104996" y="34607"/>
                </a:cubicBezTo>
                <a:cubicBezTo>
                  <a:pt x="104996" y="34607"/>
                  <a:pt x="104996" y="34509"/>
                  <a:pt x="104873" y="34509"/>
                </a:cubicBezTo>
                <a:lnTo>
                  <a:pt x="104775" y="34607"/>
                </a:lnTo>
                <a:lnTo>
                  <a:pt x="104775" y="38896"/>
                </a:lnTo>
                <a:cubicBezTo>
                  <a:pt x="104677" y="37156"/>
                  <a:pt x="104579" y="35318"/>
                  <a:pt x="104579" y="33480"/>
                </a:cubicBezTo>
                <a:cubicBezTo>
                  <a:pt x="104481" y="33480"/>
                  <a:pt x="104481" y="33382"/>
                  <a:pt x="104383" y="33382"/>
                </a:cubicBezTo>
                <a:lnTo>
                  <a:pt x="104260" y="33480"/>
                </a:lnTo>
                <a:lnTo>
                  <a:pt x="104260" y="39215"/>
                </a:lnTo>
                <a:cubicBezTo>
                  <a:pt x="104162" y="37278"/>
                  <a:pt x="104064" y="35220"/>
                  <a:pt x="103966" y="33283"/>
                </a:cubicBezTo>
                <a:cubicBezTo>
                  <a:pt x="103966" y="33185"/>
                  <a:pt x="103966" y="33185"/>
                  <a:pt x="103868" y="33185"/>
                </a:cubicBezTo>
                <a:cubicBezTo>
                  <a:pt x="103770" y="33185"/>
                  <a:pt x="103770" y="33185"/>
                  <a:pt x="103770" y="33283"/>
                </a:cubicBezTo>
                <a:lnTo>
                  <a:pt x="103770" y="37474"/>
                </a:lnTo>
                <a:cubicBezTo>
                  <a:pt x="103648" y="35832"/>
                  <a:pt x="103648" y="34092"/>
                  <a:pt x="103550" y="32475"/>
                </a:cubicBezTo>
                <a:cubicBezTo>
                  <a:pt x="103550" y="32377"/>
                  <a:pt x="103550" y="32377"/>
                  <a:pt x="103451" y="32377"/>
                </a:cubicBezTo>
                <a:cubicBezTo>
                  <a:pt x="103451" y="32377"/>
                  <a:pt x="103353" y="32377"/>
                  <a:pt x="103353" y="32475"/>
                </a:cubicBezTo>
                <a:lnTo>
                  <a:pt x="103353" y="34828"/>
                </a:lnTo>
                <a:cubicBezTo>
                  <a:pt x="103353" y="33798"/>
                  <a:pt x="103353" y="32671"/>
                  <a:pt x="103255" y="31543"/>
                </a:cubicBezTo>
                <a:lnTo>
                  <a:pt x="103255" y="31445"/>
                </a:lnTo>
                <a:lnTo>
                  <a:pt x="103255" y="31347"/>
                </a:lnTo>
                <a:cubicBezTo>
                  <a:pt x="103255" y="31347"/>
                  <a:pt x="103255" y="31249"/>
                  <a:pt x="103157" y="31249"/>
                </a:cubicBezTo>
                <a:lnTo>
                  <a:pt x="103035" y="31347"/>
                </a:lnTo>
                <a:lnTo>
                  <a:pt x="103035" y="38185"/>
                </a:lnTo>
                <a:cubicBezTo>
                  <a:pt x="102937" y="36053"/>
                  <a:pt x="102839" y="33896"/>
                  <a:pt x="102741" y="31764"/>
                </a:cubicBezTo>
                <a:cubicBezTo>
                  <a:pt x="102643" y="31641"/>
                  <a:pt x="102643" y="31641"/>
                  <a:pt x="102545" y="31641"/>
                </a:cubicBezTo>
                <a:cubicBezTo>
                  <a:pt x="102545" y="31641"/>
                  <a:pt x="102422" y="31641"/>
                  <a:pt x="102422" y="31764"/>
                </a:cubicBezTo>
                <a:lnTo>
                  <a:pt x="102422" y="37376"/>
                </a:lnTo>
                <a:cubicBezTo>
                  <a:pt x="102422" y="35024"/>
                  <a:pt x="102324" y="32769"/>
                  <a:pt x="102226" y="30416"/>
                </a:cubicBezTo>
                <a:lnTo>
                  <a:pt x="102128" y="30318"/>
                </a:lnTo>
                <a:cubicBezTo>
                  <a:pt x="102030" y="30318"/>
                  <a:pt x="102030" y="30416"/>
                  <a:pt x="102030" y="30416"/>
                </a:cubicBezTo>
                <a:lnTo>
                  <a:pt x="102030" y="31347"/>
                </a:lnTo>
                <a:cubicBezTo>
                  <a:pt x="101932" y="31347"/>
                  <a:pt x="101932" y="31347"/>
                  <a:pt x="101932" y="31445"/>
                </a:cubicBezTo>
                <a:lnTo>
                  <a:pt x="101932" y="37474"/>
                </a:lnTo>
                <a:cubicBezTo>
                  <a:pt x="101809" y="35318"/>
                  <a:pt x="101711" y="33185"/>
                  <a:pt x="101613" y="31029"/>
                </a:cubicBezTo>
                <a:cubicBezTo>
                  <a:pt x="101613" y="30931"/>
                  <a:pt x="101613" y="30931"/>
                  <a:pt x="101515" y="30931"/>
                </a:cubicBezTo>
                <a:cubicBezTo>
                  <a:pt x="101515" y="30931"/>
                  <a:pt x="101417" y="30931"/>
                  <a:pt x="101417" y="31029"/>
                </a:cubicBezTo>
                <a:lnTo>
                  <a:pt x="101417" y="37156"/>
                </a:lnTo>
                <a:cubicBezTo>
                  <a:pt x="101319" y="34411"/>
                  <a:pt x="101197" y="31641"/>
                  <a:pt x="101099" y="28798"/>
                </a:cubicBezTo>
                <a:cubicBezTo>
                  <a:pt x="101099" y="28700"/>
                  <a:pt x="101001" y="28700"/>
                  <a:pt x="101001" y="28700"/>
                </a:cubicBezTo>
                <a:cubicBezTo>
                  <a:pt x="100903" y="28700"/>
                  <a:pt x="100903" y="28700"/>
                  <a:pt x="100903" y="28798"/>
                </a:cubicBezTo>
                <a:lnTo>
                  <a:pt x="100903" y="31347"/>
                </a:lnTo>
                <a:cubicBezTo>
                  <a:pt x="100903" y="30833"/>
                  <a:pt x="100805" y="30318"/>
                  <a:pt x="100805" y="29705"/>
                </a:cubicBezTo>
                <a:lnTo>
                  <a:pt x="100805" y="29509"/>
                </a:lnTo>
                <a:cubicBezTo>
                  <a:pt x="100805" y="29411"/>
                  <a:pt x="100707" y="29411"/>
                  <a:pt x="100707" y="29411"/>
                </a:cubicBezTo>
                <a:cubicBezTo>
                  <a:pt x="100584" y="29411"/>
                  <a:pt x="100584" y="29411"/>
                  <a:pt x="100584" y="29509"/>
                </a:cubicBezTo>
                <a:lnTo>
                  <a:pt x="100584" y="32573"/>
                </a:lnTo>
                <a:cubicBezTo>
                  <a:pt x="100486" y="31029"/>
                  <a:pt x="100486" y="29509"/>
                  <a:pt x="100486" y="27965"/>
                </a:cubicBezTo>
                <a:lnTo>
                  <a:pt x="100388" y="27867"/>
                </a:lnTo>
                <a:cubicBezTo>
                  <a:pt x="100290" y="27867"/>
                  <a:pt x="100290" y="27867"/>
                  <a:pt x="100290" y="27965"/>
                </a:cubicBezTo>
                <a:lnTo>
                  <a:pt x="100290" y="27573"/>
                </a:lnTo>
                <a:cubicBezTo>
                  <a:pt x="100290" y="27475"/>
                  <a:pt x="100192" y="27475"/>
                  <a:pt x="100192" y="27475"/>
                </a:cubicBezTo>
                <a:cubicBezTo>
                  <a:pt x="100094" y="27475"/>
                  <a:pt x="100094" y="27475"/>
                  <a:pt x="100094" y="27573"/>
                </a:cubicBezTo>
                <a:lnTo>
                  <a:pt x="100094" y="35440"/>
                </a:lnTo>
                <a:cubicBezTo>
                  <a:pt x="99971" y="32573"/>
                  <a:pt x="99775" y="29803"/>
                  <a:pt x="99677" y="26960"/>
                </a:cubicBezTo>
                <a:cubicBezTo>
                  <a:pt x="99677" y="26862"/>
                  <a:pt x="99677" y="26862"/>
                  <a:pt x="99579" y="26862"/>
                </a:cubicBezTo>
                <a:cubicBezTo>
                  <a:pt x="99579" y="26862"/>
                  <a:pt x="99481" y="26862"/>
                  <a:pt x="99481" y="26960"/>
                </a:cubicBezTo>
                <a:lnTo>
                  <a:pt x="99481" y="32573"/>
                </a:lnTo>
                <a:cubicBezTo>
                  <a:pt x="99481" y="30735"/>
                  <a:pt x="99359" y="28896"/>
                  <a:pt x="99359" y="27058"/>
                </a:cubicBezTo>
                <a:cubicBezTo>
                  <a:pt x="99359" y="26960"/>
                  <a:pt x="99359" y="26960"/>
                  <a:pt x="99260" y="26960"/>
                </a:cubicBezTo>
                <a:cubicBezTo>
                  <a:pt x="99162" y="26960"/>
                  <a:pt x="99162" y="26960"/>
                  <a:pt x="99162" y="27058"/>
                </a:cubicBezTo>
                <a:lnTo>
                  <a:pt x="99162" y="27573"/>
                </a:lnTo>
                <a:cubicBezTo>
                  <a:pt x="99064" y="27573"/>
                  <a:pt x="99064" y="27573"/>
                  <a:pt x="99064" y="27671"/>
                </a:cubicBezTo>
                <a:lnTo>
                  <a:pt x="99064" y="27965"/>
                </a:lnTo>
                <a:lnTo>
                  <a:pt x="99064" y="34607"/>
                </a:lnTo>
                <a:cubicBezTo>
                  <a:pt x="98966" y="32377"/>
                  <a:pt x="98868" y="30122"/>
                  <a:pt x="98746" y="27867"/>
                </a:cubicBezTo>
                <a:cubicBezTo>
                  <a:pt x="98746" y="27867"/>
                  <a:pt x="98746" y="27769"/>
                  <a:pt x="98648" y="27769"/>
                </a:cubicBezTo>
                <a:cubicBezTo>
                  <a:pt x="98550" y="27769"/>
                  <a:pt x="98550" y="27867"/>
                  <a:pt x="98550" y="27867"/>
                </a:cubicBezTo>
                <a:lnTo>
                  <a:pt x="98550" y="30024"/>
                </a:lnTo>
                <a:cubicBezTo>
                  <a:pt x="98550" y="28578"/>
                  <a:pt x="98452" y="27254"/>
                  <a:pt x="98452" y="25833"/>
                </a:cubicBezTo>
                <a:cubicBezTo>
                  <a:pt x="98452" y="25735"/>
                  <a:pt x="98452" y="25735"/>
                  <a:pt x="98354" y="25735"/>
                </a:cubicBezTo>
                <a:cubicBezTo>
                  <a:pt x="98256" y="25735"/>
                  <a:pt x="98256" y="25735"/>
                  <a:pt x="98256" y="25833"/>
                </a:cubicBezTo>
                <a:lnTo>
                  <a:pt x="98256" y="31347"/>
                </a:lnTo>
                <a:cubicBezTo>
                  <a:pt x="98256" y="29926"/>
                  <a:pt x="98133" y="28480"/>
                  <a:pt x="98133" y="27058"/>
                </a:cubicBezTo>
                <a:lnTo>
                  <a:pt x="98035" y="26960"/>
                </a:lnTo>
                <a:cubicBezTo>
                  <a:pt x="97937" y="26960"/>
                  <a:pt x="97937" y="27058"/>
                  <a:pt x="97937" y="27058"/>
                </a:cubicBezTo>
                <a:lnTo>
                  <a:pt x="97937" y="34607"/>
                </a:lnTo>
                <a:cubicBezTo>
                  <a:pt x="97839" y="31641"/>
                  <a:pt x="97643" y="28700"/>
                  <a:pt x="97520" y="25637"/>
                </a:cubicBezTo>
                <a:cubicBezTo>
                  <a:pt x="97520" y="25637"/>
                  <a:pt x="97520" y="25514"/>
                  <a:pt x="97422" y="25514"/>
                </a:cubicBezTo>
                <a:lnTo>
                  <a:pt x="97324" y="25637"/>
                </a:lnTo>
                <a:lnTo>
                  <a:pt x="97324" y="29411"/>
                </a:lnTo>
                <a:cubicBezTo>
                  <a:pt x="97324" y="27475"/>
                  <a:pt x="97324" y="25637"/>
                  <a:pt x="97226" y="23676"/>
                </a:cubicBezTo>
                <a:cubicBezTo>
                  <a:pt x="97226" y="23676"/>
                  <a:pt x="97226" y="23578"/>
                  <a:pt x="97128" y="23578"/>
                </a:cubicBezTo>
                <a:lnTo>
                  <a:pt x="97030" y="23676"/>
                </a:lnTo>
                <a:lnTo>
                  <a:pt x="97030" y="23897"/>
                </a:lnTo>
                <a:lnTo>
                  <a:pt x="97030" y="23995"/>
                </a:lnTo>
                <a:lnTo>
                  <a:pt x="97030" y="33994"/>
                </a:lnTo>
                <a:cubicBezTo>
                  <a:pt x="96908" y="31151"/>
                  <a:pt x="96712" y="28186"/>
                  <a:pt x="96614" y="25122"/>
                </a:cubicBezTo>
                <a:cubicBezTo>
                  <a:pt x="96614" y="25122"/>
                  <a:pt x="96614" y="25024"/>
                  <a:pt x="96516" y="25024"/>
                </a:cubicBezTo>
                <a:lnTo>
                  <a:pt x="96417" y="25122"/>
                </a:lnTo>
                <a:lnTo>
                  <a:pt x="96417" y="25220"/>
                </a:lnTo>
                <a:lnTo>
                  <a:pt x="96417" y="28480"/>
                </a:lnTo>
                <a:cubicBezTo>
                  <a:pt x="96417" y="26740"/>
                  <a:pt x="96295" y="25024"/>
                  <a:pt x="96295" y="23284"/>
                </a:cubicBezTo>
                <a:cubicBezTo>
                  <a:pt x="96295" y="23186"/>
                  <a:pt x="96197" y="23186"/>
                  <a:pt x="96197" y="23186"/>
                </a:cubicBezTo>
                <a:cubicBezTo>
                  <a:pt x="96099" y="23186"/>
                  <a:pt x="96099" y="23186"/>
                  <a:pt x="96099" y="23284"/>
                </a:cubicBezTo>
                <a:lnTo>
                  <a:pt x="96099" y="31347"/>
                </a:lnTo>
                <a:cubicBezTo>
                  <a:pt x="96001" y="28700"/>
                  <a:pt x="95903" y="26029"/>
                  <a:pt x="95805" y="23382"/>
                </a:cubicBezTo>
                <a:cubicBezTo>
                  <a:pt x="95805" y="23382"/>
                  <a:pt x="95805" y="23284"/>
                  <a:pt x="95682" y="23284"/>
                </a:cubicBezTo>
                <a:lnTo>
                  <a:pt x="95584" y="23382"/>
                </a:lnTo>
                <a:lnTo>
                  <a:pt x="95584" y="31029"/>
                </a:lnTo>
                <a:cubicBezTo>
                  <a:pt x="95486" y="27867"/>
                  <a:pt x="95388" y="24607"/>
                  <a:pt x="95290" y="21348"/>
                </a:cubicBezTo>
                <a:cubicBezTo>
                  <a:pt x="95290" y="21348"/>
                  <a:pt x="95290" y="21225"/>
                  <a:pt x="95192" y="21225"/>
                </a:cubicBezTo>
                <a:cubicBezTo>
                  <a:pt x="95192" y="21348"/>
                  <a:pt x="95069" y="21348"/>
                  <a:pt x="95069" y="21446"/>
                </a:cubicBezTo>
                <a:lnTo>
                  <a:pt x="95069" y="29803"/>
                </a:lnTo>
                <a:cubicBezTo>
                  <a:pt x="95069" y="27573"/>
                  <a:pt x="94971" y="25220"/>
                  <a:pt x="94971" y="22867"/>
                </a:cubicBezTo>
                <a:cubicBezTo>
                  <a:pt x="94971" y="22769"/>
                  <a:pt x="94873" y="22769"/>
                  <a:pt x="94873" y="22769"/>
                </a:cubicBezTo>
                <a:cubicBezTo>
                  <a:pt x="94775" y="22769"/>
                  <a:pt x="94775" y="22769"/>
                  <a:pt x="94775" y="22867"/>
                </a:cubicBezTo>
                <a:lnTo>
                  <a:pt x="94775" y="27573"/>
                </a:lnTo>
                <a:cubicBezTo>
                  <a:pt x="94677" y="26029"/>
                  <a:pt x="94677" y="24607"/>
                  <a:pt x="94677" y="23063"/>
                </a:cubicBezTo>
                <a:lnTo>
                  <a:pt x="94579" y="22965"/>
                </a:lnTo>
                <a:cubicBezTo>
                  <a:pt x="94457" y="22965"/>
                  <a:pt x="94457" y="23063"/>
                  <a:pt x="94457" y="23063"/>
                </a:cubicBezTo>
                <a:lnTo>
                  <a:pt x="94457" y="27965"/>
                </a:lnTo>
                <a:cubicBezTo>
                  <a:pt x="94359" y="26127"/>
                  <a:pt x="94359" y="24289"/>
                  <a:pt x="94261" y="22353"/>
                </a:cubicBezTo>
                <a:cubicBezTo>
                  <a:pt x="94261" y="22353"/>
                  <a:pt x="94261" y="22255"/>
                  <a:pt x="94163" y="22255"/>
                </a:cubicBezTo>
                <a:lnTo>
                  <a:pt x="94065" y="22353"/>
                </a:lnTo>
                <a:lnTo>
                  <a:pt x="94065" y="21960"/>
                </a:lnTo>
                <a:cubicBezTo>
                  <a:pt x="94065" y="21838"/>
                  <a:pt x="93967" y="21838"/>
                  <a:pt x="93967" y="21838"/>
                </a:cubicBezTo>
                <a:lnTo>
                  <a:pt x="93844" y="21838"/>
                </a:lnTo>
                <a:lnTo>
                  <a:pt x="93844" y="20318"/>
                </a:lnTo>
                <a:cubicBezTo>
                  <a:pt x="93844" y="20220"/>
                  <a:pt x="93746" y="20220"/>
                  <a:pt x="93746" y="20220"/>
                </a:cubicBezTo>
                <a:cubicBezTo>
                  <a:pt x="93648" y="20220"/>
                  <a:pt x="93648" y="20220"/>
                  <a:pt x="93648" y="20318"/>
                </a:cubicBezTo>
                <a:lnTo>
                  <a:pt x="93648" y="21127"/>
                </a:lnTo>
                <a:lnTo>
                  <a:pt x="93550" y="21225"/>
                </a:lnTo>
                <a:lnTo>
                  <a:pt x="93550" y="19387"/>
                </a:lnTo>
                <a:cubicBezTo>
                  <a:pt x="93550" y="19289"/>
                  <a:pt x="93452" y="19289"/>
                  <a:pt x="93452" y="19289"/>
                </a:cubicBezTo>
                <a:lnTo>
                  <a:pt x="93354" y="19289"/>
                </a:lnTo>
                <a:lnTo>
                  <a:pt x="93354" y="19191"/>
                </a:lnTo>
                <a:cubicBezTo>
                  <a:pt x="93354" y="19093"/>
                  <a:pt x="93354" y="19093"/>
                  <a:pt x="93231" y="19093"/>
                </a:cubicBezTo>
                <a:lnTo>
                  <a:pt x="93231" y="18382"/>
                </a:lnTo>
                <a:lnTo>
                  <a:pt x="93133" y="18284"/>
                </a:lnTo>
                <a:cubicBezTo>
                  <a:pt x="93035" y="18284"/>
                  <a:pt x="93035" y="18382"/>
                  <a:pt x="93035" y="18382"/>
                </a:cubicBezTo>
                <a:lnTo>
                  <a:pt x="93035" y="28994"/>
                </a:lnTo>
                <a:cubicBezTo>
                  <a:pt x="92937" y="25220"/>
                  <a:pt x="92839" y="21544"/>
                  <a:pt x="92741" y="17769"/>
                </a:cubicBezTo>
                <a:cubicBezTo>
                  <a:pt x="92741" y="17671"/>
                  <a:pt x="92619" y="17671"/>
                  <a:pt x="92619" y="17671"/>
                </a:cubicBezTo>
                <a:cubicBezTo>
                  <a:pt x="92521" y="17671"/>
                  <a:pt x="92521" y="17671"/>
                  <a:pt x="92521" y="17769"/>
                </a:cubicBezTo>
                <a:lnTo>
                  <a:pt x="92521" y="27867"/>
                </a:lnTo>
                <a:cubicBezTo>
                  <a:pt x="92423" y="24411"/>
                  <a:pt x="92325" y="20931"/>
                  <a:pt x="92325" y="17451"/>
                </a:cubicBezTo>
                <a:lnTo>
                  <a:pt x="92226" y="17353"/>
                </a:lnTo>
                <a:cubicBezTo>
                  <a:pt x="92128" y="17353"/>
                  <a:pt x="92128" y="17451"/>
                  <a:pt x="92128" y="17451"/>
                </a:cubicBezTo>
                <a:lnTo>
                  <a:pt x="92128" y="25220"/>
                </a:lnTo>
                <a:cubicBezTo>
                  <a:pt x="92006" y="22353"/>
                  <a:pt x="91908" y="19510"/>
                  <a:pt x="91908" y="16642"/>
                </a:cubicBezTo>
                <a:lnTo>
                  <a:pt x="91810" y="16544"/>
                </a:lnTo>
                <a:cubicBezTo>
                  <a:pt x="91712" y="16544"/>
                  <a:pt x="91712" y="16642"/>
                  <a:pt x="91712" y="16642"/>
                </a:cubicBezTo>
                <a:lnTo>
                  <a:pt x="91712" y="28700"/>
                </a:lnTo>
                <a:cubicBezTo>
                  <a:pt x="91614" y="25122"/>
                  <a:pt x="91516" y="21348"/>
                  <a:pt x="91393" y="17671"/>
                </a:cubicBezTo>
                <a:cubicBezTo>
                  <a:pt x="91393" y="17584"/>
                  <a:pt x="91393" y="17509"/>
                  <a:pt x="91357" y="17509"/>
                </a:cubicBezTo>
                <a:cubicBezTo>
                  <a:pt x="91343" y="17509"/>
                  <a:pt x="91323" y="17521"/>
                  <a:pt x="91295" y="17549"/>
                </a:cubicBezTo>
                <a:cubicBezTo>
                  <a:pt x="91197" y="17549"/>
                  <a:pt x="91197" y="17549"/>
                  <a:pt x="91197" y="17671"/>
                </a:cubicBezTo>
                <a:lnTo>
                  <a:pt x="91197" y="18284"/>
                </a:lnTo>
                <a:cubicBezTo>
                  <a:pt x="91197" y="18162"/>
                  <a:pt x="91197" y="18162"/>
                  <a:pt x="91099" y="18162"/>
                </a:cubicBezTo>
                <a:cubicBezTo>
                  <a:pt x="91001" y="18162"/>
                  <a:pt x="91001" y="18162"/>
                  <a:pt x="91001" y="18284"/>
                </a:cubicBezTo>
                <a:lnTo>
                  <a:pt x="91001" y="24289"/>
                </a:lnTo>
                <a:cubicBezTo>
                  <a:pt x="90903" y="21544"/>
                  <a:pt x="90903" y="18774"/>
                  <a:pt x="90780" y="15931"/>
                </a:cubicBezTo>
                <a:cubicBezTo>
                  <a:pt x="90780" y="15931"/>
                  <a:pt x="90780" y="15833"/>
                  <a:pt x="90682" y="15833"/>
                </a:cubicBezTo>
                <a:lnTo>
                  <a:pt x="90584" y="15931"/>
                </a:lnTo>
                <a:lnTo>
                  <a:pt x="90584" y="16029"/>
                </a:lnTo>
                <a:lnTo>
                  <a:pt x="90584" y="27965"/>
                </a:lnTo>
                <a:cubicBezTo>
                  <a:pt x="90486" y="24509"/>
                  <a:pt x="90388" y="21029"/>
                  <a:pt x="90168" y="17451"/>
                </a:cubicBezTo>
                <a:cubicBezTo>
                  <a:pt x="90168" y="17353"/>
                  <a:pt x="90168" y="17353"/>
                  <a:pt x="90070" y="17353"/>
                </a:cubicBezTo>
                <a:lnTo>
                  <a:pt x="90070" y="15319"/>
                </a:lnTo>
                <a:lnTo>
                  <a:pt x="89972" y="15221"/>
                </a:lnTo>
                <a:cubicBezTo>
                  <a:pt x="89874" y="15221"/>
                  <a:pt x="89874" y="15319"/>
                  <a:pt x="89874" y="15319"/>
                </a:cubicBezTo>
                <a:lnTo>
                  <a:pt x="89874" y="26544"/>
                </a:lnTo>
                <a:cubicBezTo>
                  <a:pt x="89776" y="22965"/>
                  <a:pt x="89678" y="19289"/>
                  <a:pt x="89555" y="15711"/>
                </a:cubicBezTo>
                <a:cubicBezTo>
                  <a:pt x="89555" y="15613"/>
                  <a:pt x="89555" y="15613"/>
                  <a:pt x="89457" y="15613"/>
                </a:cubicBezTo>
                <a:cubicBezTo>
                  <a:pt x="89359" y="15613"/>
                  <a:pt x="89359" y="15613"/>
                  <a:pt x="89359" y="15711"/>
                </a:cubicBezTo>
                <a:lnTo>
                  <a:pt x="89359" y="24509"/>
                </a:lnTo>
                <a:cubicBezTo>
                  <a:pt x="89261" y="21838"/>
                  <a:pt x="89261" y="19191"/>
                  <a:pt x="89163" y="16446"/>
                </a:cubicBezTo>
                <a:cubicBezTo>
                  <a:pt x="89163" y="16446"/>
                  <a:pt x="89163" y="16323"/>
                  <a:pt x="89065" y="16323"/>
                </a:cubicBezTo>
                <a:lnTo>
                  <a:pt x="88942" y="16446"/>
                </a:lnTo>
                <a:lnTo>
                  <a:pt x="88942" y="25735"/>
                </a:lnTo>
                <a:cubicBezTo>
                  <a:pt x="88844" y="21348"/>
                  <a:pt x="88746" y="16936"/>
                  <a:pt x="88648" y="12549"/>
                </a:cubicBezTo>
                <a:cubicBezTo>
                  <a:pt x="88648" y="12451"/>
                  <a:pt x="88648" y="12451"/>
                  <a:pt x="88550" y="12451"/>
                </a:cubicBezTo>
                <a:cubicBezTo>
                  <a:pt x="88550" y="12451"/>
                  <a:pt x="88452" y="12451"/>
                  <a:pt x="88452" y="12549"/>
                </a:cubicBezTo>
                <a:lnTo>
                  <a:pt x="88452" y="12966"/>
                </a:lnTo>
                <a:cubicBezTo>
                  <a:pt x="88452" y="12966"/>
                  <a:pt x="88452" y="12868"/>
                  <a:pt x="88330" y="12868"/>
                </a:cubicBezTo>
                <a:lnTo>
                  <a:pt x="88232" y="12966"/>
                </a:lnTo>
                <a:lnTo>
                  <a:pt x="88232" y="19510"/>
                </a:lnTo>
                <a:cubicBezTo>
                  <a:pt x="88232" y="17867"/>
                  <a:pt x="88232" y="16127"/>
                  <a:pt x="88134" y="14387"/>
                </a:cubicBezTo>
                <a:cubicBezTo>
                  <a:pt x="88134" y="14387"/>
                  <a:pt x="88134" y="14289"/>
                  <a:pt x="88035" y="14289"/>
                </a:cubicBezTo>
                <a:lnTo>
                  <a:pt x="87937" y="14387"/>
                </a:lnTo>
                <a:lnTo>
                  <a:pt x="87937" y="24705"/>
                </a:lnTo>
                <a:cubicBezTo>
                  <a:pt x="87839" y="21225"/>
                  <a:pt x="87839" y="17867"/>
                  <a:pt x="87717" y="14387"/>
                </a:cubicBezTo>
                <a:cubicBezTo>
                  <a:pt x="87717" y="14289"/>
                  <a:pt x="87619" y="14289"/>
                  <a:pt x="87619" y="14289"/>
                </a:cubicBezTo>
                <a:lnTo>
                  <a:pt x="87619" y="12255"/>
                </a:lnTo>
                <a:lnTo>
                  <a:pt x="87521" y="12255"/>
                </a:lnTo>
                <a:lnTo>
                  <a:pt x="87521" y="10931"/>
                </a:lnTo>
                <a:cubicBezTo>
                  <a:pt x="87521" y="10809"/>
                  <a:pt x="87521" y="10809"/>
                  <a:pt x="87423" y="10809"/>
                </a:cubicBezTo>
                <a:cubicBezTo>
                  <a:pt x="87423" y="10809"/>
                  <a:pt x="87325" y="10809"/>
                  <a:pt x="87325" y="10931"/>
                </a:cubicBezTo>
                <a:lnTo>
                  <a:pt x="87325" y="11838"/>
                </a:lnTo>
                <a:cubicBezTo>
                  <a:pt x="87325" y="11838"/>
                  <a:pt x="87325" y="11740"/>
                  <a:pt x="87227" y="11740"/>
                </a:cubicBezTo>
                <a:cubicBezTo>
                  <a:pt x="87104" y="11740"/>
                  <a:pt x="87104" y="11838"/>
                  <a:pt x="87104" y="11838"/>
                </a:cubicBezTo>
                <a:lnTo>
                  <a:pt x="87104" y="18995"/>
                </a:lnTo>
                <a:cubicBezTo>
                  <a:pt x="87104" y="17255"/>
                  <a:pt x="87006" y="15515"/>
                  <a:pt x="87006" y="13774"/>
                </a:cubicBezTo>
                <a:cubicBezTo>
                  <a:pt x="87006" y="13676"/>
                  <a:pt x="87006" y="13676"/>
                  <a:pt x="86908" y="13676"/>
                </a:cubicBezTo>
                <a:cubicBezTo>
                  <a:pt x="86908" y="13676"/>
                  <a:pt x="86810" y="13676"/>
                  <a:pt x="86810" y="13774"/>
                </a:cubicBezTo>
                <a:lnTo>
                  <a:pt x="86810" y="23480"/>
                </a:lnTo>
                <a:cubicBezTo>
                  <a:pt x="86712" y="20122"/>
                  <a:pt x="86614" y="16642"/>
                  <a:pt x="86491" y="13162"/>
                </a:cubicBezTo>
                <a:cubicBezTo>
                  <a:pt x="86491" y="13162"/>
                  <a:pt x="86491" y="13064"/>
                  <a:pt x="86393" y="13064"/>
                </a:cubicBezTo>
                <a:lnTo>
                  <a:pt x="86295" y="13162"/>
                </a:lnTo>
                <a:lnTo>
                  <a:pt x="86295" y="19191"/>
                </a:lnTo>
                <a:cubicBezTo>
                  <a:pt x="86295" y="16740"/>
                  <a:pt x="86295" y="14387"/>
                  <a:pt x="86197" y="12034"/>
                </a:cubicBezTo>
                <a:cubicBezTo>
                  <a:pt x="86197" y="11936"/>
                  <a:pt x="86197" y="11936"/>
                  <a:pt x="86099" y="11936"/>
                </a:cubicBezTo>
                <a:cubicBezTo>
                  <a:pt x="86001" y="11936"/>
                  <a:pt x="86001" y="11936"/>
                  <a:pt x="86001" y="12034"/>
                </a:cubicBezTo>
                <a:lnTo>
                  <a:pt x="86001" y="24607"/>
                </a:lnTo>
                <a:cubicBezTo>
                  <a:pt x="85879" y="19608"/>
                  <a:pt x="85781" y="14608"/>
                  <a:pt x="85585" y="9485"/>
                </a:cubicBezTo>
                <a:cubicBezTo>
                  <a:pt x="85585" y="9485"/>
                  <a:pt x="85585" y="9387"/>
                  <a:pt x="85487" y="9387"/>
                </a:cubicBezTo>
                <a:lnTo>
                  <a:pt x="85389" y="9485"/>
                </a:lnTo>
                <a:lnTo>
                  <a:pt x="85389" y="21029"/>
                </a:lnTo>
                <a:cubicBezTo>
                  <a:pt x="85389" y="17867"/>
                  <a:pt x="85266" y="14608"/>
                  <a:pt x="85168" y="11324"/>
                </a:cubicBezTo>
                <a:cubicBezTo>
                  <a:pt x="85168" y="11324"/>
                  <a:pt x="85168" y="11226"/>
                  <a:pt x="85070" y="11226"/>
                </a:cubicBezTo>
                <a:lnTo>
                  <a:pt x="85070" y="7549"/>
                </a:lnTo>
                <a:cubicBezTo>
                  <a:pt x="84972" y="7549"/>
                  <a:pt x="84972" y="7451"/>
                  <a:pt x="84874" y="7451"/>
                </a:cubicBezTo>
                <a:lnTo>
                  <a:pt x="84776" y="7549"/>
                </a:lnTo>
                <a:lnTo>
                  <a:pt x="84776" y="22769"/>
                </a:lnTo>
                <a:cubicBezTo>
                  <a:pt x="84653" y="17549"/>
                  <a:pt x="84555" y="12353"/>
                  <a:pt x="84457" y="7133"/>
                </a:cubicBezTo>
                <a:cubicBezTo>
                  <a:pt x="84457" y="7035"/>
                  <a:pt x="84359" y="7035"/>
                  <a:pt x="84359" y="7035"/>
                </a:cubicBezTo>
                <a:cubicBezTo>
                  <a:pt x="84261" y="7035"/>
                  <a:pt x="84261" y="7035"/>
                  <a:pt x="84261" y="7133"/>
                </a:cubicBezTo>
                <a:lnTo>
                  <a:pt x="84261" y="22156"/>
                </a:lnTo>
                <a:cubicBezTo>
                  <a:pt x="84163" y="17451"/>
                  <a:pt x="84041" y="12647"/>
                  <a:pt x="83943" y="7966"/>
                </a:cubicBezTo>
                <a:cubicBezTo>
                  <a:pt x="83943" y="7868"/>
                  <a:pt x="83844" y="7868"/>
                  <a:pt x="83844" y="7868"/>
                </a:cubicBezTo>
                <a:cubicBezTo>
                  <a:pt x="83746" y="7868"/>
                  <a:pt x="83746" y="7868"/>
                  <a:pt x="83746" y="7966"/>
                </a:cubicBezTo>
                <a:lnTo>
                  <a:pt x="83746" y="8358"/>
                </a:lnTo>
                <a:lnTo>
                  <a:pt x="83648" y="8358"/>
                </a:lnTo>
                <a:lnTo>
                  <a:pt x="83648" y="21838"/>
                </a:lnTo>
                <a:cubicBezTo>
                  <a:pt x="83550" y="17353"/>
                  <a:pt x="83428" y="12770"/>
                  <a:pt x="83330" y="8162"/>
                </a:cubicBezTo>
                <a:cubicBezTo>
                  <a:pt x="83330" y="8064"/>
                  <a:pt x="83232" y="8064"/>
                  <a:pt x="83232" y="8064"/>
                </a:cubicBezTo>
                <a:cubicBezTo>
                  <a:pt x="83134" y="8064"/>
                  <a:pt x="83134" y="8064"/>
                  <a:pt x="83134" y="8162"/>
                </a:cubicBezTo>
                <a:lnTo>
                  <a:pt x="83134" y="8873"/>
                </a:lnTo>
                <a:cubicBezTo>
                  <a:pt x="83036" y="8873"/>
                  <a:pt x="83036" y="8971"/>
                  <a:pt x="83036" y="8971"/>
                </a:cubicBezTo>
                <a:lnTo>
                  <a:pt x="83036" y="18995"/>
                </a:lnTo>
                <a:cubicBezTo>
                  <a:pt x="82938" y="15613"/>
                  <a:pt x="82815" y="12157"/>
                  <a:pt x="82717" y="8677"/>
                </a:cubicBezTo>
                <a:lnTo>
                  <a:pt x="82717" y="8579"/>
                </a:lnTo>
                <a:lnTo>
                  <a:pt x="82717" y="7549"/>
                </a:lnTo>
                <a:lnTo>
                  <a:pt x="82619" y="7451"/>
                </a:lnTo>
                <a:cubicBezTo>
                  <a:pt x="82521" y="7451"/>
                  <a:pt x="82521" y="7549"/>
                  <a:pt x="82521" y="7549"/>
                </a:cubicBezTo>
                <a:lnTo>
                  <a:pt x="82521" y="12255"/>
                </a:lnTo>
                <a:cubicBezTo>
                  <a:pt x="82423" y="10000"/>
                  <a:pt x="82423" y="7647"/>
                  <a:pt x="82423" y="5294"/>
                </a:cubicBezTo>
                <a:cubicBezTo>
                  <a:pt x="82423" y="5196"/>
                  <a:pt x="82325" y="5196"/>
                  <a:pt x="82325" y="5196"/>
                </a:cubicBezTo>
                <a:cubicBezTo>
                  <a:pt x="82202" y="5196"/>
                  <a:pt x="82202" y="5196"/>
                  <a:pt x="82202" y="5294"/>
                </a:cubicBezTo>
                <a:lnTo>
                  <a:pt x="82202" y="17549"/>
                </a:lnTo>
                <a:cubicBezTo>
                  <a:pt x="82104" y="13382"/>
                  <a:pt x="82006" y="9191"/>
                  <a:pt x="82006" y="4902"/>
                </a:cubicBezTo>
                <a:lnTo>
                  <a:pt x="81908" y="4804"/>
                </a:lnTo>
                <a:cubicBezTo>
                  <a:pt x="81810" y="4804"/>
                  <a:pt x="81810" y="4902"/>
                  <a:pt x="81810" y="4902"/>
                </a:cubicBezTo>
                <a:lnTo>
                  <a:pt x="81810" y="17671"/>
                </a:lnTo>
                <a:cubicBezTo>
                  <a:pt x="81712" y="14387"/>
                  <a:pt x="81590" y="11128"/>
                  <a:pt x="81492" y="7745"/>
                </a:cubicBezTo>
                <a:cubicBezTo>
                  <a:pt x="81492" y="7745"/>
                  <a:pt x="81492" y="7647"/>
                  <a:pt x="81394" y="7647"/>
                </a:cubicBezTo>
                <a:lnTo>
                  <a:pt x="81296" y="7745"/>
                </a:lnTo>
                <a:lnTo>
                  <a:pt x="81296" y="3260"/>
                </a:lnTo>
                <a:cubicBezTo>
                  <a:pt x="81296" y="3162"/>
                  <a:pt x="81198" y="3162"/>
                  <a:pt x="81198" y="3162"/>
                </a:cubicBezTo>
                <a:cubicBezTo>
                  <a:pt x="81100" y="3162"/>
                  <a:pt x="81100" y="3162"/>
                  <a:pt x="81100" y="3260"/>
                </a:cubicBezTo>
                <a:lnTo>
                  <a:pt x="81100" y="4388"/>
                </a:lnTo>
                <a:cubicBezTo>
                  <a:pt x="80977" y="4388"/>
                  <a:pt x="80977" y="4388"/>
                  <a:pt x="80977" y="4486"/>
                </a:cubicBezTo>
                <a:lnTo>
                  <a:pt x="80977" y="10417"/>
                </a:lnTo>
                <a:lnTo>
                  <a:pt x="80879" y="5294"/>
                </a:lnTo>
                <a:cubicBezTo>
                  <a:pt x="80879" y="5294"/>
                  <a:pt x="80879" y="5196"/>
                  <a:pt x="80781" y="5196"/>
                </a:cubicBezTo>
                <a:lnTo>
                  <a:pt x="80781" y="3677"/>
                </a:lnTo>
                <a:cubicBezTo>
                  <a:pt x="80781" y="3579"/>
                  <a:pt x="80683" y="3579"/>
                  <a:pt x="80683" y="3579"/>
                </a:cubicBezTo>
                <a:cubicBezTo>
                  <a:pt x="80585" y="3579"/>
                  <a:pt x="80585" y="3579"/>
                  <a:pt x="80585" y="3677"/>
                </a:cubicBezTo>
                <a:lnTo>
                  <a:pt x="80585" y="16127"/>
                </a:lnTo>
                <a:cubicBezTo>
                  <a:pt x="80487" y="12451"/>
                  <a:pt x="80364" y="8775"/>
                  <a:pt x="80266" y="5000"/>
                </a:cubicBezTo>
                <a:cubicBezTo>
                  <a:pt x="80266" y="5000"/>
                  <a:pt x="80266" y="4902"/>
                  <a:pt x="80168" y="4902"/>
                </a:cubicBezTo>
                <a:lnTo>
                  <a:pt x="80070" y="5000"/>
                </a:lnTo>
                <a:lnTo>
                  <a:pt x="80070" y="6642"/>
                </a:lnTo>
                <a:lnTo>
                  <a:pt x="79972" y="6740"/>
                </a:lnTo>
                <a:lnTo>
                  <a:pt x="79972" y="19510"/>
                </a:lnTo>
                <a:cubicBezTo>
                  <a:pt x="79874" y="14706"/>
                  <a:pt x="79752" y="9804"/>
                  <a:pt x="79653" y="4902"/>
                </a:cubicBezTo>
                <a:lnTo>
                  <a:pt x="79555" y="4804"/>
                </a:lnTo>
                <a:cubicBezTo>
                  <a:pt x="79457" y="4804"/>
                  <a:pt x="79457" y="4902"/>
                  <a:pt x="79457" y="4902"/>
                </a:cubicBezTo>
                <a:lnTo>
                  <a:pt x="79457" y="9387"/>
                </a:lnTo>
                <a:cubicBezTo>
                  <a:pt x="79457" y="8064"/>
                  <a:pt x="79359" y="6642"/>
                  <a:pt x="79359" y="5294"/>
                </a:cubicBezTo>
                <a:cubicBezTo>
                  <a:pt x="79359" y="5196"/>
                  <a:pt x="79359" y="5196"/>
                  <a:pt x="79261" y="5196"/>
                </a:cubicBezTo>
                <a:cubicBezTo>
                  <a:pt x="79261" y="5196"/>
                  <a:pt x="79139" y="5196"/>
                  <a:pt x="79139" y="5294"/>
                </a:cubicBezTo>
                <a:lnTo>
                  <a:pt x="79139" y="18897"/>
                </a:lnTo>
                <a:cubicBezTo>
                  <a:pt x="79041" y="14093"/>
                  <a:pt x="78943" y="9387"/>
                  <a:pt x="78845" y="4486"/>
                </a:cubicBezTo>
                <a:lnTo>
                  <a:pt x="78747" y="4388"/>
                </a:lnTo>
                <a:lnTo>
                  <a:pt x="78649" y="4388"/>
                </a:lnTo>
                <a:lnTo>
                  <a:pt x="78649" y="2844"/>
                </a:lnTo>
                <a:cubicBezTo>
                  <a:pt x="78649" y="2746"/>
                  <a:pt x="78649" y="2746"/>
                  <a:pt x="78526" y="2746"/>
                </a:cubicBezTo>
                <a:cubicBezTo>
                  <a:pt x="78526" y="2746"/>
                  <a:pt x="78428" y="2746"/>
                  <a:pt x="78428" y="2844"/>
                </a:cubicBezTo>
                <a:lnTo>
                  <a:pt x="78428" y="18774"/>
                </a:lnTo>
                <a:cubicBezTo>
                  <a:pt x="78330" y="13382"/>
                  <a:pt x="78232" y="7966"/>
                  <a:pt x="78134" y="2353"/>
                </a:cubicBezTo>
                <a:lnTo>
                  <a:pt x="78036" y="2231"/>
                </a:lnTo>
                <a:cubicBezTo>
                  <a:pt x="77913" y="2231"/>
                  <a:pt x="77913" y="2353"/>
                  <a:pt x="77913" y="2353"/>
                </a:cubicBezTo>
                <a:lnTo>
                  <a:pt x="77913" y="15613"/>
                </a:lnTo>
                <a:cubicBezTo>
                  <a:pt x="77815" y="11128"/>
                  <a:pt x="77717" y="6642"/>
                  <a:pt x="77619" y="2133"/>
                </a:cubicBezTo>
                <a:cubicBezTo>
                  <a:pt x="77619" y="2133"/>
                  <a:pt x="77619" y="2035"/>
                  <a:pt x="77521" y="2035"/>
                </a:cubicBezTo>
                <a:cubicBezTo>
                  <a:pt x="77423" y="2035"/>
                  <a:pt x="77423" y="2133"/>
                  <a:pt x="77423" y="2133"/>
                </a:cubicBezTo>
                <a:lnTo>
                  <a:pt x="77423" y="2549"/>
                </a:lnTo>
                <a:cubicBezTo>
                  <a:pt x="77423" y="2451"/>
                  <a:pt x="77301" y="2451"/>
                  <a:pt x="77301" y="2451"/>
                </a:cubicBezTo>
                <a:cubicBezTo>
                  <a:pt x="77203" y="2451"/>
                  <a:pt x="77203" y="2549"/>
                  <a:pt x="77203" y="2549"/>
                </a:cubicBezTo>
                <a:lnTo>
                  <a:pt x="77203" y="7035"/>
                </a:lnTo>
                <a:cubicBezTo>
                  <a:pt x="77203" y="5098"/>
                  <a:pt x="77105" y="3260"/>
                  <a:pt x="77105" y="1422"/>
                </a:cubicBezTo>
                <a:cubicBezTo>
                  <a:pt x="77105" y="1422"/>
                  <a:pt x="77105" y="1324"/>
                  <a:pt x="77007" y="1324"/>
                </a:cubicBezTo>
                <a:lnTo>
                  <a:pt x="76909" y="1422"/>
                </a:lnTo>
                <a:lnTo>
                  <a:pt x="76909" y="3358"/>
                </a:lnTo>
                <a:lnTo>
                  <a:pt x="76810" y="3358"/>
                </a:lnTo>
                <a:cubicBezTo>
                  <a:pt x="76810" y="3358"/>
                  <a:pt x="76688" y="3358"/>
                  <a:pt x="76688" y="3456"/>
                </a:cubicBezTo>
                <a:lnTo>
                  <a:pt x="76688" y="16029"/>
                </a:lnTo>
                <a:cubicBezTo>
                  <a:pt x="76590" y="10931"/>
                  <a:pt x="76492" y="5809"/>
                  <a:pt x="76394" y="711"/>
                </a:cubicBezTo>
                <a:cubicBezTo>
                  <a:pt x="76394" y="711"/>
                  <a:pt x="76394" y="613"/>
                  <a:pt x="76296" y="613"/>
                </a:cubicBezTo>
                <a:lnTo>
                  <a:pt x="76198" y="711"/>
                </a:lnTo>
                <a:lnTo>
                  <a:pt x="76198" y="295"/>
                </a:lnTo>
                <a:cubicBezTo>
                  <a:pt x="76198" y="295"/>
                  <a:pt x="76198" y="197"/>
                  <a:pt x="76075" y="197"/>
                </a:cubicBezTo>
                <a:cubicBezTo>
                  <a:pt x="75977" y="197"/>
                  <a:pt x="75977" y="295"/>
                  <a:pt x="75977" y="295"/>
                </a:cubicBezTo>
                <a:lnTo>
                  <a:pt x="75977" y="613"/>
                </a:lnTo>
                <a:lnTo>
                  <a:pt x="75977" y="711"/>
                </a:lnTo>
                <a:lnTo>
                  <a:pt x="75977" y="2746"/>
                </a:lnTo>
                <a:lnTo>
                  <a:pt x="75879" y="2746"/>
                </a:lnTo>
                <a:cubicBezTo>
                  <a:pt x="75781" y="2746"/>
                  <a:pt x="75781" y="2844"/>
                  <a:pt x="75781" y="2844"/>
                </a:cubicBezTo>
                <a:lnTo>
                  <a:pt x="75781" y="5098"/>
                </a:lnTo>
                <a:cubicBezTo>
                  <a:pt x="75781" y="5000"/>
                  <a:pt x="75683" y="5000"/>
                  <a:pt x="75683" y="5000"/>
                </a:cubicBezTo>
                <a:cubicBezTo>
                  <a:pt x="75585" y="5000"/>
                  <a:pt x="75585" y="5000"/>
                  <a:pt x="75585" y="5098"/>
                </a:cubicBezTo>
                <a:lnTo>
                  <a:pt x="75585" y="13578"/>
                </a:lnTo>
                <a:cubicBezTo>
                  <a:pt x="75462" y="10515"/>
                  <a:pt x="75462" y="7353"/>
                  <a:pt x="75364" y="4290"/>
                </a:cubicBezTo>
                <a:lnTo>
                  <a:pt x="75364" y="4192"/>
                </a:lnTo>
                <a:lnTo>
                  <a:pt x="75364" y="3579"/>
                </a:lnTo>
                <a:cubicBezTo>
                  <a:pt x="75364" y="3579"/>
                  <a:pt x="75364" y="3456"/>
                  <a:pt x="75266" y="3456"/>
                </a:cubicBezTo>
                <a:lnTo>
                  <a:pt x="75168" y="3579"/>
                </a:lnTo>
                <a:lnTo>
                  <a:pt x="75168" y="19608"/>
                </a:lnTo>
                <a:lnTo>
                  <a:pt x="75168" y="20220"/>
                </a:lnTo>
                <a:cubicBezTo>
                  <a:pt x="75070" y="14804"/>
                  <a:pt x="74972" y="9387"/>
                  <a:pt x="74850" y="3873"/>
                </a:cubicBezTo>
                <a:lnTo>
                  <a:pt x="74752" y="3775"/>
                </a:lnTo>
                <a:lnTo>
                  <a:pt x="74752" y="2844"/>
                </a:lnTo>
                <a:cubicBezTo>
                  <a:pt x="74752" y="2746"/>
                  <a:pt x="74654" y="2746"/>
                  <a:pt x="74654" y="2746"/>
                </a:cubicBezTo>
                <a:cubicBezTo>
                  <a:pt x="74556" y="2746"/>
                  <a:pt x="74556" y="2746"/>
                  <a:pt x="74556" y="2844"/>
                </a:cubicBezTo>
                <a:lnTo>
                  <a:pt x="74556" y="12868"/>
                </a:lnTo>
                <a:cubicBezTo>
                  <a:pt x="74458" y="10000"/>
                  <a:pt x="74458" y="7035"/>
                  <a:pt x="74458" y="4069"/>
                </a:cubicBezTo>
                <a:lnTo>
                  <a:pt x="74360" y="3971"/>
                </a:lnTo>
                <a:cubicBezTo>
                  <a:pt x="74237" y="3971"/>
                  <a:pt x="74237" y="3971"/>
                  <a:pt x="74237" y="4069"/>
                </a:cubicBezTo>
                <a:lnTo>
                  <a:pt x="74139" y="1226"/>
                </a:lnTo>
                <a:cubicBezTo>
                  <a:pt x="74139" y="1226"/>
                  <a:pt x="74139" y="1128"/>
                  <a:pt x="74041" y="1128"/>
                </a:cubicBezTo>
                <a:lnTo>
                  <a:pt x="73943" y="1226"/>
                </a:lnTo>
                <a:lnTo>
                  <a:pt x="73943" y="197"/>
                </a:lnTo>
                <a:lnTo>
                  <a:pt x="73845" y="99"/>
                </a:lnTo>
                <a:cubicBezTo>
                  <a:pt x="73747" y="99"/>
                  <a:pt x="73747" y="197"/>
                  <a:pt x="73747" y="197"/>
                </a:cubicBezTo>
                <a:lnTo>
                  <a:pt x="73747" y="2966"/>
                </a:lnTo>
                <a:lnTo>
                  <a:pt x="73624" y="2844"/>
                </a:lnTo>
                <a:cubicBezTo>
                  <a:pt x="73526" y="2844"/>
                  <a:pt x="73526" y="2966"/>
                  <a:pt x="73526" y="2966"/>
                </a:cubicBezTo>
                <a:lnTo>
                  <a:pt x="73526" y="18284"/>
                </a:lnTo>
                <a:lnTo>
                  <a:pt x="73526" y="19093"/>
                </a:lnTo>
                <a:cubicBezTo>
                  <a:pt x="73428" y="12770"/>
                  <a:pt x="73330" y="6422"/>
                  <a:pt x="73232" y="99"/>
                </a:cubicBezTo>
                <a:cubicBezTo>
                  <a:pt x="73232" y="1"/>
                  <a:pt x="73134" y="1"/>
                  <a:pt x="73134" y="1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31000">
                <a:srgbClr val="E7ACC4"/>
              </a:gs>
              <a:gs pos="50000">
                <a:schemeClr val="accent1"/>
              </a:gs>
              <a:gs pos="70000">
                <a:srgbClr val="E7ACC4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71"/>
          <p:cNvSpPr/>
          <p:nvPr/>
        </p:nvSpPr>
        <p:spPr>
          <a:xfrm>
            <a:off x="4392575" y="0"/>
            <a:ext cx="4751400" cy="51435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71"/>
          <p:cNvCxnSpPr/>
          <p:nvPr/>
        </p:nvCxnSpPr>
        <p:spPr>
          <a:xfrm>
            <a:off x="5057100" y="4603375"/>
            <a:ext cx="336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71"/>
          <p:cNvCxnSpPr/>
          <p:nvPr/>
        </p:nvCxnSpPr>
        <p:spPr>
          <a:xfrm>
            <a:off x="5057100" y="540000"/>
            <a:ext cx="3366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64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48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b="0" i="0" sz="30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059450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b="0" i="0" sz="30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" type="body"/>
          </p:nvPr>
        </p:nvSpPr>
        <p:spPr>
          <a:xfrm>
            <a:off x="720000" y="1059450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b="0" i="0" sz="1400" u="none" cap="none" strike="noStrik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  <p:sldLayoutId id="2147483713" r:id="rId31"/>
    <p:sldLayoutId id="2147483714" r:id="rId32"/>
    <p:sldLayoutId id="2147483715" r:id="rId33"/>
    <p:sldLayoutId id="2147483716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13.jp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2"/>
          <p:cNvSpPr txBox="1"/>
          <p:nvPr>
            <p:ph type="ctrTitle"/>
          </p:nvPr>
        </p:nvSpPr>
        <p:spPr>
          <a:xfrm>
            <a:off x="3082200" y="1130250"/>
            <a:ext cx="5871000" cy="21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Fake vs Real: Deepfake Audio Detection</a:t>
            </a:r>
            <a:endParaRPr/>
          </a:p>
        </p:txBody>
      </p:sp>
      <p:sp>
        <p:nvSpPr>
          <p:cNvPr id="381" name="Google Shape;381;p72"/>
          <p:cNvSpPr txBox="1"/>
          <p:nvPr>
            <p:ph idx="1" type="subTitle"/>
          </p:nvPr>
        </p:nvSpPr>
        <p:spPr>
          <a:xfrm>
            <a:off x="3082199" y="3281350"/>
            <a:ext cx="58710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Ashley S. Nguyen	Kimberly P. Nguyen	Taylen Washington</a:t>
            </a:r>
            <a:endParaRPr/>
          </a:p>
        </p:txBody>
      </p:sp>
      <p:sp>
        <p:nvSpPr>
          <p:cNvPr id="382" name="Google Shape;382;p72"/>
          <p:cNvSpPr/>
          <p:nvPr/>
        </p:nvSpPr>
        <p:spPr>
          <a:xfrm flipH="1">
            <a:off x="22" y="1130250"/>
            <a:ext cx="2865953" cy="2988095"/>
          </a:xfrm>
          <a:custGeom>
            <a:rect b="b" l="l" r="r" t="t"/>
            <a:pathLst>
              <a:path extrusionOk="0" h="34275" w="37395">
                <a:moveTo>
                  <a:pt x="29980" y="11876"/>
                </a:moveTo>
                <a:cubicBezTo>
                  <a:pt x="29980" y="12573"/>
                  <a:pt x="30032" y="13269"/>
                  <a:pt x="30032" y="13965"/>
                </a:cubicBezTo>
                <a:lnTo>
                  <a:pt x="30032" y="14017"/>
                </a:lnTo>
                <a:cubicBezTo>
                  <a:pt x="30032" y="13320"/>
                  <a:pt x="29980" y="12624"/>
                  <a:pt x="29980" y="11928"/>
                </a:cubicBezTo>
                <a:lnTo>
                  <a:pt x="29980" y="11876"/>
                </a:lnTo>
                <a:close/>
                <a:moveTo>
                  <a:pt x="27401" y="9994"/>
                </a:moveTo>
                <a:cubicBezTo>
                  <a:pt x="27401" y="11502"/>
                  <a:pt x="27401" y="13050"/>
                  <a:pt x="27453" y="14507"/>
                </a:cubicBezTo>
                <a:lnTo>
                  <a:pt x="27453" y="15048"/>
                </a:lnTo>
                <a:cubicBezTo>
                  <a:pt x="27401" y="13488"/>
                  <a:pt x="27401" y="11979"/>
                  <a:pt x="27401" y="10471"/>
                </a:cubicBezTo>
                <a:lnTo>
                  <a:pt x="27401" y="9994"/>
                </a:lnTo>
                <a:close/>
                <a:moveTo>
                  <a:pt x="52" y="11876"/>
                </a:moveTo>
                <a:cubicBezTo>
                  <a:pt x="52" y="12843"/>
                  <a:pt x="103" y="13759"/>
                  <a:pt x="103" y="14726"/>
                </a:cubicBezTo>
                <a:lnTo>
                  <a:pt x="103" y="15306"/>
                </a:lnTo>
                <a:cubicBezTo>
                  <a:pt x="103" y="14404"/>
                  <a:pt x="52" y="13437"/>
                  <a:pt x="52" y="12521"/>
                </a:cubicBezTo>
                <a:lnTo>
                  <a:pt x="52" y="11876"/>
                </a:lnTo>
                <a:close/>
                <a:moveTo>
                  <a:pt x="26266" y="9942"/>
                </a:moveTo>
                <a:cubicBezTo>
                  <a:pt x="26266" y="11606"/>
                  <a:pt x="26266" y="13320"/>
                  <a:pt x="26318" y="15048"/>
                </a:cubicBezTo>
                <a:lnTo>
                  <a:pt x="26318" y="15422"/>
                </a:lnTo>
                <a:cubicBezTo>
                  <a:pt x="26266" y="13694"/>
                  <a:pt x="26266" y="11979"/>
                  <a:pt x="26266" y="10213"/>
                </a:cubicBezTo>
                <a:lnTo>
                  <a:pt x="26266" y="9942"/>
                </a:lnTo>
                <a:close/>
                <a:moveTo>
                  <a:pt x="31592" y="11876"/>
                </a:moveTo>
                <a:cubicBezTo>
                  <a:pt x="31592" y="13114"/>
                  <a:pt x="31592" y="14288"/>
                  <a:pt x="31643" y="15474"/>
                </a:cubicBezTo>
                <a:lnTo>
                  <a:pt x="31643" y="15525"/>
                </a:lnTo>
                <a:cubicBezTo>
                  <a:pt x="31592" y="14339"/>
                  <a:pt x="31592" y="13166"/>
                  <a:pt x="31592" y="11979"/>
                </a:cubicBezTo>
                <a:lnTo>
                  <a:pt x="31592" y="11876"/>
                </a:lnTo>
                <a:close/>
                <a:moveTo>
                  <a:pt x="27878" y="10316"/>
                </a:moveTo>
                <a:cubicBezTo>
                  <a:pt x="27930" y="11928"/>
                  <a:pt x="27930" y="13540"/>
                  <a:pt x="27994" y="15152"/>
                </a:cubicBezTo>
                <a:lnTo>
                  <a:pt x="27994" y="15629"/>
                </a:lnTo>
                <a:cubicBezTo>
                  <a:pt x="27930" y="14017"/>
                  <a:pt x="27930" y="12353"/>
                  <a:pt x="27878" y="10742"/>
                </a:cubicBezTo>
                <a:lnTo>
                  <a:pt x="27878" y="10316"/>
                </a:lnTo>
                <a:close/>
                <a:moveTo>
                  <a:pt x="529" y="12998"/>
                </a:moveTo>
                <a:cubicBezTo>
                  <a:pt x="593" y="13694"/>
                  <a:pt x="593" y="14455"/>
                  <a:pt x="593" y="15152"/>
                </a:cubicBezTo>
                <a:lnTo>
                  <a:pt x="593" y="15796"/>
                </a:lnTo>
                <a:cubicBezTo>
                  <a:pt x="593" y="15100"/>
                  <a:pt x="593" y="14404"/>
                  <a:pt x="529" y="13694"/>
                </a:cubicBezTo>
                <a:lnTo>
                  <a:pt x="529" y="12998"/>
                </a:lnTo>
                <a:close/>
                <a:moveTo>
                  <a:pt x="697" y="12199"/>
                </a:moveTo>
                <a:cubicBezTo>
                  <a:pt x="748" y="12947"/>
                  <a:pt x="748" y="13643"/>
                  <a:pt x="748" y="14404"/>
                </a:cubicBezTo>
                <a:lnTo>
                  <a:pt x="748" y="15899"/>
                </a:lnTo>
                <a:cubicBezTo>
                  <a:pt x="748" y="15152"/>
                  <a:pt x="697" y="14455"/>
                  <a:pt x="697" y="13694"/>
                </a:cubicBezTo>
                <a:lnTo>
                  <a:pt x="697" y="12199"/>
                </a:lnTo>
                <a:close/>
                <a:moveTo>
                  <a:pt x="24874" y="8060"/>
                </a:moveTo>
                <a:cubicBezTo>
                  <a:pt x="24925" y="10690"/>
                  <a:pt x="24977" y="13320"/>
                  <a:pt x="25029" y="15899"/>
                </a:cubicBezTo>
                <a:lnTo>
                  <a:pt x="25029" y="16170"/>
                </a:lnTo>
                <a:cubicBezTo>
                  <a:pt x="24977" y="13540"/>
                  <a:pt x="24925" y="10858"/>
                  <a:pt x="24874" y="8163"/>
                </a:cubicBezTo>
                <a:lnTo>
                  <a:pt x="24874" y="8060"/>
                </a:lnTo>
                <a:close/>
                <a:moveTo>
                  <a:pt x="1174" y="13050"/>
                </a:moveTo>
                <a:cubicBezTo>
                  <a:pt x="1174" y="14017"/>
                  <a:pt x="1238" y="14984"/>
                  <a:pt x="1238" y="15951"/>
                </a:cubicBezTo>
                <a:lnTo>
                  <a:pt x="1238" y="16493"/>
                </a:lnTo>
                <a:cubicBezTo>
                  <a:pt x="1238" y="15474"/>
                  <a:pt x="1174" y="14507"/>
                  <a:pt x="1174" y="13540"/>
                </a:cubicBezTo>
                <a:lnTo>
                  <a:pt x="1174" y="13050"/>
                </a:lnTo>
                <a:close/>
                <a:moveTo>
                  <a:pt x="2528" y="13372"/>
                </a:moveTo>
                <a:cubicBezTo>
                  <a:pt x="2579" y="14184"/>
                  <a:pt x="2579" y="14932"/>
                  <a:pt x="2579" y="15693"/>
                </a:cubicBezTo>
                <a:lnTo>
                  <a:pt x="2579" y="16815"/>
                </a:lnTo>
                <a:cubicBezTo>
                  <a:pt x="2579" y="16067"/>
                  <a:pt x="2579" y="15306"/>
                  <a:pt x="2528" y="14558"/>
                </a:cubicBezTo>
                <a:lnTo>
                  <a:pt x="2528" y="13372"/>
                </a:lnTo>
                <a:close/>
                <a:moveTo>
                  <a:pt x="323" y="10690"/>
                </a:moveTo>
                <a:cubicBezTo>
                  <a:pt x="323" y="11825"/>
                  <a:pt x="374" y="12947"/>
                  <a:pt x="426" y="14133"/>
                </a:cubicBezTo>
                <a:lnTo>
                  <a:pt x="426" y="16918"/>
                </a:lnTo>
                <a:cubicBezTo>
                  <a:pt x="374" y="15745"/>
                  <a:pt x="323" y="14558"/>
                  <a:pt x="323" y="13437"/>
                </a:cubicBezTo>
                <a:lnTo>
                  <a:pt x="323" y="10690"/>
                </a:lnTo>
                <a:close/>
                <a:moveTo>
                  <a:pt x="1664" y="13269"/>
                </a:moveTo>
                <a:cubicBezTo>
                  <a:pt x="1715" y="14184"/>
                  <a:pt x="1715" y="15100"/>
                  <a:pt x="1715" y="16015"/>
                </a:cubicBezTo>
                <a:lnTo>
                  <a:pt x="1715" y="17086"/>
                </a:lnTo>
                <a:cubicBezTo>
                  <a:pt x="1715" y="16170"/>
                  <a:pt x="1715" y="15255"/>
                  <a:pt x="1664" y="14404"/>
                </a:cubicBezTo>
                <a:lnTo>
                  <a:pt x="1664" y="13269"/>
                </a:lnTo>
                <a:close/>
                <a:moveTo>
                  <a:pt x="29065" y="6718"/>
                </a:moveTo>
                <a:cubicBezTo>
                  <a:pt x="29116" y="9078"/>
                  <a:pt x="29168" y="11386"/>
                  <a:pt x="29219" y="13694"/>
                </a:cubicBezTo>
                <a:lnTo>
                  <a:pt x="29219" y="17086"/>
                </a:lnTo>
                <a:cubicBezTo>
                  <a:pt x="29168" y="14726"/>
                  <a:pt x="29116" y="12405"/>
                  <a:pt x="29065" y="9994"/>
                </a:cubicBezTo>
                <a:lnTo>
                  <a:pt x="29065" y="6718"/>
                </a:lnTo>
                <a:close/>
                <a:moveTo>
                  <a:pt x="28420" y="5803"/>
                </a:moveTo>
                <a:cubicBezTo>
                  <a:pt x="28471" y="8433"/>
                  <a:pt x="28523" y="11064"/>
                  <a:pt x="28575" y="13694"/>
                </a:cubicBezTo>
                <a:lnTo>
                  <a:pt x="28575" y="17137"/>
                </a:lnTo>
                <a:cubicBezTo>
                  <a:pt x="28523" y="14455"/>
                  <a:pt x="28471" y="11760"/>
                  <a:pt x="28420" y="9078"/>
                </a:cubicBezTo>
                <a:lnTo>
                  <a:pt x="28420" y="5803"/>
                </a:lnTo>
                <a:close/>
                <a:moveTo>
                  <a:pt x="30457" y="7840"/>
                </a:moveTo>
                <a:cubicBezTo>
                  <a:pt x="30509" y="9826"/>
                  <a:pt x="30573" y="11709"/>
                  <a:pt x="30625" y="13643"/>
                </a:cubicBezTo>
                <a:lnTo>
                  <a:pt x="30625" y="17730"/>
                </a:lnTo>
                <a:cubicBezTo>
                  <a:pt x="30573" y="15796"/>
                  <a:pt x="30509" y="13810"/>
                  <a:pt x="30457" y="11876"/>
                </a:cubicBezTo>
                <a:lnTo>
                  <a:pt x="30457" y="7840"/>
                </a:lnTo>
                <a:close/>
                <a:moveTo>
                  <a:pt x="26434" y="6074"/>
                </a:moveTo>
                <a:cubicBezTo>
                  <a:pt x="26486" y="9078"/>
                  <a:pt x="26537" y="12031"/>
                  <a:pt x="26640" y="14984"/>
                </a:cubicBezTo>
                <a:lnTo>
                  <a:pt x="26640" y="17834"/>
                </a:lnTo>
                <a:cubicBezTo>
                  <a:pt x="26537" y="14829"/>
                  <a:pt x="26486" y="11825"/>
                  <a:pt x="26434" y="8756"/>
                </a:cubicBezTo>
                <a:lnTo>
                  <a:pt x="26434" y="6074"/>
                </a:lnTo>
                <a:close/>
                <a:moveTo>
                  <a:pt x="2360" y="12302"/>
                </a:moveTo>
                <a:cubicBezTo>
                  <a:pt x="2360" y="13488"/>
                  <a:pt x="2412" y="14662"/>
                  <a:pt x="2412" y="15899"/>
                </a:cubicBezTo>
                <a:lnTo>
                  <a:pt x="2412" y="17950"/>
                </a:lnTo>
                <a:cubicBezTo>
                  <a:pt x="2412" y="16712"/>
                  <a:pt x="2360" y="15525"/>
                  <a:pt x="2360" y="14339"/>
                </a:cubicBezTo>
                <a:lnTo>
                  <a:pt x="2360" y="12302"/>
                </a:lnTo>
                <a:close/>
                <a:moveTo>
                  <a:pt x="851" y="10419"/>
                </a:moveTo>
                <a:cubicBezTo>
                  <a:pt x="916" y="11928"/>
                  <a:pt x="1019" y="13488"/>
                  <a:pt x="1071" y="15048"/>
                </a:cubicBezTo>
                <a:lnTo>
                  <a:pt x="1071" y="18053"/>
                </a:lnTo>
                <a:cubicBezTo>
                  <a:pt x="1019" y="16493"/>
                  <a:pt x="916" y="14932"/>
                  <a:pt x="851" y="13437"/>
                </a:cubicBezTo>
                <a:lnTo>
                  <a:pt x="851" y="10419"/>
                </a:lnTo>
                <a:close/>
                <a:moveTo>
                  <a:pt x="25467" y="8807"/>
                </a:moveTo>
                <a:cubicBezTo>
                  <a:pt x="25519" y="11438"/>
                  <a:pt x="25570" y="14081"/>
                  <a:pt x="25622" y="16712"/>
                </a:cubicBezTo>
                <a:lnTo>
                  <a:pt x="25622" y="18053"/>
                </a:lnTo>
                <a:cubicBezTo>
                  <a:pt x="25570" y="15371"/>
                  <a:pt x="25519" y="12727"/>
                  <a:pt x="25467" y="9994"/>
                </a:cubicBezTo>
                <a:lnTo>
                  <a:pt x="25467" y="8807"/>
                </a:lnTo>
                <a:close/>
                <a:moveTo>
                  <a:pt x="26756" y="5958"/>
                </a:moveTo>
                <a:cubicBezTo>
                  <a:pt x="26808" y="9297"/>
                  <a:pt x="26860" y="12573"/>
                  <a:pt x="26911" y="15848"/>
                </a:cubicBezTo>
                <a:lnTo>
                  <a:pt x="26911" y="18104"/>
                </a:lnTo>
                <a:cubicBezTo>
                  <a:pt x="26860" y="14778"/>
                  <a:pt x="26808" y="11438"/>
                  <a:pt x="26756" y="8060"/>
                </a:cubicBezTo>
                <a:lnTo>
                  <a:pt x="26756" y="5958"/>
                </a:lnTo>
                <a:close/>
                <a:moveTo>
                  <a:pt x="2682" y="13114"/>
                </a:moveTo>
                <a:cubicBezTo>
                  <a:pt x="2734" y="14081"/>
                  <a:pt x="2734" y="15048"/>
                  <a:pt x="2785" y="16015"/>
                </a:cubicBezTo>
                <a:lnTo>
                  <a:pt x="2785" y="18156"/>
                </a:lnTo>
                <a:cubicBezTo>
                  <a:pt x="2734" y="17189"/>
                  <a:pt x="2734" y="16222"/>
                  <a:pt x="2682" y="15255"/>
                </a:cubicBezTo>
                <a:lnTo>
                  <a:pt x="2682" y="13114"/>
                </a:lnTo>
                <a:close/>
                <a:moveTo>
                  <a:pt x="34003" y="14017"/>
                </a:moveTo>
                <a:cubicBezTo>
                  <a:pt x="34003" y="14932"/>
                  <a:pt x="34055" y="15796"/>
                  <a:pt x="34055" y="16712"/>
                </a:cubicBezTo>
                <a:lnTo>
                  <a:pt x="34055" y="18156"/>
                </a:lnTo>
                <a:cubicBezTo>
                  <a:pt x="34055" y="17305"/>
                  <a:pt x="34003" y="16389"/>
                  <a:pt x="34003" y="15474"/>
                </a:cubicBezTo>
                <a:lnTo>
                  <a:pt x="34003" y="14017"/>
                </a:lnTo>
                <a:close/>
                <a:moveTo>
                  <a:pt x="34596" y="15048"/>
                </a:moveTo>
                <a:cubicBezTo>
                  <a:pt x="34648" y="15899"/>
                  <a:pt x="34648" y="16763"/>
                  <a:pt x="34648" y="17627"/>
                </a:cubicBezTo>
                <a:lnTo>
                  <a:pt x="34648" y="18156"/>
                </a:lnTo>
                <a:cubicBezTo>
                  <a:pt x="34648" y="17305"/>
                  <a:pt x="34648" y="16441"/>
                  <a:pt x="34596" y="15577"/>
                </a:cubicBezTo>
                <a:lnTo>
                  <a:pt x="34596" y="15048"/>
                </a:lnTo>
                <a:close/>
                <a:moveTo>
                  <a:pt x="31373" y="8756"/>
                </a:moveTo>
                <a:cubicBezTo>
                  <a:pt x="31373" y="10961"/>
                  <a:pt x="31424" y="13166"/>
                  <a:pt x="31476" y="15306"/>
                </a:cubicBezTo>
                <a:lnTo>
                  <a:pt x="31476" y="18375"/>
                </a:lnTo>
                <a:cubicBezTo>
                  <a:pt x="31424" y="16170"/>
                  <a:pt x="31373" y="13965"/>
                  <a:pt x="31373" y="11760"/>
                </a:cubicBezTo>
                <a:lnTo>
                  <a:pt x="31373" y="8756"/>
                </a:lnTo>
                <a:close/>
                <a:moveTo>
                  <a:pt x="1818" y="11709"/>
                </a:moveTo>
                <a:cubicBezTo>
                  <a:pt x="1883" y="13050"/>
                  <a:pt x="1934" y="14455"/>
                  <a:pt x="1986" y="15796"/>
                </a:cubicBezTo>
                <a:lnTo>
                  <a:pt x="1986" y="18427"/>
                </a:lnTo>
                <a:cubicBezTo>
                  <a:pt x="1934" y="17034"/>
                  <a:pt x="1883" y="15693"/>
                  <a:pt x="1818" y="14339"/>
                </a:cubicBezTo>
                <a:lnTo>
                  <a:pt x="1818" y="11709"/>
                </a:lnTo>
                <a:close/>
                <a:moveTo>
                  <a:pt x="31102" y="8975"/>
                </a:moveTo>
                <a:cubicBezTo>
                  <a:pt x="31153" y="10690"/>
                  <a:pt x="31218" y="12405"/>
                  <a:pt x="31269" y="14133"/>
                </a:cubicBezTo>
                <a:lnTo>
                  <a:pt x="31269" y="18427"/>
                </a:lnTo>
                <a:cubicBezTo>
                  <a:pt x="31218" y="16712"/>
                  <a:pt x="31153" y="14984"/>
                  <a:pt x="31102" y="13269"/>
                </a:cubicBezTo>
                <a:lnTo>
                  <a:pt x="31102" y="8975"/>
                </a:lnTo>
                <a:close/>
                <a:moveTo>
                  <a:pt x="33578" y="11825"/>
                </a:moveTo>
                <a:cubicBezTo>
                  <a:pt x="33629" y="13050"/>
                  <a:pt x="33629" y="14236"/>
                  <a:pt x="33629" y="15474"/>
                </a:cubicBezTo>
                <a:lnTo>
                  <a:pt x="33629" y="18427"/>
                </a:lnTo>
                <a:cubicBezTo>
                  <a:pt x="33629" y="17189"/>
                  <a:pt x="33629" y="16015"/>
                  <a:pt x="33578" y="14778"/>
                </a:cubicBezTo>
                <a:lnTo>
                  <a:pt x="33578" y="11825"/>
                </a:lnTo>
                <a:close/>
                <a:moveTo>
                  <a:pt x="1341" y="10535"/>
                </a:moveTo>
                <a:cubicBezTo>
                  <a:pt x="1393" y="12031"/>
                  <a:pt x="1496" y="13540"/>
                  <a:pt x="1561" y="15100"/>
                </a:cubicBezTo>
                <a:lnTo>
                  <a:pt x="1561" y="18594"/>
                </a:lnTo>
                <a:cubicBezTo>
                  <a:pt x="1496" y="17034"/>
                  <a:pt x="1393" y="15525"/>
                  <a:pt x="1341" y="14017"/>
                </a:cubicBezTo>
                <a:lnTo>
                  <a:pt x="1341" y="10535"/>
                </a:lnTo>
                <a:close/>
                <a:moveTo>
                  <a:pt x="24177" y="8704"/>
                </a:moveTo>
                <a:cubicBezTo>
                  <a:pt x="24229" y="11825"/>
                  <a:pt x="24281" y="14881"/>
                  <a:pt x="24332" y="17950"/>
                </a:cubicBezTo>
                <a:lnTo>
                  <a:pt x="24332" y="18646"/>
                </a:lnTo>
                <a:cubicBezTo>
                  <a:pt x="24281" y="15474"/>
                  <a:pt x="24229" y="12302"/>
                  <a:pt x="24177" y="9078"/>
                </a:cubicBezTo>
                <a:lnTo>
                  <a:pt x="24177" y="8704"/>
                </a:lnTo>
                <a:close/>
                <a:moveTo>
                  <a:pt x="29335" y="5906"/>
                </a:moveTo>
                <a:cubicBezTo>
                  <a:pt x="29387" y="8756"/>
                  <a:pt x="29438" y="11606"/>
                  <a:pt x="29490" y="14455"/>
                </a:cubicBezTo>
                <a:lnTo>
                  <a:pt x="29490" y="18852"/>
                </a:lnTo>
                <a:cubicBezTo>
                  <a:pt x="29438" y="16015"/>
                  <a:pt x="29387" y="13114"/>
                  <a:pt x="29335" y="10213"/>
                </a:cubicBezTo>
                <a:lnTo>
                  <a:pt x="29335" y="5906"/>
                </a:lnTo>
                <a:close/>
                <a:moveTo>
                  <a:pt x="29709" y="6822"/>
                </a:moveTo>
                <a:cubicBezTo>
                  <a:pt x="29761" y="9349"/>
                  <a:pt x="29812" y="11825"/>
                  <a:pt x="29864" y="14288"/>
                </a:cubicBezTo>
                <a:lnTo>
                  <a:pt x="29864" y="19020"/>
                </a:lnTo>
                <a:cubicBezTo>
                  <a:pt x="29812" y="16493"/>
                  <a:pt x="29761" y="13965"/>
                  <a:pt x="29709" y="11438"/>
                </a:cubicBezTo>
                <a:lnTo>
                  <a:pt x="29709" y="6822"/>
                </a:lnTo>
                <a:close/>
                <a:moveTo>
                  <a:pt x="27607" y="6925"/>
                </a:moveTo>
                <a:cubicBezTo>
                  <a:pt x="27672" y="9774"/>
                  <a:pt x="27723" y="12624"/>
                  <a:pt x="27775" y="15422"/>
                </a:cubicBezTo>
                <a:lnTo>
                  <a:pt x="27775" y="19071"/>
                </a:lnTo>
                <a:cubicBezTo>
                  <a:pt x="27723" y="16170"/>
                  <a:pt x="27672" y="13320"/>
                  <a:pt x="27607" y="10419"/>
                </a:cubicBezTo>
                <a:lnTo>
                  <a:pt x="27607" y="6925"/>
                </a:lnTo>
                <a:close/>
                <a:moveTo>
                  <a:pt x="31747" y="8859"/>
                </a:moveTo>
                <a:cubicBezTo>
                  <a:pt x="31798" y="10638"/>
                  <a:pt x="31863" y="12405"/>
                  <a:pt x="31914" y="14184"/>
                </a:cubicBezTo>
                <a:lnTo>
                  <a:pt x="31914" y="19071"/>
                </a:lnTo>
                <a:cubicBezTo>
                  <a:pt x="31863" y="17305"/>
                  <a:pt x="31798" y="15474"/>
                  <a:pt x="31747" y="13694"/>
                </a:cubicBezTo>
                <a:lnTo>
                  <a:pt x="31747" y="8859"/>
                </a:lnTo>
                <a:close/>
                <a:moveTo>
                  <a:pt x="5958" y="16119"/>
                </a:moveTo>
                <a:cubicBezTo>
                  <a:pt x="5958" y="16983"/>
                  <a:pt x="5958" y="17834"/>
                  <a:pt x="6009" y="18749"/>
                </a:cubicBezTo>
                <a:lnTo>
                  <a:pt x="6009" y="19291"/>
                </a:lnTo>
                <a:cubicBezTo>
                  <a:pt x="5958" y="18427"/>
                  <a:pt x="5958" y="17563"/>
                  <a:pt x="5958" y="16712"/>
                </a:cubicBezTo>
                <a:lnTo>
                  <a:pt x="5958" y="16119"/>
                </a:lnTo>
                <a:close/>
                <a:moveTo>
                  <a:pt x="30135" y="6873"/>
                </a:moveTo>
                <a:cubicBezTo>
                  <a:pt x="30186" y="9452"/>
                  <a:pt x="30251" y="11979"/>
                  <a:pt x="30302" y="14455"/>
                </a:cubicBezTo>
                <a:lnTo>
                  <a:pt x="30302" y="19445"/>
                </a:lnTo>
                <a:cubicBezTo>
                  <a:pt x="30251" y="16867"/>
                  <a:pt x="30186" y="14339"/>
                  <a:pt x="30135" y="11760"/>
                </a:cubicBezTo>
                <a:lnTo>
                  <a:pt x="30135" y="6873"/>
                </a:lnTo>
                <a:close/>
                <a:moveTo>
                  <a:pt x="2089" y="11760"/>
                </a:moveTo>
                <a:lnTo>
                  <a:pt x="2257" y="16763"/>
                </a:lnTo>
                <a:lnTo>
                  <a:pt x="2257" y="19561"/>
                </a:lnTo>
                <a:cubicBezTo>
                  <a:pt x="2205" y="17885"/>
                  <a:pt x="2141" y="16222"/>
                  <a:pt x="2089" y="14610"/>
                </a:cubicBezTo>
                <a:lnTo>
                  <a:pt x="2089" y="11760"/>
                </a:lnTo>
                <a:close/>
                <a:moveTo>
                  <a:pt x="33036" y="10961"/>
                </a:moveTo>
                <a:cubicBezTo>
                  <a:pt x="33088" y="12624"/>
                  <a:pt x="33152" y="14288"/>
                  <a:pt x="33152" y="15951"/>
                </a:cubicBezTo>
                <a:lnTo>
                  <a:pt x="33152" y="19613"/>
                </a:lnTo>
                <a:cubicBezTo>
                  <a:pt x="33152" y="17950"/>
                  <a:pt x="33088" y="16273"/>
                  <a:pt x="33036" y="14610"/>
                </a:cubicBezTo>
                <a:lnTo>
                  <a:pt x="33036" y="10961"/>
                </a:lnTo>
                <a:close/>
                <a:moveTo>
                  <a:pt x="3972" y="14017"/>
                </a:moveTo>
                <a:cubicBezTo>
                  <a:pt x="3972" y="15474"/>
                  <a:pt x="4023" y="16918"/>
                  <a:pt x="4023" y="18427"/>
                </a:cubicBezTo>
                <a:lnTo>
                  <a:pt x="4023" y="19884"/>
                </a:lnTo>
                <a:cubicBezTo>
                  <a:pt x="4023" y="18427"/>
                  <a:pt x="3972" y="16918"/>
                  <a:pt x="3972" y="15474"/>
                </a:cubicBezTo>
                <a:lnTo>
                  <a:pt x="3972" y="14017"/>
                </a:lnTo>
                <a:close/>
                <a:moveTo>
                  <a:pt x="35989" y="13372"/>
                </a:moveTo>
                <a:cubicBezTo>
                  <a:pt x="36053" y="14829"/>
                  <a:pt x="36053" y="16273"/>
                  <a:pt x="36105" y="17679"/>
                </a:cubicBezTo>
                <a:lnTo>
                  <a:pt x="36105" y="20090"/>
                </a:lnTo>
                <a:cubicBezTo>
                  <a:pt x="36053" y="18646"/>
                  <a:pt x="36053" y="17189"/>
                  <a:pt x="35989" y="15745"/>
                </a:cubicBezTo>
                <a:lnTo>
                  <a:pt x="35989" y="13372"/>
                </a:lnTo>
                <a:close/>
                <a:moveTo>
                  <a:pt x="6551" y="16119"/>
                </a:moveTo>
                <a:cubicBezTo>
                  <a:pt x="6551" y="17034"/>
                  <a:pt x="6602" y="17885"/>
                  <a:pt x="6602" y="18801"/>
                </a:cubicBezTo>
                <a:lnTo>
                  <a:pt x="6602" y="20258"/>
                </a:lnTo>
                <a:cubicBezTo>
                  <a:pt x="6602" y="19394"/>
                  <a:pt x="6551" y="18478"/>
                  <a:pt x="6551" y="17563"/>
                </a:cubicBezTo>
                <a:lnTo>
                  <a:pt x="6551" y="16119"/>
                </a:lnTo>
                <a:close/>
                <a:moveTo>
                  <a:pt x="36582" y="14404"/>
                </a:moveTo>
                <a:cubicBezTo>
                  <a:pt x="36582" y="15899"/>
                  <a:pt x="36634" y="17357"/>
                  <a:pt x="36698" y="18801"/>
                </a:cubicBezTo>
                <a:lnTo>
                  <a:pt x="36698" y="20309"/>
                </a:lnTo>
                <a:cubicBezTo>
                  <a:pt x="36634" y="18801"/>
                  <a:pt x="36582" y="17357"/>
                  <a:pt x="36582" y="15899"/>
                </a:cubicBezTo>
                <a:lnTo>
                  <a:pt x="36582" y="14404"/>
                </a:lnTo>
                <a:close/>
                <a:moveTo>
                  <a:pt x="3701" y="12727"/>
                </a:moveTo>
                <a:cubicBezTo>
                  <a:pt x="3753" y="14507"/>
                  <a:pt x="3817" y="16273"/>
                  <a:pt x="3869" y="18104"/>
                </a:cubicBezTo>
                <a:lnTo>
                  <a:pt x="3869" y="20361"/>
                </a:lnTo>
                <a:lnTo>
                  <a:pt x="3701" y="15048"/>
                </a:lnTo>
                <a:lnTo>
                  <a:pt x="3701" y="12727"/>
                </a:lnTo>
                <a:close/>
                <a:moveTo>
                  <a:pt x="32069" y="8111"/>
                </a:moveTo>
                <a:cubicBezTo>
                  <a:pt x="32121" y="10535"/>
                  <a:pt x="32185" y="12895"/>
                  <a:pt x="32237" y="15255"/>
                </a:cubicBezTo>
                <a:lnTo>
                  <a:pt x="32237" y="20464"/>
                </a:lnTo>
                <a:cubicBezTo>
                  <a:pt x="32185" y="18104"/>
                  <a:pt x="32121" y="15745"/>
                  <a:pt x="32069" y="13320"/>
                </a:cubicBezTo>
                <a:lnTo>
                  <a:pt x="32069" y="8111"/>
                </a:lnTo>
                <a:close/>
                <a:moveTo>
                  <a:pt x="32391" y="8807"/>
                </a:moveTo>
                <a:cubicBezTo>
                  <a:pt x="32443" y="11283"/>
                  <a:pt x="32507" y="13694"/>
                  <a:pt x="32559" y="16119"/>
                </a:cubicBezTo>
                <a:lnTo>
                  <a:pt x="32559" y="20464"/>
                </a:lnTo>
                <a:cubicBezTo>
                  <a:pt x="32507" y="18053"/>
                  <a:pt x="32443" y="15577"/>
                  <a:pt x="32391" y="13114"/>
                </a:cubicBezTo>
                <a:lnTo>
                  <a:pt x="32391" y="8807"/>
                </a:lnTo>
                <a:close/>
                <a:moveTo>
                  <a:pt x="35138" y="13759"/>
                </a:moveTo>
                <a:cubicBezTo>
                  <a:pt x="35189" y="15152"/>
                  <a:pt x="35189" y="16493"/>
                  <a:pt x="35241" y="17885"/>
                </a:cubicBezTo>
                <a:lnTo>
                  <a:pt x="35241" y="20529"/>
                </a:lnTo>
                <a:cubicBezTo>
                  <a:pt x="35189" y="19175"/>
                  <a:pt x="35189" y="17782"/>
                  <a:pt x="35138" y="16389"/>
                </a:cubicBezTo>
                <a:lnTo>
                  <a:pt x="35138" y="13759"/>
                </a:lnTo>
                <a:close/>
                <a:moveTo>
                  <a:pt x="5364" y="13759"/>
                </a:moveTo>
                <a:cubicBezTo>
                  <a:pt x="5429" y="15152"/>
                  <a:pt x="5429" y="16493"/>
                  <a:pt x="5480" y="17885"/>
                </a:cubicBezTo>
                <a:lnTo>
                  <a:pt x="5480" y="20580"/>
                </a:lnTo>
                <a:cubicBezTo>
                  <a:pt x="5429" y="19175"/>
                  <a:pt x="5429" y="17782"/>
                  <a:pt x="5364" y="16441"/>
                </a:cubicBezTo>
                <a:lnTo>
                  <a:pt x="5364" y="13759"/>
                </a:lnTo>
                <a:close/>
                <a:moveTo>
                  <a:pt x="33732" y="11064"/>
                </a:moveTo>
                <a:cubicBezTo>
                  <a:pt x="33797" y="12843"/>
                  <a:pt x="33848" y="14610"/>
                  <a:pt x="33900" y="16389"/>
                </a:cubicBezTo>
                <a:lnTo>
                  <a:pt x="33900" y="20580"/>
                </a:lnTo>
                <a:cubicBezTo>
                  <a:pt x="33848" y="18852"/>
                  <a:pt x="33797" y="17086"/>
                  <a:pt x="33732" y="15306"/>
                </a:cubicBezTo>
                <a:lnTo>
                  <a:pt x="33732" y="11064"/>
                </a:lnTo>
                <a:close/>
                <a:moveTo>
                  <a:pt x="3430" y="12250"/>
                </a:moveTo>
                <a:lnTo>
                  <a:pt x="3598" y="18053"/>
                </a:lnTo>
                <a:lnTo>
                  <a:pt x="3598" y="20632"/>
                </a:lnTo>
                <a:lnTo>
                  <a:pt x="3430" y="14829"/>
                </a:lnTo>
                <a:lnTo>
                  <a:pt x="3430" y="12250"/>
                </a:lnTo>
                <a:close/>
                <a:moveTo>
                  <a:pt x="32662" y="8485"/>
                </a:moveTo>
                <a:cubicBezTo>
                  <a:pt x="32714" y="11232"/>
                  <a:pt x="32765" y="13914"/>
                  <a:pt x="32830" y="16596"/>
                </a:cubicBezTo>
                <a:lnTo>
                  <a:pt x="32830" y="20683"/>
                </a:lnTo>
                <a:cubicBezTo>
                  <a:pt x="32765" y="18001"/>
                  <a:pt x="32714" y="15306"/>
                  <a:pt x="32662" y="12573"/>
                </a:cubicBezTo>
                <a:lnTo>
                  <a:pt x="32662" y="8485"/>
                </a:lnTo>
                <a:close/>
                <a:moveTo>
                  <a:pt x="4139" y="12083"/>
                </a:moveTo>
                <a:cubicBezTo>
                  <a:pt x="4191" y="13965"/>
                  <a:pt x="4243" y="15899"/>
                  <a:pt x="4294" y="17834"/>
                </a:cubicBezTo>
                <a:lnTo>
                  <a:pt x="4294" y="20786"/>
                </a:lnTo>
                <a:cubicBezTo>
                  <a:pt x="4243" y="18852"/>
                  <a:pt x="4191" y="16983"/>
                  <a:pt x="4139" y="15048"/>
                </a:cubicBezTo>
                <a:lnTo>
                  <a:pt x="4139" y="12083"/>
                </a:lnTo>
                <a:close/>
                <a:moveTo>
                  <a:pt x="4513" y="14236"/>
                </a:moveTo>
                <a:cubicBezTo>
                  <a:pt x="4565" y="15629"/>
                  <a:pt x="4565" y="17086"/>
                  <a:pt x="4617" y="18530"/>
                </a:cubicBezTo>
                <a:lnTo>
                  <a:pt x="4617" y="20903"/>
                </a:lnTo>
                <a:cubicBezTo>
                  <a:pt x="4565" y="19445"/>
                  <a:pt x="4565" y="18001"/>
                  <a:pt x="4513" y="16596"/>
                </a:cubicBezTo>
                <a:lnTo>
                  <a:pt x="4513" y="14236"/>
                </a:lnTo>
                <a:close/>
                <a:moveTo>
                  <a:pt x="34377" y="11554"/>
                </a:moveTo>
                <a:cubicBezTo>
                  <a:pt x="34442" y="13372"/>
                  <a:pt x="34442" y="15152"/>
                  <a:pt x="34493" y="16918"/>
                </a:cubicBezTo>
                <a:lnTo>
                  <a:pt x="34493" y="20954"/>
                </a:lnTo>
                <a:cubicBezTo>
                  <a:pt x="34442" y="19175"/>
                  <a:pt x="34442" y="17408"/>
                  <a:pt x="34377" y="15629"/>
                </a:cubicBezTo>
                <a:lnTo>
                  <a:pt x="34377" y="11554"/>
                </a:lnTo>
                <a:close/>
                <a:moveTo>
                  <a:pt x="34867" y="11064"/>
                </a:moveTo>
                <a:cubicBezTo>
                  <a:pt x="34919" y="13372"/>
                  <a:pt x="34970" y="15629"/>
                  <a:pt x="35022" y="17885"/>
                </a:cubicBezTo>
                <a:lnTo>
                  <a:pt x="35022" y="21276"/>
                </a:lnTo>
                <a:cubicBezTo>
                  <a:pt x="34970" y="19020"/>
                  <a:pt x="34919" y="16763"/>
                  <a:pt x="34867" y="14455"/>
                </a:cubicBezTo>
                <a:lnTo>
                  <a:pt x="34867" y="11064"/>
                </a:lnTo>
                <a:close/>
                <a:moveTo>
                  <a:pt x="33255" y="9401"/>
                </a:moveTo>
                <a:cubicBezTo>
                  <a:pt x="33358" y="12031"/>
                  <a:pt x="33410" y="14610"/>
                  <a:pt x="33474" y="17189"/>
                </a:cubicBezTo>
                <a:lnTo>
                  <a:pt x="33474" y="21380"/>
                </a:lnTo>
                <a:cubicBezTo>
                  <a:pt x="33410" y="18801"/>
                  <a:pt x="33358" y="16170"/>
                  <a:pt x="33255" y="13540"/>
                </a:cubicBezTo>
                <a:lnTo>
                  <a:pt x="33255" y="9401"/>
                </a:lnTo>
                <a:close/>
                <a:moveTo>
                  <a:pt x="35344" y="12521"/>
                </a:moveTo>
                <a:cubicBezTo>
                  <a:pt x="35409" y="14404"/>
                  <a:pt x="35460" y="16273"/>
                  <a:pt x="35512" y="18104"/>
                </a:cubicBezTo>
                <a:lnTo>
                  <a:pt x="35512" y="21496"/>
                </a:lnTo>
                <a:cubicBezTo>
                  <a:pt x="35460" y="19665"/>
                  <a:pt x="35409" y="17782"/>
                  <a:pt x="35344" y="15899"/>
                </a:cubicBezTo>
                <a:lnTo>
                  <a:pt x="35344" y="12521"/>
                </a:lnTo>
                <a:close/>
                <a:moveTo>
                  <a:pt x="36801" y="13914"/>
                </a:moveTo>
                <a:cubicBezTo>
                  <a:pt x="36801" y="15693"/>
                  <a:pt x="36853" y="17460"/>
                  <a:pt x="36904" y="19239"/>
                </a:cubicBezTo>
                <a:lnTo>
                  <a:pt x="36904" y="21547"/>
                </a:lnTo>
                <a:cubicBezTo>
                  <a:pt x="36853" y="19768"/>
                  <a:pt x="36801" y="18001"/>
                  <a:pt x="36801" y="16222"/>
                </a:cubicBezTo>
                <a:lnTo>
                  <a:pt x="36801" y="13914"/>
                </a:lnTo>
                <a:close/>
                <a:moveTo>
                  <a:pt x="5107" y="12792"/>
                </a:moveTo>
                <a:cubicBezTo>
                  <a:pt x="5158" y="14662"/>
                  <a:pt x="5210" y="16544"/>
                  <a:pt x="5261" y="18427"/>
                </a:cubicBezTo>
                <a:lnTo>
                  <a:pt x="5261" y="21754"/>
                </a:lnTo>
                <a:cubicBezTo>
                  <a:pt x="5210" y="19884"/>
                  <a:pt x="5158" y="18053"/>
                  <a:pt x="5107" y="16170"/>
                </a:cubicBezTo>
                <a:lnTo>
                  <a:pt x="5107" y="12792"/>
                </a:lnTo>
                <a:close/>
                <a:moveTo>
                  <a:pt x="4720" y="12250"/>
                </a:moveTo>
                <a:cubicBezTo>
                  <a:pt x="4784" y="14017"/>
                  <a:pt x="4887" y="15796"/>
                  <a:pt x="4939" y="17627"/>
                </a:cubicBezTo>
                <a:lnTo>
                  <a:pt x="4939" y="22024"/>
                </a:lnTo>
                <a:cubicBezTo>
                  <a:pt x="4887" y="20206"/>
                  <a:pt x="4784" y="18427"/>
                  <a:pt x="4720" y="16596"/>
                </a:cubicBezTo>
                <a:lnTo>
                  <a:pt x="4720" y="12250"/>
                </a:lnTo>
                <a:close/>
                <a:moveTo>
                  <a:pt x="37020" y="13643"/>
                </a:moveTo>
                <a:cubicBezTo>
                  <a:pt x="37072" y="15577"/>
                  <a:pt x="37124" y="17511"/>
                  <a:pt x="37175" y="19445"/>
                </a:cubicBezTo>
                <a:lnTo>
                  <a:pt x="37175" y="22024"/>
                </a:lnTo>
                <a:cubicBezTo>
                  <a:pt x="37124" y="20142"/>
                  <a:pt x="37072" y="18208"/>
                  <a:pt x="37020" y="16222"/>
                </a:cubicBezTo>
                <a:lnTo>
                  <a:pt x="37020" y="13643"/>
                </a:lnTo>
                <a:close/>
                <a:moveTo>
                  <a:pt x="35667" y="12250"/>
                </a:moveTo>
                <a:cubicBezTo>
                  <a:pt x="35783" y="14081"/>
                  <a:pt x="35834" y="15899"/>
                  <a:pt x="35886" y="17679"/>
                </a:cubicBezTo>
                <a:lnTo>
                  <a:pt x="35886" y="22076"/>
                </a:lnTo>
                <a:cubicBezTo>
                  <a:pt x="35834" y="20309"/>
                  <a:pt x="35783" y="18478"/>
                  <a:pt x="35667" y="16660"/>
                </a:cubicBezTo>
                <a:lnTo>
                  <a:pt x="35667" y="12250"/>
                </a:lnTo>
                <a:close/>
                <a:moveTo>
                  <a:pt x="36311" y="13488"/>
                </a:moveTo>
                <a:cubicBezTo>
                  <a:pt x="36376" y="15422"/>
                  <a:pt x="36427" y="17357"/>
                  <a:pt x="36479" y="19239"/>
                </a:cubicBezTo>
                <a:lnTo>
                  <a:pt x="36479" y="22244"/>
                </a:lnTo>
                <a:cubicBezTo>
                  <a:pt x="36427" y="20309"/>
                  <a:pt x="36376" y="18427"/>
                  <a:pt x="36311" y="16493"/>
                </a:cubicBezTo>
                <a:lnTo>
                  <a:pt x="36311" y="13488"/>
                </a:lnTo>
                <a:close/>
                <a:moveTo>
                  <a:pt x="8975" y="18749"/>
                </a:moveTo>
                <a:cubicBezTo>
                  <a:pt x="9026" y="19935"/>
                  <a:pt x="9026" y="21173"/>
                  <a:pt x="9026" y="22347"/>
                </a:cubicBezTo>
                <a:lnTo>
                  <a:pt x="9026" y="22398"/>
                </a:lnTo>
                <a:cubicBezTo>
                  <a:pt x="9026" y="21225"/>
                  <a:pt x="9026" y="20039"/>
                  <a:pt x="8975" y="18801"/>
                </a:cubicBezTo>
                <a:lnTo>
                  <a:pt x="8975" y="18749"/>
                </a:lnTo>
                <a:close/>
                <a:moveTo>
                  <a:pt x="10587" y="20258"/>
                </a:moveTo>
                <a:cubicBezTo>
                  <a:pt x="10587" y="20954"/>
                  <a:pt x="10638" y="21650"/>
                  <a:pt x="10638" y="22347"/>
                </a:cubicBezTo>
                <a:lnTo>
                  <a:pt x="10638" y="22398"/>
                </a:lnTo>
                <a:cubicBezTo>
                  <a:pt x="10638" y="21754"/>
                  <a:pt x="10587" y="21057"/>
                  <a:pt x="10587" y="20361"/>
                </a:cubicBezTo>
                <a:lnTo>
                  <a:pt x="10587" y="20258"/>
                </a:lnTo>
                <a:close/>
                <a:moveTo>
                  <a:pt x="6976" y="15848"/>
                </a:moveTo>
                <a:cubicBezTo>
                  <a:pt x="6976" y="17086"/>
                  <a:pt x="7041" y="18324"/>
                  <a:pt x="7041" y="19561"/>
                </a:cubicBezTo>
                <a:lnTo>
                  <a:pt x="7041" y="22463"/>
                </a:lnTo>
                <a:cubicBezTo>
                  <a:pt x="7041" y="21276"/>
                  <a:pt x="6976" y="20039"/>
                  <a:pt x="6976" y="18801"/>
                </a:cubicBezTo>
                <a:lnTo>
                  <a:pt x="6976" y="15848"/>
                </a:lnTo>
                <a:close/>
                <a:moveTo>
                  <a:pt x="6125" y="13320"/>
                </a:moveTo>
                <a:cubicBezTo>
                  <a:pt x="6177" y="15100"/>
                  <a:pt x="6228" y="16867"/>
                  <a:pt x="6228" y="18698"/>
                </a:cubicBezTo>
                <a:lnTo>
                  <a:pt x="6228" y="22721"/>
                </a:lnTo>
                <a:cubicBezTo>
                  <a:pt x="6228" y="20954"/>
                  <a:pt x="6177" y="19123"/>
                  <a:pt x="6125" y="17357"/>
                </a:cubicBezTo>
                <a:lnTo>
                  <a:pt x="6125" y="13320"/>
                </a:lnTo>
                <a:close/>
                <a:moveTo>
                  <a:pt x="5584" y="12998"/>
                </a:moveTo>
                <a:cubicBezTo>
                  <a:pt x="5635" y="15255"/>
                  <a:pt x="5687" y="17563"/>
                  <a:pt x="5751" y="19884"/>
                </a:cubicBezTo>
                <a:lnTo>
                  <a:pt x="5751" y="23211"/>
                </a:lnTo>
                <a:cubicBezTo>
                  <a:pt x="5687" y="20954"/>
                  <a:pt x="5635" y="18646"/>
                  <a:pt x="5584" y="16389"/>
                </a:cubicBezTo>
                <a:lnTo>
                  <a:pt x="5584" y="12998"/>
                </a:lnTo>
                <a:close/>
                <a:moveTo>
                  <a:pt x="6718" y="13694"/>
                </a:moveTo>
                <a:cubicBezTo>
                  <a:pt x="6770" y="15474"/>
                  <a:pt x="6821" y="17240"/>
                  <a:pt x="6873" y="19020"/>
                </a:cubicBezTo>
                <a:lnTo>
                  <a:pt x="6873" y="23211"/>
                </a:lnTo>
                <a:cubicBezTo>
                  <a:pt x="6821" y="21431"/>
                  <a:pt x="6770" y="19665"/>
                  <a:pt x="6718" y="17885"/>
                </a:cubicBezTo>
                <a:lnTo>
                  <a:pt x="6718" y="13694"/>
                </a:lnTo>
                <a:close/>
                <a:moveTo>
                  <a:pt x="7466" y="14662"/>
                </a:moveTo>
                <a:cubicBezTo>
                  <a:pt x="7466" y="16338"/>
                  <a:pt x="7518" y="18001"/>
                  <a:pt x="7569" y="19665"/>
                </a:cubicBezTo>
                <a:lnTo>
                  <a:pt x="7569" y="23314"/>
                </a:lnTo>
                <a:cubicBezTo>
                  <a:pt x="7518" y="21650"/>
                  <a:pt x="7466" y="20039"/>
                  <a:pt x="7466" y="18375"/>
                </a:cubicBezTo>
                <a:lnTo>
                  <a:pt x="7466" y="14662"/>
                </a:lnTo>
                <a:close/>
                <a:moveTo>
                  <a:pt x="12624" y="18646"/>
                </a:moveTo>
                <a:cubicBezTo>
                  <a:pt x="12676" y="20309"/>
                  <a:pt x="12676" y="21921"/>
                  <a:pt x="12727" y="23533"/>
                </a:cubicBezTo>
                <a:lnTo>
                  <a:pt x="12727" y="23959"/>
                </a:lnTo>
                <a:cubicBezTo>
                  <a:pt x="12676" y="22347"/>
                  <a:pt x="12676" y="20735"/>
                  <a:pt x="12624" y="19123"/>
                </a:cubicBezTo>
                <a:lnTo>
                  <a:pt x="12624" y="18646"/>
                </a:lnTo>
                <a:close/>
                <a:moveTo>
                  <a:pt x="13166" y="19291"/>
                </a:moveTo>
                <a:cubicBezTo>
                  <a:pt x="13217" y="20786"/>
                  <a:pt x="13217" y="22347"/>
                  <a:pt x="13217" y="23855"/>
                </a:cubicBezTo>
                <a:lnTo>
                  <a:pt x="13217" y="24281"/>
                </a:lnTo>
                <a:cubicBezTo>
                  <a:pt x="13217" y="22785"/>
                  <a:pt x="13217" y="21276"/>
                  <a:pt x="13166" y="19768"/>
                </a:cubicBezTo>
                <a:lnTo>
                  <a:pt x="13166" y="19291"/>
                </a:lnTo>
                <a:close/>
                <a:moveTo>
                  <a:pt x="14287" y="18852"/>
                </a:moveTo>
                <a:cubicBezTo>
                  <a:pt x="14339" y="20580"/>
                  <a:pt x="14339" y="22347"/>
                  <a:pt x="14391" y="24075"/>
                </a:cubicBezTo>
                <a:lnTo>
                  <a:pt x="14391" y="24397"/>
                </a:lnTo>
                <a:cubicBezTo>
                  <a:pt x="14339" y="22669"/>
                  <a:pt x="14339" y="20954"/>
                  <a:pt x="14287" y="19291"/>
                </a:cubicBezTo>
                <a:lnTo>
                  <a:pt x="14287" y="18852"/>
                </a:lnTo>
                <a:close/>
                <a:moveTo>
                  <a:pt x="7144" y="12947"/>
                </a:moveTo>
                <a:cubicBezTo>
                  <a:pt x="7195" y="15525"/>
                  <a:pt x="7247" y="18104"/>
                  <a:pt x="7363" y="20735"/>
                </a:cubicBezTo>
                <a:lnTo>
                  <a:pt x="7363" y="24874"/>
                </a:lnTo>
                <a:cubicBezTo>
                  <a:pt x="7247" y="22295"/>
                  <a:pt x="7195" y="19665"/>
                  <a:pt x="7144" y="17086"/>
                </a:cubicBezTo>
                <a:lnTo>
                  <a:pt x="7144" y="12947"/>
                </a:lnTo>
                <a:close/>
                <a:moveTo>
                  <a:pt x="9400" y="15848"/>
                </a:moveTo>
                <a:cubicBezTo>
                  <a:pt x="9400" y="17563"/>
                  <a:pt x="9452" y="19291"/>
                  <a:pt x="9504" y="21006"/>
                </a:cubicBezTo>
                <a:lnTo>
                  <a:pt x="9504" y="25300"/>
                </a:lnTo>
                <a:cubicBezTo>
                  <a:pt x="9452" y="23585"/>
                  <a:pt x="9400" y="21870"/>
                  <a:pt x="9400" y="20206"/>
                </a:cubicBezTo>
                <a:lnTo>
                  <a:pt x="9400" y="15848"/>
                </a:lnTo>
                <a:close/>
                <a:moveTo>
                  <a:pt x="8704" y="15203"/>
                </a:moveTo>
                <a:cubicBezTo>
                  <a:pt x="8756" y="17034"/>
                  <a:pt x="8807" y="18801"/>
                  <a:pt x="8859" y="20632"/>
                </a:cubicBezTo>
                <a:lnTo>
                  <a:pt x="8859" y="25467"/>
                </a:lnTo>
                <a:cubicBezTo>
                  <a:pt x="8807" y="23636"/>
                  <a:pt x="8756" y="21870"/>
                  <a:pt x="8704" y="20090"/>
                </a:cubicBezTo>
                <a:lnTo>
                  <a:pt x="8704" y="15203"/>
                </a:lnTo>
                <a:close/>
                <a:moveTo>
                  <a:pt x="14984" y="16222"/>
                </a:moveTo>
                <a:cubicBezTo>
                  <a:pt x="15035" y="18917"/>
                  <a:pt x="15100" y="21599"/>
                  <a:pt x="15151" y="24281"/>
                </a:cubicBezTo>
                <a:lnTo>
                  <a:pt x="15151" y="25467"/>
                </a:lnTo>
                <a:cubicBezTo>
                  <a:pt x="15100" y="22837"/>
                  <a:pt x="15035" y="20206"/>
                  <a:pt x="14984" y="17627"/>
                </a:cubicBezTo>
                <a:lnTo>
                  <a:pt x="14984" y="16222"/>
                </a:lnTo>
                <a:close/>
                <a:moveTo>
                  <a:pt x="8059" y="13810"/>
                </a:moveTo>
                <a:cubicBezTo>
                  <a:pt x="8111" y="16222"/>
                  <a:pt x="8163" y="18698"/>
                  <a:pt x="8214" y="21173"/>
                </a:cubicBezTo>
                <a:lnTo>
                  <a:pt x="8214" y="25519"/>
                </a:lnTo>
                <a:cubicBezTo>
                  <a:pt x="8163" y="23043"/>
                  <a:pt x="8111" y="20580"/>
                  <a:pt x="8059" y="18156"/>
                </a:cubicBezTo>
                <a:lnTo>
                  <a:pt x="8059" y="13810"/>
                </a:lnTo>
                <a:close/>
                <a:moveTo>
                  <a:pt x="9130" y="15899"/>
                </a:moveTo>
                <a:cubicBezTo>
                  <a:pt x="9181" y="18104"/>
                  <a:pt x="9233" y="20309"/>
                  <a:pt x="9233" y="22514"/>
                </a:cubicBezTo>
                <a:lnTo>
                  <a:pt x="9233" y="25519"/>
                </a:lnTo>
                <a:cubicBezTo>
                  <a:pt x="9233" y="23314"/>
                  <a:pt x="9181" y="21173"/>
                  <a:pt x="9130" y="18968"/>
                </a:cubicBezTo>
                <a:lnTo>
                  <a:pt x="9130" y="15899"/>
                </a:lnTo>
                <a:close/>
                <a:moveTo>
                  <a:pt x="16273" y="15629"/>
                </a:moveTo>
                <a:cubicBezTo>
                  <a:pt x="16325" y="18801"/>
                  <a:pt x="16389" y="22024"/>
                  <a:pt x="16441" y="25248"/>
                </a:cubicBezTo>
                <a:lnTo>
                  <a:pt x="16441" y="25622"/>
                </a:lnTo>
                <a:cubicBezTo>
                  <a:pt x="16389" y="22514"/>
                  <a:pt x="16325" y="19394"/>
                  <a:pt x="16273" y="16338"/>
                </a:cubicBezTo>
                <a:lnTo>
                  <a:pt x="16273" y="15629"/>
                </a:lnTo>
                <a:close/>
                <a:moveTo>
                  <a:pt x="7789" y="13643"/>
                </a:moveTo>
                <a:cubicBezTo>
                  <a:pt x="7840" y="16273"/>
                  <a:pt x="7892" y="19020"/>
                  <a:pt x="7943" y="21702"/>
                </a:cubicBezTo>
                <a:lnTo>
                  <a:pt x="7943" y="25790"/>
                </a:lnTo>
                <a:cubicBezTo>
                  <a:pt x="7892" y="23107"/>
                  <a:pt x="7840" y="20361"/>
                  <a:pt x="7789" y="17730"/>
                </a:cubicBezTo>
                <a:lnTo>
                  <a:pt x="7789" y="13643"/>
                </a:lnTo>
                <a:close/>
                <a:moveTo>
                  <a:pt x="8382" y="13862"/>
                </a:moveTo>
                <a:cubicBezTo>
                  <a:pt x="8433" y="16170"/>
                  <a:pt x="8485" y="18530"/>
                  <a:pt x="8536" y="20954"/>
                </a:cubicBezTo>
                <a:lnTo>
                  <a:pt x="8536" y="26164"/>
                </a:lnTo>
                <a:cubicBezTo>
                  <a:pt x="8485" y="23752"/>
                  <a:pt x="8433" y="21380"/>
                  <a:pt x="8382" y="19071"/>
                </a:cubicBezTo>
                <a:lnTo>
                  <a:pt x="8382" y="13862"/>
                </a:lnTo>
                <a:close/>
                <a:moveTo>
                  <a:pt x="15577" y="18104"/>
                </a:moveTo>
                <a:cubicBezTo>
                  <a:pt x="15628" y="20786"/>
                  <a:pt x="15680" y="23481"/>
                  <a:pt x="15744" y="26164"/>
                </a:cubicBezTo>
                <a:lnTo>
                  <a:pt x="15744" y="26215"/>
                </a:lnTo>
                <a:cubicBezTo>
                  <a:pt x="15680" y="23585"/>
                  <a:pt x="15628" y="21006"/>
                  <a:pt x="15577" y="18427"/>
                </a:cubicBezTo>
                <a:lnTo>
                  <a:pt x="15577" y="18104"/>
                </a:lnTo>
                <a:close/>
                <a:moveTo>
                  <a:pt x="9994" y="16596"/>
                </a:moveTo>
                <a:cubicBezTo>
                  <a:pt x="10045" y="18530"/>
                  <a:pt x="10097" y="20464"/>
                  <a:pt x="10148" y="22398"/>
                </a:cubicBezTo>
                <a:lnTo>
                  <a:pt x="10148" y="26434"/>
                </a:lnTo>
                <a:cubicBezTo>
                  <a:pt x="10097" y="24500"/>
                  <a:pt x="10045" y="22566"/>
                  <a:pt x="9994" y="20632"/>
                </a:cubicBezTo>
                <a:lnTo>
                  <a:pt x="9994" y="16596"/>
                </a:lnTo>
                <a:close/>
                <a:moveTo>
                  <a:pt x="10316" y="14829"/>
                </a:moveTo>
                <a:cubicBezTo>
                  <a:pt x="10367" y="17408"/>
                  <a:pt x="10419" y="19987"/>
                  <a:pt x="10471" y="22566"/>
                </a:cubicBezTo>
                <a:lnTo>
                  <a:pt x="10471" y="27401"/>
                </a:lnTo>
                <a:cubicBezTo>
                  <a:pt x="10419" y="24874"/>
                  <a:pt x="10367" y="22347"/>
                  <a:pt x="10316" y="19819"/>
                </a:cubicBezTo>
                <a:lnTo>
                  <a:pt x="10316" y="14829"/>
                </a:lnTo>
                <a:close/>
                <a:moveTo>
                  <a:pt x="12843" y="15255"/>
                </a:moveTo>
                <a:cubicBezTo>
                  <a:pt x="12895" y="18104"/>
                  <a:pt x="12946" y="21006"/>
                  <a:pt x="12998" y="23907"/>
                </a:cubicBezTo>
                <a:lnTo>
                  <a:pt x="12998" y="27401"/>
                </a:lnTo>
                <a:cubicBezTo>
                  <a:pt x="12946" y="24552"/>
                  <a:pt x="12895" y="21702"/>
                  <a:pt x="12843" y="18852"/>
                </a:cubicBezTo>
                <a:lnTo>
                  <a:pt x="12843" y="15255"/>
                </a:lnTo>
                <a:close/>
                <a:moveTo>
                  <a:pt x="10741" y="15306"/>
                </a:moveTo>
                <a:cubicBezTo>
                  <a:pt x="10793" y="17782"/>
                  <a:pt x="10845" y="20309"/>
                  <a:pt x="10909" y="22888"/>
                </a:cubicBezTo>
                <a:lnTo>
                  <a:pt x="10909" y="27453"/>
                </a:lnTo>
                <a:cubicBezTo>
                  <a:pt x="10845" y="24926"/>
                  <a:pt x="10793" y="22463"/>
                  <a:pt x="10741" y="19987"/>
                </a:cubicBezTo>
                <a:lnTo>
                  <a:pt x="10741" y="15306"/>
                </a:lnTo>
                <a:close/>
                <a:moveTo>
                  <a:pt x="11438" y="17189"/>
                </a:moveTo>
                <a:cubicBezTo>
                  <a:pt x="11438" y="19561"/>
                  <a:pt x="11489" y="21921"/>
                  <a:pt x="11554" y="24281"/>
                </a:cubicBezTo>
                <a:lnTo>
                  <a:pt x="11554" y="27556"/>
                </a:lnTo>
                <a:cubicBezTo>
                  <a:pt x="11489" y="25248"/>
                  <a:pt x="11438" y="22888"/>
                  <a:pt x="11438" y="20580"/>
                </a:cubicBezTo>
                <a:lnTo>
                  <a:pt x="11438" y="17189"/>
                </a:lnTo>
                <a:close/>
                <a:moveTo>
                  <a:pt x="14017" y="16441"/>
                </a:moveTo>
                <a:cubicBezTo>
                  <a:pt x="14068" y="19445"/>
                  <a:pt x="14133" y="22514"/>
                  <a:pt x="14184" y="25519"/>
                </a:cubicBezTo>
                <a:lnTo>
                  <a:pt x="14184" y="28201"/>
                </a:lnTo>
                <a:cubicBezTo>
                  <a:pt x="14133" y="25248"/>
                  <a:pt x="14068" y="22244"/>
                  <a:pt x="14017" y="19291"/>
                </a:cubicBezTo>
                <a:lnTo>
                  <a:pt x="14017" y="16441"/>
                </a:lnTo>
                <a:close/>
                <a:moveTo>
                  <a:pt x="13694" y="16170"/>
                </a:moveTo>
                <a:cubicBezTo>
                  <a:pt x="13746" y="19497"/>
                  <a:pt x="13810" y="22888"/>
                  <a:pt x="13913" y="26267"/>
                </a:cubicBezTo>
                <a:lnTo>
                  <a:pt x="13913" y="28317"/>
                </a:lnTo>
                <a:cubicBezTo>
                  <a:pt x="13810" y="24977"/>
                  <a:pt x="13746" y="21702"/>
                  <a:pt x="13694" y="18427"/>
                </a:cubicBezTo>
                <a:lnTo>
                  <a:pt x="13694" y="16170"/>
                </a:lnTo>
                <a:close/>
                <a:moveTo>
                  <a:pt x="11115" y="15422"/>
                </a:moveTo>
                <a:cubicBezTo>
                  <a:pt x="11167" y="18324"/>
                  <a:pt x="11231" y="21173"/>
                  <a:pt x="11283" y="24126"/>
                </a:cubicBezTo>
                <a:lnTo>
                  <a:pt x="11283" y="28420"/>
                </a:lnTo>
                <a:cubicBezTo>
                  <a:pt x="11231" y="25519"/>
                  <a:pt x="11167" y="22669"/>
                  <a:pt x="11115" y="19884"/>
                </a:cubicBezTo>
                <a:lnTo>
                  <a:pt x="11115" y="15422"/>
                </a:lnTo>
                <a:close/>
                <a:moveTo>
                  <a:pt x="12031" y="17189"/>
                </a:moveTo>
                <a:cubicBezTo>
                  <a:pt x="12082" y="19819"/>
                  <a:pt x="12134" y="22566"/>
                  <a:pt x="12198" y="25248"/>
                </a:cubicBezTo>
                <a:lnTo>
                  <a:pt x="12198" y="28523"/>
                </a:lnTo>
                <a:cubicBezTo>
                  <a:pt x="12134" y="25841"/>
                  <a:pt x="12082" y="23211"/>
                  <a:pt x="12031" y="20580"/>
                </a:cubicBezTo>
                <a:lnTo>
                  <a:pt x="12031" y="17189"/>
                </a:lnTo>
                <a:close/>
                <a:moveTo>
                  <a:pt x="26705" y="0"/>
                </a:moveTo>
                <a:cubicBezTo>
                  <a:pt x="26640" y="0"/>
                  <a:pt x="26640" y="52"/>
                  <a:pt x="26640" y="52"/>
                </a:cubicBezTo>
                <a:lnTo>
                  <a:pt x="26640" y="8008"/>
                </a:lnTo>
                <a:lnTo>
                  <a:pt x="26640" y="9942"/>
                </a:lnTo>
                <a:cubicBezTo>
                  <a:pt x="26537" y="6925"/>
                  <a:pt x="26486" y="3920"/>
                  <a:pt x="26434" y="916"/>
                </a:cubicBezTo>
                <a:cubicBezTo>
                  <a:pt x="26434" y="916"/>
                  <a:pt x="26434" y="864"/>
                  <a:pt x="26382" y="864"/>
                </a:cubicBezTo>
                <a:cubicBezTo>
                  <a:pt x="26318" y="864"/>
                  <a:pt x="26318" y="916"/>
                  <a:pt x="26318" y="916"/>
                </a:cubicBezTo>
                <a:lnTo>
                  <a:pt x="26318" y="7686"/>
                </a:lnTo>
                <a:cubicBezTo>
                  <a:pt x="26266" y="5958"/>
                  <a:pt x="26266" y="4243"/>
                  <a:pt x="26266" y="2528"/>
                </a:cubicBezTo>
                <a:lnTo>
                  <a:pt x="26266" y="2476"/>
                </a:lnTo>
                <a:cubicBezTo>
                  <a:pt x="26266" y="2412"/>
                  <a:pt x="26215" y="2412"/>
                  <a:pt x="26215" y="2412"/>
                </a:cubicBezTo>
                <a:lnTo>
                  <a:pt x="26163" y="2412"/>
                </a:lnTo>
                <a:lnTo>
                  <a:pt x="26163" y="542"/>
                </a:lnTo>
                <a:cubicBezTo>
                  <a:pt x="26163" y="477"/>
                  <a:pt x="26112" y="477"/>
                  <a:pt x="26112" y="477"/>
                </a:cubicBezTo>
                <a:cubicBezTo>
                  <a:pt x="26060" y="477"/>
                  <a:pt x="26060" y="477"/>
                  <a:pt x="26060" y="542"/>
                </a:cubicBezTo>
                <a:lnTo>
                  <a:pt x="26060" y="2205"/>
                </a:lnTo>
                <a:lnTo>
                  <a:pt x="25996" y="2205"/>
                </a:lnTo>
                <a:lnTo>
                  <a:pt x="25996" y="864"/>
                </a:lnTo>
                <a:cubicBezTo>
                  <a:pt x="25996" y="864"/>
                  <a:pt x="25996" y="800"/>
                  <a:pt x="25944" y="800"/>
                </a:cubicBezTo>
                <a:cubicBezTo>
                  <a:pt x="25892" y="800"/>
                  <a:pt x="25892" y="864"/>
                  <a:pt x="25892" y="864"/>
                </a:cubicBezTo>
                <a:lnTo>
                  <a:pt x="25892" y="7041"/>
                </a:lnTo>
                <a:cubicBezTo>
                  <a:pt x="25892" y="5261"/>
                  <a:pt x="25841" y="3546"/>
                  <a:pt x="25841" y="1767"/>
                </a:cubicBezTo>
                <a:cubicBezTo>
                  <a:pt x="25841" y="1767"/>
                  <a:pt x="25841" y="1715"/>
                  <a:pt x="25789" y="1715"/>
                </a:cubicBezTo>
                <a:lnTo>
                  <a:pt x="25738" y="1715"/>
                </a:lnTo>
                <a:lnTo>
                  <a:pt x="25738" y="1019"/>
                </a:lnTo>
                <a:cubicBezTo>
                  <a:pt x="25738" y="967"/>
                  <a:pt x="25738" y="967"/>
                  <a:pt x="25673" y="967"/>
                </a:cubicBezTo>
                <a:cubicBezTo>
                  <a:pt x="25673" y="967"/>
                  <a:pt x="25622" y="967"/>
                  <a:pt x="25622" y="1019"/>
                </a:cubicBezTo>
                <a:lnTo>
                  <a:pt x="25622" y="8382"/>
                </a:lnTo>
                <a:lnTo>
                  <a:pt x="25622" y="10742"/>
                </a:lnTo>
                <a:cubicBezTo>
                  <a:pt x="25570" y="8111"/>
                  <a:pt x="25519" y="5481"/>
                  <a:pt x="25467" y="2799"/>
                </a:cubicBezTo>
                <a:lnTo>
                  <a:pt x="25415" y="2799"/>
                </a:lnTo>
                <a:lnTo>
                  <a:pt x="25415" y="2038"/>
                </a:lnTo>
                <a:cubicBezTo>
                  <a:pt x="25415" y="1986"/>
                  <a:pt x="25415" y="1986"/>
                  <a:pt x="25351" y="1986"/>
                </a:cubicBezTo>
                <a:cubicBezTo>
                  <a:pt x="25351" y="1986"/>
                  <a:pt x="25299" y="1986"/>
                  <a:pt x="25299" y="2038"/>
                </a:cubicBezTo>
                <a:lnTo>
                  <a:pt x="25299" y="9130"/>
                </a:lnTo>
                <a:lnTo>
                  <a:pt x="25299" y="9349"/>
                </a:lnTo>
                <a:cubicBezTo>
                  <a:pt x="25299" y="6822"/>
                  <a:pt x="25248" y="4243"/>
                  <a:pt x="25196" y="1715"/>
                </a:cubicBezTo>
                <a:cubicBezTo>
                  <a:pt x="25196" y="1664"/>
                  <a:pt x="25196" y="1664"/>
                  <a:pt x="25145" y="1664"/>
                </a:cubicBezTo>
                <a:cubicBezTo>
                  <a:pt x="25145" y="1664"/>
                  <a:pt x="25093" y="1664"/>
                  <a:pt x="25093" y="1715"/>
                </a:cubicBezTo>
                <a:lnTo>
                  <a:pt x="25093" y="2038"/>
                </a:lnTo>
                <a:cubicBezTo>
                  <a:pt x="25029" y="2038"/>
                  <a:pt x="25029" y="2038"/>
                  <a:pt x="25029" y="2089"/>
                </a:cubicBezTo>
                <a:lnTo>
                  <a:pt x="25029" y="8859"/>
                </a:lnTo>
                <a:lnTo>
                  <a:pt x="25029" y="9452"/>
                </a:lnTo>
                <a:cubicBezTo>
                  <a:pt x="24977" y="6822"/>
                  <a:pt x="24925" y="4191"/>
                  <a:pt x="24874" y="1561"/>
                </a:cubicBezTo>
                <a:cubicBezTo>
                  <a:pt x="24874" y="1561"/>
                  <a:pt x="24874" y="1509"/>
                  <a:pt x="24822" y="1509"/>
                </a:cubicBezTo>
                <a:lnTo>
                  <a:pt x="24771" y="1561"/>
                </a:lnTo>
                <a:lnTo>
                  <a:pt x="24771" y="6602"/>
                </a:lnTo>
                <a:cubicBezTo>
                  <a:pt x="24771" y="5055"/>
                  <a:pt x="24771" y="3443"/>
                  <a:pt x="24706" y="1831"/>
                </a:cubicBezTo>
                <a:cubicBezTo>
                  <a:pt x="24706" y="1767"/>
                  <a:pt x="24706" y="1767"/>
                  <a:pt x="24655" y="1767"/>
                </a:cubicBezTo>
                <a:cubicBezTo>
                  <a:pt x="24655" y="1715"/>
                  <a:pt x="24603" y="1715"/>
                  <a:pt x="24603" y="1715"/>
                </a:cubicBezTo>
                <a:cubicBezTo>
                  <a:pt x="24551" y="1715"/>
                  <a:pt x="24551" y="1715"/>
                  <a:pt x="24551" y="1767"/>
                </a:cubicBezTo>
                <a:lnTo>
                  <a:pt x="24551" y="7363"/>
                </a:lnTo>
                <a:cubicBezTo>
                  <a:pt x="24500" y="5210"/>
                  <a:pt x="24500" y="3056"/>
                  <a:pt x="24448" y="916"/>
                </a:cubicBezTo>
                <a:cubicBezTo>
                  <a:pt x="24448" y="864"/>
                  <a:pt x="24448" y="864"/>
                  <a:pt x="24384" y="864"/>
                </a:cubicBezTo>
                <a:cubicBezTo>
                  <a:pt x="24384" y="864"/>
                  <a:pt x="24332" y="864"/>
                  <a:pt x="24332" y="916"/>
                </a:cubicBezTo>
                <a:lnTo>
                  <a:pt x="24332" y="6925"/>
                </a:lnTo>
                <a:lnTo>
                  <a:pt x="24332" y="12676"/>
                </a:lnTo>
                <a:cubicBezTo>
                  <a:pt x="24281" y="9620"/>
                  <a:pt x="24229" y="6499"/>
                  <a:pt x="24177" y="3379"/>
                </a:cubicBezTo>
                <a:lnTo>
                  <a:pt x="24126" y="3327"/>
                </a:lnTo>
                <a:cubicBezTo>
                  <a:pt x="24061" y="3327"/>
                  <a:pt x="24061" y="3379"/>
                  <a:pt x="24061" y="3379"/>
                </a:cubicBezTo>
                <a:lnTo>
                  <a:pt x="24061" y="3598"/>
                </a:lnTo>
                <a:lnTo>
                  <a:pt x="24010" y="3546"/>
                </a:lnTo>
                <a:lnTo>
                  <a:pt x="24010" y="3172"/>
                </a:lnTo>
                <a:lnTo>
                  <a:pt x="23958" y="3121"/>
                </a:lnTo>
                <a:cubicBezTo>
                  <a:pt x="23907" y="3121"/>
                  <a:pt x="23907" y="3172"/>
                  <a:pt x="23907" y="3172"/>
                </a:cubicBezTo>
                <a:lnTo>
                  <a:pt x="23907" y="6228"/>
                </a:lnTo>
                <a:lnTo>
                  <a:pt x="23855" y="3972"/>
                </a:lnTo>
                <a:cubicBezTo>
                  <a:pt x="23855" y="3920"/>
                  <a:pt x="23855" y="3920"/>
                  <a:pt x="23804" y="3920"/>
                </a:cubicBezTo>
                <a:cubicBezTo>
                  <a:pt x="23804" y="3920"/>
                  <a:pt x="23739" y="3920"/>
                  <a:pt x="23739" y="3972"/>
                </a:cubicBezTo>
                <a:lnTo>
                  <a:pt x="23739" y="7041"/>
                </a:lnTo>
                <a:cubicBezTo>
                  <a:pt x="23739" y="5158"/>
                  <a:pt x="23739" y="3276"/>
                  <a:pt x="23688" y="1393"/>
                </a:cubicBezTo>
                <a:cubicBezTo>
                  <a:pt x="23688" y="1341"/>
                  <a:pt x="23688" y="1341"/>
                  <a:pt x="23636" y="1341"/>
                </a:cubicBezTo>
                <a:cubicBezTo>
                  <a:pt x="23636" y="1341"/>
                  <a:pt x="23584" y="1341"/>
                  <a:pt x="23584" y="1393"/>
                </a:cubicBezTo>
                <a:lnTo>
                  <a:pt x="23584" y="1561"/>
                </a:lnTo>
                <a:lnTo>
                  <a:pt x="23584" y="6667"/>
                </a:lnTo>
                <a:lnTo>
                  <a:pt x="23584" y="10264"/>
                </a:lnTo>
                <a:cubicBezTo>
                  <a:pt x="23584" y="7892"/>
                  <a:pt x="23533" y="5481"/>
                  <a:pt x="23533" y="3056"/>
                </a:cubicBezTo>
                <a:lnTo>
                  <a:pt x="23481" y="3005"/>
                </a:lnTo>
                <a:cubicBezTo>
                  <a:pt x="23417" y="3005"/>
                  <a:pt x="23417" y="3056"/>
                  <a:pt x="23417" y="3056"/>
                </a:cubicBezTo>
                <a:lnTo>
                  <a:pt x="23417" y="7956"/>
                </a:lnTo>
                <a:lnTo>
                  <a:pt x="23417" y="13914"/>
                </a:lnTo>
                <a:cubicBezTo>
                  <a:pt x="23365" y="10587"/>
                  <a:pt x="23314" y="7196"/>
                  <a:pt x="23262" y="3817"/>
                </a:cubicBezTo>
                <a:cubicBezTo>
                  <a:pt x="23262" y="3766"/>
                  <a:pt x="23210" y="3766"/>
                  <a:pt x="23210" y="3766"/>
                </a:cubicBezTo>
                <a:cubicBezTo>
                  <a:pt x="23159" y="3766"/>
                  <a:pt x="23159" y="3766"/>
                  <a:pt x="23159" y="3817"/>
                </a:cubicBezTo>
                <a:lnTo>
                  <a:pt x="23159" y="6989"/>
                </a:lnTo>
                <a:cubicBezTo>
                  <a:pt x="23094" y="5635"/>
                  <a:pt x="23094" y="4294"/>
                  <a:pt x="23094" y="2953"/>
                </a:cubicBezTo>
                <a:cubicBezTo>
                  <a:pt x="23094" y="2902"/>
                  <a:pt x="23043" y="2902"/>
                  <a:pt x="23043" y="2902"/>
                </a:cubicBezTo>
                <a:cubicBezTo>
                  <a:pt x="22991" y="2902"/>
                  <a:pt x="22991" y="2902"/>
                  <a:pt x="22991" y="2953"/>
                </a:cubicBezTo>
                <a:lnTo>
                  <a:pt x="22991" y="3121"/>
                </a:lnTo>
                <a:lnTo>
                  <a:pt x="22940" y="3172"/>
                </a:lnTo>
                <a:lnTo>
                  <a:pt x="22940" y="5313"/>
                </a:lnTo>
                <a:cubicBezTo>
                  <a:pt x="22940" y="5261"/>
                  <a:pt x="22940" y="5261"/>
                  <a:pt x="22888" y="5261"/>
                </a:cubicBezTo>
                <a:cubicBezTo>
                  <a:pt x="22888" y="5261"/>
                  <a:pt x="22836" y="5261"/>
                  <a:pt x="22836" y="5313"/>
                </a:cubicBezTo>
                <a:lnTo>
                  <a:pt x="22836" y="4784"/>
                </a:lnTo>
                <a:cubicBezTo>
                  <a:pt x="22836" y="4733"/>
                  <a:pt x="22772" y="4733"/>
                  <a:pt x="22772" y="4733"/>
                </a:cubicBezTo>
                <a:cubicBezTo>
                  <a:pt x="22720" y="4733"/>
                  <a:pt x="22720" y="4733"/>
                  <a:pt x="22720" y="4784"/>
                </a:cubicBezTo>
                <a:lnTo>
                  <a:pt x="22720" y="8653"/>
                </a:lnTo>
                <a:lnTo>
                  <a:pt x="22720" y="8704"/>
                </a:lnTo>
                <a:lnTo>
                  <a:pt x="22720" y="14610"/>
                </a:lnTo>
                <a:cubicBezTo>
                  <a:pt x="22617" y="10961"/>
                  <a:pt x="22566" y="7247"/>
                  <a:pt x="22514" y="3598"/>
                </a:cubicBezTo>
                <a:cubicBezTo>
                  <a:pt x="22514" y="3546"/>
                  <a:pt x="22450" y="3546"/>
                  <a:pt x="22450" y="3546"/>
                </a:cubicBezTo>
                <a:cubicBezTo>
                  <a:pt x="22398" y="3546"/>
                  <a:pt x="22398" y="3546"/>
                  <a:pt x="22398" y="3598"/>
                </a:cubicBezTo>
                <a:lnTo>
                  <a:pt x="22398" y="3327"/>
                </a:lnTo>
                <a:cubicBezTo>
                  <a:pt x="22398" y="3276"/>
                  <a:pt x="22346" y="3276"/>
                  <a:pt x="22346" y="3276"/>
                </a:cubicBezTo>
                <a:cubicBezTo>
                  <a:pt x="22295" y="3276"/>
                  <a:pt x="22295" y="3276"/>
                  <a:pt x="22295" y="3327"/>
                </a:cubicBezTo>
                <a:lnTo>
                  <a:pt x="22295" y="4887"/>
                </a:lnTo>
                <a:lnTo>
                  <a:pt x="22243" y="4836"/>
                </a:lnTo>
                <a:lnTo>
                  <a:pt x="22192" y="4887"/>
                </a:lnTo>
                <a:lnTo>
                  <a:pt x="22192" y="8111"/>
                </a:lnTo>
                <a:lnTo>
                  <a:pt x="22192" y="16441"/>
                </a:lnTo>
                <a:cubicBezTo>
                  <a:pt x="22127" y="12792"/>
                  <a:pt x="22076" y="9130"/>
                  <a:pt x="22024" y="5481"/>
                </a:cubicBezTo>
                <a:cubicBezTo>
                  <a:pt x="22024" y="5429"/>
                  <a:pt x="21973" y="5429"/>
                  <a:pt x="21973" y="5429"/>
                </a:cubicBezTo>
                <a:cubicBezTo>
                  <a:pt x="21921" y="5429"/>
                  <a:pt x="21921" y="5429"/>
                  <a:pt x="21921" y="5481"/>
                </a:cubicBezTo>
                <a:lnTo>
                  <a:pt x="21921" y="8214"/>
                </a:lnTo>
                <a:lnTo>
                  <a:pt x="21921" y="11657"/>
                </a:lnTo>
                <a:cubicBezTo>
                  <a:pt x="21869" y="9620"/>
                  <a:pt x="21869" y="7570"/>
                  <a:pt x="21805" y="5532"/>
                </a:cubicBezTo>
                <a:cubicBezTo>
                  <a:pt x="21805" y="5532"/>
                  <a:pt x="21805" y="5481"/>
                  <a:pt x="21753" y="5481"/>
                </a:cubicBezTo>
                <a:lnTo>
                  <a:pt x="21702" y="5532"/>
                </a:lnTo>
                <a:cubicBezTo>
                  <a:pt x="21702" y="5481"/>
                  <a:pt x="21702" y="5481"/>
                  <a:pt x="21650" y="5481"/>
                </a:cubicBezTo>
                <a:lnTo>
                  <a:pt x="21650" y="4462"/>
                </a:lnTo>
                <a:cubicBezTo>
                  <a:pt x="21650" y="4410"/>
                  <a:pt x="21650" y="4410"/>
                  <a:pt x="21599" y="4410"/>
                </a:cubicBezTo>
                <a:cubicBezTo>
                  <a:pt x="21547" y="4410"/>
                  <a:pt x="21547" y="4410"/>
                  <a:pt x="21547" y="4462"/>
                </a:cubicBezTo>
                <a:lnTo>
                  <a:pt x="21547" y="6718"/>
                </a:lnTo>
                <a:lnTo>
                  <a:pt x="21547" y="16119"/>
                </a:lnTo>
                <a:cubicBezTo>
                  <a:pt x="21483" y="13320"/>
                  <a:pt x="21431" y="10535"/>
                  <a:pt x="21431" y="7686"/>
                </a:cubicBezTo>
                <a:lnTo>
                  <a:pt x="21379" y="7634"/>
                </a:lnTo>
                <a:cubicBezTo>
                  <a:pt x="21328" y="7634"/>
                  <a:pt x="21328" y="7686"/>
                  <a:pt x="21328" y="7686"/>
                </a:cubicBezTo>
                <a:lnTo>
                  <a:pt x="21328" y="9568"/>
                </a:lnTo>
                <a:lnTo>
                  <a:pt x="21328" y="15100"/>
                </a:lnTo>
                <a:cubicBezTo>
                  <a:pt x="21276" y="11825"/>
                  <a:pt x="21225" y="8537"/>
                  <a:pt x="21225" y="5261"/>
                </a:cubicBezTo>
                <a:lnTo>
                  <a:pt x="21160" y="5210"/>
                </a:lnTo>
                <a:cubicBezTo>
                  <a:pt x="21109" y="5210"/>
                  <a:pt x="21109" y="5261"/>
                  <a:pt x="21109" y="5261"/>
                </a:cubicBezTo>
                <a:lnTo>
                  <a:pt x="21109" y="6667"/>
                </a:lnTo>
                <a:lnTo>
                  <a:pt x="21057" y="6718"/>
                </a:lnTo>
                <a:lnTo>
                  <a:pt x="21057" y="6925"/>
                </a:lnTo>
                <a:cubicBezTo>
                  <a:pt x="21057" y="6925"/>
                  <a:pt x="21057" y="6873"/>
                  <a:pt x="21005" y="6873"/>
                </a:cubicBezTo>
                <a:lnTo>
                  <a:pt x="20954" y="6925"/>
                </a:lnTo>
                <a:lnTo>
                  <a:pt x="20954" y="8214"/>
                </a:lnTo>
                <a:lnTo>
                  <a:pt x="20954" y="18968"/>
                </a:lnTo>
                <a:cubicBezTo>
                  <a:pt x="20902" y="15422"/>
                  <a:pt x="20838" y="11825"/>
                  <a:pt x="20786" y="8214"/>
                </a:cubicBezTo>
                <a:cubicBezTo>
                  <a:pt x="20786" y="8163"/>
                  <a:pt x="20786" y="8163"/>
                  <a:pt x="20735" y="8163"/>
                </a:cubicBezTo>
                <a:cubicBezTo>
                  <a:pt x="20735" y="8163"/>
                  <a:pt x="20683" y="8163"/>
                  <a:pt x="20683" y="8214"/>
                </a:cubicBezTo>
                <a:lnTo>
                  <a:pt x="20683" y="6396"/>
                </a:lnTo>
                <a:cubicBezTo>
                  <a:pt x="20683" y="6345"/>
                  <a:pt x="20683" y="6345"/>
                  <a:pt x="20632" y="6345"/>
                </a:cubicBezTo>
                <a:cubicBezTo>
                  <a:pt x="20632" y="6345"/>
                  <a:pt x="20580" y="6345"/>
                  <a:pt x="20580" y="6396"/>
                </a:cubicBezTo>
                <a:lnTo>
                  <a:pt x="20580" y="6551"/>
                </a:lnTo>
                <a:lnTo>
                  <a:pt x="20580" y="6602"/>
                </a:lnTo>
                <a:lnTo>
                  <a:pt x="20580" y="7144"/>
                </a:lnTo>
                <a:lnTo>
                  <a:pt x="20580" y="13372"/>
                </a:lnTo>
                <a:cubicBezTo>
                  <a:pt x="20515" y="11825"/>
                  <a:pt x="20515" y="10316"/>
                  <a:pt x="20515" y="8807"/>
                </a:cubicBezTo>
                <a:cubicBezTo>
                  <a:pt x="20515" y="8756"/>
                  <a:pt x="20464" y="8756"/>
                  <a:pt x="20464" y="8756"/>
                </a:cubicBezTo>
                <a:cubicBezTo>
                  <a:pt x="20412" y="8756"/>
                  <a:pt x="20412" y="8756"/>
                  <a:pt x="20412" y="8807"/>
                </a:cubicBezTo>
                <a:lnTo>
                  <a:pt x="20412" y="9078"/>
                </a:lnTo>
                <a:lnTo>
                  <a:pt x="20412" y="10742"/>
                </a:lnTo>
                <a:lnTo>
                  <a:pt x="20361" y="7892"/>
                </a:lnTo>
                <a:lnTo>
                  <a:pt x="20361" y="7789"/>
                </a:lnTo>
                <a:lnTo>
                  <a:pt x="20361" y="6989"/>
                </a:lnTo>
                <a:lnTo>
                  <a:pt x="20361" y="6873"/>
                </a:lnTo>
                <a:cubicBezTo>
                  <a:pt x="20361" y="6822"/>
                  <a:pt x="20361" y="6822"/>
                  <a:pt x="20309" y="6822"/>
                </a:cubicBezTo>
                <a:cubicBezTo>
                  <a:pt x="20258" y="6822"/>
                  <a:pt x="20258" y="6822"/>
                  <a:pt x="20258" y="6873"/>
                </a:cubicBezTo>
                <a:lnTo>
                  <a:pt x="20258" y="11180"/>
                </a:lnTo>
                <a:lnTo>
                  <a:pt x="20193" y="6448"/>
                </a:lnTo>
                <a:cubicBezTo>
                  <a:pt x="20193" y="6448"/>
                  <a:pt x="20193" y="6396"/>
                  <a:pt x="20142" y="6396"/>
                </a:cubicBezTo>
                <a:lnTo>
                  <a:pt x="20090" y="6448"/>
                </a:lnTo>
                <a:lnTo>
                  <a:pt x="20090" y="6718"/>
                </a:lnTo>
                <a:lnTo>
                  <a:pt x="20090" y="6770"/>
                </a:lnTo>
                <a:lnTo>
                  <a:pt x="20090" y="8214"/>
                </a:lnTo>
                <a:lnTo>
                  <a:pt x="20038" y="8163"/>
                </a:lnTo>
                <a:lnTo>
                  <a:pt x="19987" y="8163"/>
                </a:lnTo>
                <a:lnTo>
                  <a:pt x="19935" y="8214"/>
                </a:lnTo>
                <a:lnTo>
                  <a:pt x="19935" y="8382"/>
                </a:lnTo>
                <a:cubicBezTo>
                  <a:pt x="19935" y="8330"/>
                  <a:pt x="19871" y="8330"/>
                  <a:pt x="19871" y="8330"/>
                </a:cubicBezTo>
                <a:cubicBezTo>
                  <a:pt x="19819" y="8330"/>
                  <a:pt x="19819" y="8330"/>
                  <a:pt x="19819" y="8382"/>
                </a:cubicBezTo>
                <a:lnTo>
                  <a:pt x="19819" y="9130"/>
                </a:lnTo>
                <a:lnTo>
                  <a:pt x="19819" y="9181"/>
                </a:lnTo>
                <a:lnTo>
                  <a:pt x="19819" y="17950"/>
                </a:lnTo>
                <a:cubicBezTo>
                  <a:pt x="19768" y="14288"/>
                  <a:pt x="19716" y="10638"/>
                  <a:pt x="19664" y="6989"/>
                </a:cubicBezTo>
                <a:cubicBezTo>
                  <a:pt x="19664" y="6925"/>
                  <a:pt x="19613" y="6925"/>
                  <a:pt x="19613" y="6925"/>
                </a:cubicBezTo>
                <a:cubicBezTo>
                  <a:pt x="19548" y="6925"/>
                  <a:pt x="19548" y="6925"/>
                  <a:pt x="19548" y="6989"/>
                </a:cubicBezTo>
                <a:lnTo>
                  <a:pt x="19548" y="8279"/>
                </a:lnTo>
                <a:lnTo>
                  <a:pt x="19548" y="9452"/>
                </a:lnTo>
                <a:lnTo>
                  <a:pt x="19497" y="7570"/>
                </a:lnTo>
                <a:cubicBezTo>
                  <a:pt x="19497" y="7570"/>
                  <a:pt x="19497" y="7518"/>
                  <a:pt x="19445" y="7518"/>
                </a:cubicBezTo>
                <a:lnTo>
                  <a:pt x="19394" y="7570"/>
                </a:lnTo>
                <a:lnTo>
                  <a:pt x="19394" y="9078"/>
                </a:lnTo>
                <a:lnTo>
                  <a:pt x="19394" y="17885"/>
                </a:lnTo>
                <a:cubicBezTo>
                  <a:pt x="19394" y="14558"/>
                  <a:pt x="19342" y="11283"/>
                  <a:pt x="19290" y="7956"/>
                </a:cubicBezTo>
                <a:cubicBezTo>
                  <a:pt x="19290" y="7956"/>
                  <a:pt x="19290" y="7892"/>
                  <a:pt x="19226" y="7892"/>
                </a:cubicBezTo>
                <a:lnTo>
                  <a:pt x="19174" y="7956"/>
                </a:lnTo>
                <a:lnTo>
                  <a:pt x="19174" y="9826"/>
                </a:lnTo>
                <a:lnTo>
                  <a:pt x="19174" y="16712"/>
                </a:lnTo>
                <a:cubicBezTo>
                  <a:pt x="19174" y="13862"/>
                  <a:pt x="19123" y="11012"/>
                  <a:pt x="19071" y="8163"/>
                </a:cubicBezTo>
                <a:cubicBezTo>
                  <a:pt x="19071" y="8163"/>
                  <a:pt x="19071" y="8111"/>
                  <a:pt x="19020" y="8111"/>
                </a:cubicBezTo>
                <a:cubicBezTo>
                  <a:pt x="19020" y="8163"/>
                  <a:pt x="18968" y="8163"/>
                  <a:pt x="18968" y="8214"/>
                </a:cubicBezTo>
                <a:lnTo>
                  <a:pt x="18968" y="10419"/>
                </a:lnTo>
                <a:lnTo>
                  <a:pt x="18968" y="10587"/>
                </a:lnTo>
                <a:cubicBezTo>
                  <a:pt x="18968" y="10587"/>
                  <a:pt x="18904" y="10587"/>
                  <a:pt x="18904" y="10638"/>
                </a:cubicBezTo>
                <a:lnTo>
                  <a:pt x="18904" y="9297"/>
                </a:lnTo>
                <a:lnTo>
                  <a:pt x="18852" y="9246"/>
                </a:lnTo>
                <a:cubicBezTo>
                  <a:pt x="18800" y="9246"/>
                  <a:pt x="18800" y="9297"/>
                  <a:pt x="18800" y="9297"/>
                </a:cubicBezTo>
                <a:lnTo>
                  <a:pt x="18800" y="11825"/>
                </a:lnTo>
                <a:lnTo>
                  <a:pt x="18800" y="11876"/>
                </a:lnTo>
                <a:lnTo>
                  <a:pt x="18800" y="14778"/>
                </a:lnTo>
                <a:cubicBezTo>
                  <a:pt x="18749" y="12727"/>
                  <a:pt x="18749" y="10638"/>
                  <a:pt x="18749" y="8601"/>
                </a:cubicBezTo>
                <a:lnTo>
                  <a:pt x="18697" y="8537"/>
                </a:lnTo>
                <a:cubicBezTo>
                  <a:pt x="18646" y="8537"/>
                  <a:pt x="18646" y="8601"/>
                  <a:pt x="18646" y="8601"/>
                </a:cubicBezTo>
                <a:lnTo>
                  <a:pt x="18646" y="11386"/>
                </a:lnTo>
                <a:lnTo>
                  <a:pt x="18581" y="11386"/>
                </a:lnTo>
                <a:lnTo>
                  <a:pt x="18581" y="19613"/>
                </a:lnTo>
                <a:cubicBezTo>
                  <a:pt x="18530" y="15848"/>
                  <a:pt x="18478" y="12147"/>
                  <a:pt x="18427" y="8433"/>
                </a:cubicBezTo>
                <a:cubicBezTo>
                  <a:pt x="18427" y="8382"/>
                  <a:pt x="18375" y="8382"/>
                  <a:pt x="18375" y="8382"/>
                </a:cubicBezTo>
                <a:cubicBezTo>
                  <a:pt x="18323" y="8382"/>
                  <a:pt x="18323" y="8382"/>
                  <a:pt x="18323" y="8433"/>
                </a:cubicBezTo>
                <a:lnTo>
                  <a:pt x="18323" y="10316"/>
                </a:lnTo>
                <a:lnTo>
                  <a:pt x="18259" y="10316"/>
                </a:lnTo>
                <a:cubicBezTo>
                  <a:pt x="18259" y="10316"/>
                  <a:pt x="18207" y="10316"/>
                  <a:pt x="18207" y="10368"/>
                </a:cubicBezTo>
                <a:lnTo>
                  <a:pt x="18207" y="11012"/>
                </a:lnTo>
                <a:cubicBezTo>
                  <a:pt x="18207" y="10961"/>
                  <a:pt x="18207" y="10961"/>
                  <a:pt x="18156" y="10961"/>
                </a:cubicBezTo>
                <a:cubicBezTo>
                  <a:pt x="18156" y="10961"/>
                  <a:pt x="18104" y="10961"/>
                  <a:pt x="18104" y="11012"/>
                </a:cubicBezTo>
                <a:lnTo>
                  <a:pt x="18104" y="14507"/>
                </a:lnTo>
                <a:lnTo>
                  <a:pt x="18104" y="21225"/>
                </a:lnTo>
                <a:cubicBezTo>
                  <a:pt x="18053" y="17460"/>
                  <a:pt x="18001" y="13694"/>
                  <a:pt x="17885" y="9994"/>
                </a:cubicBezTo>
                <a:cubicBezTo>
                  <a:pt x="17885" y="9994"/>
                  <a:pt x="17885" y="9942"/>
                  <a:pt x="17833" y="9942"/>
                </a:cubicBezTo>
                <a:lnTo>
                  <a:pt x="17782" y="9994"/>
                </a:lnTo>
                <a:lnTo>
                  <a:pt x="17782" y="8537"/>
                </a:lnTo>
                <a:lnTo>
                  <a:pt x="17730" y="8485"/>
                </a:lnTo>
                <a:cubicBezTo>
                  <a:pt x="17679" y="8485"/>
                  <a:pt x="17679" y="8537"/>
                  <a:pt x="17679" y="8537"/>
                </a:cubicBezTo>
                <a:lnTo>
                  <a:pt x="17679" y="9130"/>
                </a:lnTo>
                <a:cubicBezTo>
                  <a:pt x="17679" y="9078"/>
                  <a:pt x="17614" y="9078"/>
                  <a:pt x="17614" y="9078"/>
                </a:cubicBezTo>
                <a:cubicBezTo>
                  <a:pt x="17563" y="9078"/>
                  <a:pt x="17563" y="9078"/>
                  <a:pt x="17563" y="9130"/>
                </a:cubicBezTo>
                <a:lnTo>
                  <a:pt x="17563" y="9568"/>
                </a:lnTo>
                <a:cubicBezTo>
                  <a:pt x="17511" y="9568"/>
                  <a:pt x="17511" y="9620"/>
                  <a:pt x="17511" y="9620"/>
                </a:cubicBezTo>
                <a:lnTo>
                  <a:pt x="17511" y="10316"/>
                </a:lnTo>
                <a:cubicBezTo>
                  <a:pt x="17511" y="10264"/>
                  <a:pt x="17459" y="10264"/>
                  <a:pt x="17408" y="10264"/>
                </a:cubicBezTo>
                <a:cubicBezTo>
                  <a:pt x="17408" y="10264"/>
                  <a:pt x="17356" y="10264"/>
                  <a:pt x="17356" y="10316"/>
                </a:cubicBezTo>
                <a:lnTo>
                  <a:pt x="17356" y="14778"/>
                </a:lnTo>
                <a:lnTo>
                  <a:pt x="17356" y="19394"/>
                </a:lnTo>
                <a:cubicBezTo>
                  <a:pt x="17292" y="15951"/>
                  <a:pt x="17240" y="12521"/>
                  <a:pt x="17189" y="9130"/>
                </a:cubicBezTo>
                <a:cubicBezTo>
                  <a:pt x="17189" y="9078"/>
                  <a:pt x="17189" y="9078"/>
                  <a:pt x="17137" y="9078"/>
                </a:cubicBezTo>
                <a:cubicBezTo>
                  <a:pt x="17137" y="9078"/>
                  <a:pt x="17086" y="9078"/>
                  <a:pt x="17086" y="9130"/>
                </a:cubicBezTo>
                <a:lnTo>
                  <a:pt x="17086" y="13965"/>
                </a:lnTo>
                <a:lnTo>
                  <a:pt x="17086" y="16015"/>
                </a:lnTo>
                <a:cubicBezTo>
                  <a:pt x="17086" y="13591"/>
                  <a:pt x="17034" y="11180"/>
                  <a:pt x="17034" y="8756"/>
                </a:cubicBezTo>
                <a:lnTo>
                  <a:pt x="16969" y="8704"/>
                </a:lnTo>
                <a:cubicBezTo>
                  <a:pt x="16918" y="8704"/>
                  <a:pt x="16918" y="8756"/>
                  <a:pt x="16918" y="8756"/>
                </a:cubicBezTo>
                <a:lnTo>
                  <a:pt x="16918" y="9723"/>
                </a:lnTo>
                <a:lnTo>
                  <a:pt x="16918" y="14829"/>
                </a:lnTo>
                <a:lnTo>
                  <a:pt x="16918" y="15899"/>
                </a:lnTo>
                <a:cubicBezTo>
                  <a:pt x="16866" y="14017"/>
                  <a:pt x="16866" y="12147"/>
                  <a:pt x="16866" y="10264"/>
                </a:cubicBezTo>
                <a:cubicBezTo>
                  <a:pt x="16866" y="10213"/>
                  <a:pt x="16815" y="10213"/>
                  <a:pt x="16815" y="10213"/>
                </a:cubicBezTo>
                <a:cubicBezTo>
                  <a:pt x="16763" y="10213"/>
                  <a:pt x="16763" y="10213"/>
                  <a:pt x="16763" y="10264"/>
                </a:cubicBezTo>
                <a:lnTo>
                  <a:pt x="16763" y="13914"/>
                </a:lnTo>
                <a:cubicBezTo>
                  <a:pt x="16763" y="13166"/>
                  <a:pt x="16712" y="12353"/>
                  <a:pt x="16712" y="11606"/>
                </a:cubicBezTo>
                <a:cubicBezTo>
                  <a:pt x="16712" y="11606"/>
                  <a:pt x="16712" y="11554"/>
                  <a:pt x="16647" y="11554"/>
                </a:cubicBezTo>
                <a:lnTo>
                  <a:pt x="16596" y="11606"/>
                </a:lnTo>
                <a:lnTo>
                  <a:pt x="16596" y="9994"/>
                </a:lnTo>
                <a:cubicBezTo>
                  <a:pt x="16596" y="9942"/>
                  <a:pt x="16544" y="9942"/>
                  <a:pt x="16544" y="9942"/>
                </a:cubicBezTo>
                <a:lnTo>
                  <a:pt x="16492" y="9942"/>
                </a:lnTo>
                <a:cubicBezTo>
                  <a:pt x="16492" y="9942"/>
                  <a:pt x="16441" y="9942"/>
                  <a:pt x="16441" y="9994"/>
                </a:cubicBezTo>
                <a:lnTo>
                  <a:pt x="16441" y="15629"/>
                </a:lnTo>
                <a:lnTo>
                  <a:pt x="16441" y="19768"/>
                </a:lnTo>
                <a:cubicBezTo>
                  <a:pt x="16389" y="16596"/>
                  <a:pt x="16325" y="13437"/>
                  <a:pt x="16273" y="10316"/>
                </a:cubicBezTo>
                <a:cubicBezTo>
                  <a:pt x="16273" y="10264"/>
                  <a:pt x="16222" y="10264"/>
                  <a:pt x="16222" y="10264"/>
                </a:cubicBezTo>
                <a:cubicBezTo>
                  <a:pt x="16170" y="10264"/>
                  <a:pt x="16170" y="10264"/>
                  <a:pt x="16170" y="10316"/>
                </a:cubicBezTo>
                <a:lnTo>
                  <a:pt x="16170" y="16338"/>
                </a:lnTo>
                <a:lnTo>
                  <a:pt x="16170" y="18272"/>
                </a:lnTo>
                <a:cubicBezTo>
                  <a:pt x="16118" y="16119"/>
                  <a:pt x="16118" y="13965"/>
                  <a:pt x="16067" y="11825"/>
                </a:cubicBezTo>
                <a:cubicBezTo>
                  <a:pt x="16067" y="11825"/>
                  <a:pt x="16067" y="11760"/>
                  <a:pt x="16002" y="11760"/>
                </a:cubicBezTo>
                <a:lnTo>
                  <a:pt x="16002" y="9568"/>
                </a:lnTo>
                <a:lnTo>
                  <a:pt x="15951" y="9504"/>
                </a:lnTo>
                <a:cubicBezTo>
                  <a:pt x="15899" y="9504"/>
                  <a:pt x="15899" y="9568"/>
                  <a:pt x="15899" y="9568"/>
                </a:cubicBezTo>
                <a:lnTo>
                  <a:pt x="15899" y="15951"/>
                </a:lnTo>
                <a:lnTo>
                  <a:pt x="15899" y="16338"/>
                </a:lnTo>
                <a:cubicBezTo>
                  <a:pt x="15848" y="14726"/>
                  <a:pt x="15848" y="13114"/>
                  <a:pt x="15848" y="11554"/>
                </a:cubicBezTo>
                <a:cubicBezTo>
                  <a:pt x="15848" y="11502"/>
                  <a:pt x="15796" y="11502"/>
                  <a:pt x="15796" y="11502"/>
                </a:cubicBezTo>
                <a:cubicBezTo>
                  <a:pt x="15744" y="11502"/>
                  <a:pt x="15744" y="11502"/>
                  <a:pt x="15744" y="11554"/>
                </a:cubicBezTo>
                <a:lnTo>
                  <a:pt x="15744" y="18053"/>
                </a:lnTo>
                <a:lnTo>
                  <a:pt x="15744" y="19497"/>
                </a:lnTo>
                <a:cubicBezTo>
                  <a:pt x="15680" y="16867"/>
                  <a:pt x="15628" y="14184"/>
                  <a:pt x="15577" y="11554"/>
                </a:cubicBezTo>
                <a:cubicBezTo>
                  <a:pt x="15577" y="11502"/>
                  <a:pt x="15577" y="11502"/>
                  <a:pt x="15525" y="11502"/>
                </a:cubicBezTo>
                <a:cubicBezTo>
                  <a:pt x="15525" y="11502"/>
                  <a:pt x="15474" y="11502"/>
                  <a:pt x="15474" y="11554"/>
                </a:cubicBezTo>
                <a:lnTo>
                  <a:pt x="15474" y="11825"/>
                </a:lnTo>
                <a:cubicBezTo>
                  <a:pt x="15422" y="11825"/>
                  <a:pt x="15422" y="11825"/>
                  <a:pt x="15422" y="11876"/>
                </a:cubicBezTo>
                <a:lnTo>
                  <a:pt x="15422" y="17357"/>
                </a:lnTo>
                <a:cubicBezTo>
                  <a:pt x="15358" y="14726"/>
                  <a:pt x="15306" y="12147"/>
                  <a:pt x="15306" y="9568"/>
                </a:cubicBezTo>
                <a:lnTo>
                  <a:pt x="15254" y="9504"/>
                </a:lnTo>
                <a:cubicBezTo>
                  <a:pt x="15203" y="9504"/>
                  <a:pt x="15203" y="9568"/>
                  <a:pt x="15203" y="9568"/>
                </a:cubicBezTo>
                <a:cubicBezTo>
                  <a:pt x="15151" y="9568"/>
                  <a:pt x="15151" y="9568"/>
                  <a:pt x="15151" y="9620"/>
                </a:cubicBezTo>
                <a:lnTo>
                  <a:pt x="15151" y="16763"/>
                </a:lnTo>
                <a:lnTo>
                  <a:pt x="15151" y="18156"/>
                </a:lnTo>
                <a:cubicBezTo>
                  <a:pt x="15100" y="15474"/>
                  <a:pt x="15035" y="12843"/>
                  <a:pt x="14984" y="10148"/>
                </a:cubicBezTo>
                <a:lnTo>
                  <a:pt x="14932" y="10097"/>
                </a:lnTo>
                <a:cubicBezTo>
                  <a:pt x="14881" y="10097"/>
                  <a:pt x="14881" y="10148"/>
                  <a:pt x="14881" y="10148"/>
                </a:cubicBezTo>
                <a:lnTo>
                  <a:pt x="14881" y="10690"/>
                </a:lnTo>
                <a:cubicBezTo>
                  <a:pt x="14881" y="10690"/>
                  <a:pt x="14881" y="10638"/>
                  <a:pt x="14829" y="10638"/>
                </a:cubicBezTo>
                <a:lnTo>
                  <a:pt x="14777" y="10690"/>
                </a:lnTo>
                <a:lnTo>
                  <a:pt x="14777" y="10909"/>
                </a:lnTo>
                <a:lnTo>
                  <a:pt x="14777" y="14726"/>
                </a:lnTo>
                <a:cubicBezTo>
                  <a:pt x="14777" y="12947"/>
                  <a:pt x="14713" y="11232"/>
                  <a:pt x="14713" y="9452"/>
                </a:cubicBezTo>
                <a:cubicBezTo>
                  <a:pt x="14713" y="9401"/>
                  <a:pt x="14713" y="9401"/>
                  <a:pt x="14661" y="9401"/>
                </a:cubicBezTo>
                <a:cubicBezTo>
                  <a:pt x="14610" y="9401"/>
                  <a:pt x="14610" y="9401"/>
                  <a:pt x="14610" y="9452"/>
                </a:cubicBezTo>
                <a:lnTo>
                  <a:pt x="14610" y="10264"/>
                </a:lnTo>
                <a:lnTo>
                  <a:pt x="14558" y="10264"/>
                </a:lnTo>
                <a:lnTo>
                  <a:pt x="14558" y="9620"/>
                </a:lnTo>
                <a:cubicBezTo>
                  <a:pt x="14558" y="9620"/>
                  <a:pt x="14558" y="9568"/>
                  <a:pt x="14507" y="9568"/>
                </a:cubicBezTo>
                <a:lnTo>
                  <a:pt x="14455" y="9620"/>
                </a:lnTo>
                <a:lnTo>
                  <a:pt x="14455" y="10742"/>
                </a:lnTo>
                <a:cubicBezTo>
                  <a:pt x="14391" y="10742"/>
                  <a:pt x="14391" y="10742"/>
                  <a:pt x="14391" y="10793"/>
                </a:cubicBezTo>
                <a:lnTo>
                  <a:pt x="14391" y="16596"/>
                </a:lnTo>
                <a:cubicBezTo>
                  <a:pt x="14339" y="14881"/>
                  <a:pt x="14339" y="13114"/>
                  <a:pt x="14287" y="11386"/>
                </a:cubicBezTo>
                <a:cubicBezTo>
                  <a:pt x="14287" y="11386"/>
                  <a:pt x="14287" y="11335"/>
                  <a:pt x="14236" y="11335"/>
                </a:cubicBezTo>
                <a:lnTo>
                  <a:pt x="14184" y="11386"/>
                </a:lnTo>
                <a:lnTo>
                  <a:pt x="14184" y="19239"/>
                </a:lnTo>
                <a:lnTo>
                  <a:pt x="14184" y="20309"/>
                </a:lnTo>
                <a:cubicBezTo>
                  <a:pt x="14133" y="17305"/>
                  <a:pt x="14068" y="14288"/>
                  <a:pt x="14017" y="11335"/>
                </a:cubicBezTo>
                <a:cubicBezTo>
                  <a:pt x="14017" y="11283"/>
                  <a:pt x="13965" y="11283"/>
                  <a:pt x="13965" y="11283"/>
                </a:cubicBezTo>
                <a:cubicBezTo>
                  <a:pt x="13913" y="11283"/>
                  <a:pt x="13913" y="11283"/>
                  <a:pt x="13913" y="11335"/>
                </a:cubicBezTo>
                <a:lnTo>
                  <a:pt x="13913" y="19239"/>
                </a:lnTo>
                <a:lnTo>
                  <a:pt x="13913" y="20309"/>
                </a:lnTo>
                <a:cubicBezTo>
                  <a:pt x="13810" y="16983"/>
                  <a:pt x="13746" y="13643"/>
                  <a:pt x="13694" y="10316"/>
                </a:cubicBezTo>
                <a:cubicBezTo>
                  <a:pt x="13694" y="10316"/>
                  <a:pt x="13694" y="10264"/>
                  <a:pt x="13643" y="10264"/>
                </a:cubicBezTo>
                <a:lnTo>
                  <a:pt x="13591" y="10264"/>
                </a:lnTo>
                <a:lnTo>
                  <a:pt x="13591" y="9826"/>
                </a:lnTo>
                <a:cubicBezTo>
                  <a:pt x="13591" y="9826"/>
                  <a:pt x="13591" y="9774"/>
                  <a:pt x="13540" y="9774"/>
                </a:cubicBezTo>
                <a:lnTo>
                  <a:pt x="13488" y="9826"/>
                </a:lnTo>
                <a:lnTo>
                  <a:pt x="13488" y="11335"/>
                </a:lnTo>
                <a:cubicBezTo>
                  <a:pt x="13488" y="11283"/>
                  <a:pt x="13423" y="11283"/>
                  <a:pt x="13423" y="11283"/>
                </a:cubicBezTo>
                <a:cubicBezTo>
                  <a:pt x="13372" y="11283"/>
                  <a:pt x="13372" y="11283"/>
                  <a:pt x="13372" y="11335"/>
                </a:cubicBezTo>
                <a:lnTo>
                  <a:pt x="13372" y="12405"/>
                </a:lnTo>
                <a:cubicBezTo>
                  <a:pt x="13372" y="11979"/>
                  <a:pt x="13372" y="11502"/>
                  <a:pt x="13320" y="11064"/>
                </a:cubicBezTo>
                <a:cubicBezTo>
                  <a:pt x="13320" y="11012"/>
                  <a:pt x="13320" y="11012"/>
                  <a:pt x="13269" y="11012"/>
                </a:cubicBezTo>
                <a:cubicBezTo>
                  <a:pt x="13269" y="11012"/>
                  <a:pt x="13217" y="11012"/>
                  <a:pt x="13217" y="11064"/>
                </a:cubicBezTo>
                <a:lnTo>
                  <a:pt x="13217" y="16015"/>
                </a:lnTo>
                <a:cubicBezTo>
                  <a:pt x="13217" y="14507"/>
                  <a:pt x="13217" y="12947"/>
                  <a:pt x="13166" y="11438"/>
                </a:cubicBezTo>
                <a:cubicBezTo>
                  <a:pt x="13166" y="11386"/>
                  <a:pt x="13166" y="11386"/>
                  <a:pt x="13101" y="11386"/>
                </a:cubicBezTo>
                <a:lnTo>
                  <a:pt x="13101" y="11064"/>
                </a:lnTo>
                <a:cubicBezTo>
                  <a:pt x="13101" y="11064"/>
                  <a:pt x="13101" y="11012"/>
                  <a:pt x="13050" y="11012"/>
                </a:cubicBezTo>
                <a:lnTo>
                  <a:pt x="12998" y="11064"/>
                </a:lnTo>
                <a:lnTo>
                  <a:pt x="12998" y="19071"/>
                </a:lnTo>
                <a:cubicBezTo>
                  <a:pt x="12946" y="16170"/>
                  <a:pt x="12895" y="13269"/>
                  <a:pt x="12843" y="10419"/>
                </a:cubicBezTo>
                <a:lnTo>
                  <a:pt x="12843" y="9994"/>
                </a:lnTo>
                <a:cubicBezTo>
                  <a:pt x="12843" y="9942"/>
                  <a:pt x="12779" y="9942"/>
                  <a:pt x="12779" y="9942"/>
                </a:cubicBezTo>
                <a:cubicBezTo>
                  <a:pt x="12727" y="9942"/>
                  <a:pt x="12727" y="9942"/>
                  <a:pt x="12727" y="9994"/>
                </a:cubicBezTo>
                <a:lnTo>
                  <a:pt x="12727" y="15525"/>
                </a:lnTo>
                <a:cubicBezTo>
                  <a:pt x="12676" y="13862"/>
                  <a:pt x="12676" y="12250"/>
                  <a:pt x="12624" y="10587"/>
                </a:cubicBezTo>
                <a:cubicBezTo>
                  <a:pt x="12624" y="10587"/>
                  <a:pt x="12624" y="10535"/>
                  <a:pt x="12572" y="10535"/>
                </a:cubicBezTo>
                <a:lnTo>
                  <a:pt x="12521" y="10587"/>
                </a:lnTo>
                <a:lnTo>
                  <a:pt x="12521" y="11335"/>
                </a:lnTo>
                <a:cubicBezTo>
                  <a:pt x="12521" y="11283"/>
                  <a:pt x="12521" y="11283"/>
                  <a:pt x="12456" y="11283"/>
                </a:cubicBezTo>
                <a:lnTo>
                  <a:pt x="12456" y="10742"/>
                </a:lnTo>
                <a:cubicBezTo>
                  <a:pt x="12456" y="10690"/>
                  <a:pt x="12405" y="10690"/>
                  <a:pt x="12405" y="10690"/>
                </a:cubicBezTo>
                <a:cubicBezTo>
                  <a:pt x="12353" y="10690"/>
                  <a:pt x="12353" y="10690"/>
                  <a:pt x="12353" y="10742"/>
                </a:cubicBezTo>
                <a:lnTo>
                  <a:pt x="12353" y="10909"/>
                </a:lnTo>
                <a:cubicBezTo>
                  <a:pt x="12302" y="10909"/>
                  <a:pt x="12302" y="10961"/>
                  <a:pt x="12302" y="10961"/>
                </a:cubicBezTo>
                <a:lnTo>
                  <a:pt x="12302" y="10742"/>
                </a:lnTo>
                <a:lnTo>
                  <a:pt x="12302" y="10690"/>
                </a:lnTo>
                <a:lnTo>
                  <a:pt x="12302" y="10587"/>
                </a:lnTo>
                <a:lnTo>
                  <a:pt x="12250" y="10535"/>
                </a:lnTo>
                <a:cubicBezTo>
                  <a:pt x="12198" y="10535"/>
                  <a:pt x="12198" y="10587"/>
                  <a:pt x="12198" y="10587"/>
                </a:cubicBezTo>
                <a:lnTo>
                  <a:pt x="12198" y="19239"/>
                </a:lnTo>
                <a:lnTo>
                  <a:pt x="12198" y="19819"/>
                </a:lnTo>
                <a:cubicBezTo>
                  <a:pt x="12134" y="17137"/>
                  <a:pt x="12082" y="14507"/>
                  <a:pt x="12031" y="11825"/>
                </a:cubicBezTo>
                <a:lnTo>
                  <a:pt x="11979" y="11760"/>
                </a:lnTo>
                <a:lnTo>
                  <a:pt x="11928" y="11825"/>
                </a:lnTo>
                <a:lnTo>
                  <a:pt x="11928" y="9774"/>
                </a:lnTo>
                <a:lnTo>
                  <a:pt x="11876" y="9723"/>
                </a:lnTo>
                <a:cubicBezTo>
                  <a:pt x="11812" y="9723"/>
                  <a:pt x="11812" y="9774"/>
                  <a:pt x="11812" y="9774"/>
                </a:cubicBezTo>
                <a:lnTo>
                  <a:pt x="11812" y="13694"/>
                </a:lnTo>
                <a:lnTo>
                  <a:pt x="11760" y="10742"/>
                </a:lnTo>
                <a:cubicBezTo>
                  <a:pt x="11760" y="10742"/>
                  <a:pt x="11760" y="10690"/>
                  <a:pt x="11708" y="10690"/>
                </a:cubicBezTo>
                <a:lnTo>
                  <a:pt x="11657" y="10742"/>
                </a:lnTo>
                <a:lnTo>
                  <a:pt x="11657" y="10368"/>
                </a:lnTo>
                <a:cubicBezTo>
                  <a:pt x="11657" y="10368"/>
                  <a:pt x="11657" y="10316"/>
                  <a:pt x="11605" y="10316"/>
                </a:cubicBezTo>
                <a:lnTo>
                  <a:pt x="11554" y="10368"/>
                </a:lnTo>
                <a:lnTo>
                  <a:pt x="11554" y="18749"/>
                </a:lnTo>
                <a:cubicBezTo>
                  <a:pt x="11489" y="16389"/>
                  <a:pt x="11438" y="14017"/>
                  <a:pt x="11438" y="11657"/>
                </a:cubicBezTo>
                <a:lnTo>
                  <a:pt x="11386" y="11606"/>
                </a:lnTo>
                <a:cubicBezTo>
                  <a:pt x="11335" y="11606"/>
                  <a:pt x="11335" y="11657"/>
                  <a:pt x="11335" y="11657"/>
                </a:cubicBezTo>
                <a:lnTo>
                  <a:pt x="11335" y="19497"/>
                </a:lnTo>
                <a:cubicBezTo>
                  <a:pt x="11231" y="16596"/>
                  <a:pt x="11167" y="13694"/>
                  <a:pt x="11115" y="10858"/>
                </a:cubicBezTo>
                <a:lnTo>
                  <a:pt x="11064" y="10793"/>
                </a:lnTo>
                <a:lnTo>
                  <a:pt x="11012" y="10793"/>
                </a:lnTo>
                <a:lnTo>
                  <a:pt x="11012" y="9620"/>
                </a:lnTo>
                <a:cubicBezTo>
                  <a:pt x="11012" y="9568"/>
                  <a:pt x="11012" y="9568"/>
                  <a:pt x="10961" y="9568"/>
                </a:cubicBezTo>
                <a:cubicBezTo>
                  <a:pt x="10961" y="9568"/>
                  <a:pt x="10909" y="9568"/>
                  <a:pt x="10909" y="9620"/>
                </a:cubicBezTo>
                <a:lnTo>
                  <a:pt x="10909" y="18427"/>
                </a:lnTo>
                <a:cubicBezTo>
                  <a:pt x="10845" y="15899"/>
                  <a:pt x="10793" y="13372"/>
                  <a:pt x="10741" y="10909"/>
                </a:cubicBezTo>
                <a:lnTo>
                  <a:pt x="10690" y="10858"/>
                </a:lnTo>
                <a:cubicBezTo>
                  <a:pt x="10638" y="10858"/>
                  <a:pt x="10638" y="10909"/>
                  <a:pt x="10638" y="10909"/>
                </a:cubicBezTo>
                <a:lnTo>
                  <a:pt x="10638" y="13320"/>
                </a:lnTo>
                <a:cubicBezTo>
                  <a:pt x="10638" y="12624"/>
                  <a:pt x="10587" y="11928"/>
                  <a:pt x="10587" y="11180"/>
                </a:cubicBezTo>
                <a:cubicBezTo>
                  <a:pt x="10587" y="11180"/>
                  <a:pt x="10587" y="11116"/>
                  <a:pt x="10522" y="11116"/>
                </a:cubicBezTo>
                <a:lnTo>
                  <a:pt x="10471" y="11180"/>
                </a:lnTo>
                <a:lnTo>
                  <a:pt x="10471" y="18272"/>
                </a:lnTo>
                <a:cubicBezTo>
                  <a:pt x="10419" y="15693"/>
                  <a:pt x="10367" y="13166"/>
                  <a:pt x="10316" y="10638"/>
                </a:cubicBezTo>
                <a:cubicBezTo>
                  <a:pt x="10316" y="10587"/>
                  <a:pt x="10264" y="10587"/>
                  <a:pt x="10264" y="10587"/>
                </a:cubicBezTo>
                <a:lnTo>
                  <a:pt x="10264" y="9568"/>
                </a:lnTo>
                <a:cubicBezTo>
                  <a:pt x="10264" y="9504"/>
                  <a:pt x="10200" y="9504"/>
                  <a:pt x="10200" y="9504"/>
                </a:cubicBezTo>
                <a:cubicBezTo>
                  <a:pt x="10148" y="9504"/>
                  <a:pt x="10148" y="9504"/>
                  <a:pt x="10148" y="9568"/>
                </a:cubicBezTo>
                <a:lnTo>
                  <a:pt x="10148" y="17240"/>
                </a:lnTo>
                <a:cubicBezTo>
                  <a:pt x="10097" y="15306"/>
                  <a:pt x="10045" y="13372"/>
                  <a:pt x="9994" y="11438"/>
                </a:cubicBezTo>
                <a:cubicBezTo>
                  <a:pt x="9994" y="11438"/>
                  <a:pt x="9994" y="11386"/>
                  <a:pt x="9942" y="11386"/>
                </a:cubicBezTo>
                <a:lnTo>
                  <a:pt x="9942" y="9942"/>
                </a:lnTo>
                <a:cubicBezTo>
                  <a:pt x="9942" y="9891"/>
                  <a:pt x="9877" y="9891"/>
                  <a:pt x="9877" y="9891"/>
                </a:cubicBezTo>
                <a:cubicBezTo>
                  <a:pt x="9826" y="9891"/>
                  <a:pt x="9826" y="9891"/>
                  <a:pt x="9826" y="9942"/>
                </a:cubicBezTo>
                <a:lnTo>
                  <a:pt x="9826" y="12083"/>
                </a:lnTo>
                <a:cubicBezTo>
                  <a:pt x="9826" y="11180"/>
                  <a:pt x="9774" y="10316"/>
                  <a:pt x="9774" y="9401"/>
                </a:cubicBezTo>
                <a:cubicBezTo>
                  <a:pt x="9774" y="9349"/>
                  <a:pt x="9774" y="9349"/>
                  <a:pt x="9723" y="9349"/>
                </a:cubicBezTo>
                <a:cubicBezTo>
                  <a:pt x="9723" y="9349"/>
                  <a:pt x="9671" y="9349"/>
                  <a:pt x="9671" y="9401"/>
                </a:cubicBezTo>
                <a:lnTo>
                  <a:pt x="9671" y="10264"/>
                </a:lnTo>
                <a:cubicBezTo>
                  <a:pt x="9671" y="10264"/>
                  <a:pt x="9620" y="10264"/>
                  <a:pt x="9620" y="10316"/>
                </a:cubicBezTo>
                <a:lnTo>
                  <a:pt x="9620" y="9130"/>
                </a:lnTo>
                <a:cubicBezTo>
                  <a:pt x="9620" y="9078"/>
                  <a:pt x="9555" y="9078"/>
                  <a:pt x="9555" y="9078"/>
                </a:cubicBezTo>
                <a:cubicBezTo>
                  <a:pt x="9504" y="9078"/>
                  <a:pt x="9504" y="9078"/>
                  <a:pt x="9504" y="9130"/>
                </a:cubicBezTo>
                <a:lnTo>
                  <a:pt x="9504" y="16222"/>
                </a:lnTo>
                <a:cubicBezTo>
                  <a:pt x="9452" y="14507"/>
                  <a:pt x="9400" y="12792"/>
                  <a:pt x="9400" y="11064"/>
                </a:cubicBezTo>
                <a:cubicBezTo>
                  <a:pt x="9400" y="11012"/>
                  <a:pt x="9349" y="11012"/>
                  <a:pt x="9349" y="11012"/>
                </a:cubicBezTo>
                <a:lnTo>
                  <a:pt x="9297" y="11012"/>
                </a:lnTo>
                <a:cubicBezTo>
                  <a:pt x="9297" y="11012"/>
                  <a:pt x="9233" y="11012"/>
                  <a:pt x="9233" y="11064"/>
                </a:cubicBezTo>
                <a:lnTo>
                  <a:pt x="9233" y="16441"/>
                </a:lnTo>
                <a:cubicBezTo>
                  <a:pt x="9233" y="14236"/>
                  <a:pt x="9181" y="12031"/>
                  <a:pt x="9130" y="9891"/>
                </a:cubicBezTo>
                <a:cubicBezTo>
                  <a:pt x="9130" y="9826"/>
                  <a:pt x="9130" y="9826"/>
                  <a:pt x="9078" y="9826"/>
                </a:cubicBezTo>
                <a:cubicBezTo>
                  <a:pt x="9078" y="9826"/>
                  <a:pt x="9026" y="9826"/>
                  <a:pt x="9026" y="9891"/>
                </a:cubicBezTo>
                <a:lnTo>
                  <a:pt x="9026" y="13320"/>
                </a:lnTo>
                <a:cubicBezTo>
                  <a:pt x="9026" y="12147"/>
                  <a:pt x="9026" y="10909"/>
                  <a:pt x="8975" y="9723"/>
                </a:cubicBezTo>
                <a:cubicBezTo>
                  <a:pt x="8975" y="9671"/>
                  <a:pt x="8975" y="9671"/>
                  <a:pt x="8910" y="9671"/>
                </a:cubicBezTo>
                <a:cubicBezTo>
                  <a:pt x="8910" y="9671"/>
                  <a:pt x="8859" y="9671"/>
                  <a:pt x="8859" y="9723"/>
                </a:cubicBezTo>
                <a:lnTo>
                  <a:pt x="8859" y="11012"/>
                </a:lnTo>
                <a:lnTo>
                  <a:pt x="8859" y="11064"/>
                </a:lnTo>
                <a:lnTo>
                  <a:pt x="8859" y="16389"/>
                </a:lnTo>
                <a:cubicBezTo>
                  <a:pt x="8807" y="14610"/>
                  <a:pt x="8756" y="12792"/>
                  <a:pt x="8704" y="11012"/>
                </a:cubicBezTo>
                <a:lnTo>
                  <a:pt x="8704" y="10961"/>
                </a:lnTo>
                <a:lnTo>
                  <a:pt x="8704" y="10419"/>
                </a:lnTo>
                <a:cubicBezTo>
                  <a:pt x="8704" y="10368"/>
                  <a:pt x="8652" y="10368"/>
                  <a:pt x="8652" y="10368"/>
                </a:cubicBezTo>
                <a:cubicBezTo>
                  <a:pt x="8588" y="10368"/>
                  <a:pt x="8588" y="10368"/>
                  <a:pt x="8588" y="10419"/>
                </a:cubicBezTo>
                <a:lnTo>
                  <a:pt x="8588" y="17189"/>
                </a:lnTo>
                <a:cubicBezTo>
                  <a:pt x="8485" y="14829"/>
                  <a:pt x="8433" y="12469"/>
                  <a:pt x="8382" y="10097"/>
                </a:cubicBezTo>
                <a:lnTo>
                  <a:pt x="8330" y="8923"/>
                </a:lnTo>
                <a:cubicBezTo>
                  <a:pt x="8330" y="8859"/>
                  <a:pt x="8330" y="8859"/>
                  <a:pt x="8266" y="8859"/>
                </a:cubicBezTo>
                <a:cubicBezTo>
                  <a:pt x="8266" y="8859"/>
                  <a:pt x="8214" y="8859"/>
                  <a:pt x="8214" y="8923"/>
                </a:cubicBezTo>
                <a:lnTo>
                  <a:pt x="8214" y="16660"/>
                </a:lnTo>
                <a:cubicBezTo>
                  <a:pt x="8163" y="14184"/>
                  <a:pt x="8111" y="11760"/>
                  <a:pt x="8059" y="9349"/>
                </a:cubicBezTo>
                <a:cubicBezTo>
                  <a:pt x="8059" y="9349"/>
                  <a:pt x="8059" y="9297"/>
                  <a:pt x="8008" y="9297"/>
                </a:cubicBezTo>
                <a:lnTo>
                  <a:pt x="7943" y="9349"/>
                </a:lnTo>
                <a:lnTo>
                  <a:pt x="7943" y="17086"/>
                </a:lnTo>
                <a:cubicBezTo>
                  <a:pt x="7892" y="14404"/>
                  <a:pt x="7840" y="11709"/>
                  <a:pt x="7789" y="9027"/>
                </a:cubicBezTo>
                <a:lnTo>
                  <a:pt x="7737" y="8975"/>
                </a:lnTo>
                <a:cubicBezTo>
                  <a:pt x="7685" y="8975"/>
                  <a:pt x="7685" y="9027"/>
                  <a:pt x="7685" y="9027"/>
                </a:cubicBezTo>
                <a:lnTo>
                  <a:pt x="7685" y="9942"/>
                </a:lnTo>
                <a:lnTo>
                  <a:pt x="7621" y="9942"/>
                </a:lnTo>
                <a:cubicBezTo>
                  <a:pt x="7569" y="9942"/>
                  <a:pt x="7569" y="9942"/>
                  <a:pt x="7569" y="9994"/>
                </a:cubicBezTo>
                <a:lnTo>
                  <a:pt x="7569" y="14778"/>
                </a:lnTo>
                <a:cubicBezTo>
                  <a:pt x="7518" y="13114"/>
                  <a:pt x="7466" y="11502"/>
                  <a:pt x="7466" y="9826"/>
                </a:cubicBezTo>
                <a:cubicBezTo>
                  <a:pt x="7466" y="9774"/>
                  <a:pt x="7415" y="9774"/>
                  <a:pt x="7415" y="9774"/>
                </a:cubicBezTo>
                <a:cubicBezTo>
                  <a:pt x="7363" y="9774"/>
                  <a:pt x="7363" y="9826"/>
                  <a:pt x="7363" y="9826"/>
                </a:cubicBezTo>
                <a:lnTo>
                  <a:pt x="7363" y="16441"/>
                </a:lnTo>
                <a:cubicBezTo>
                  <a:pt x="7247" y="13862"/>
                  <a:pt x="7195" y="11283"/>
                  <a:pt x="7144" y="8704"/>
                </a:cubicBezTo>
                <a:cubicBezTo>
                  <a:pt x="7144" y="8704"/>
                  <a:pt x="7144" y="8653"/>
                  <a:pt x="7092" y="8653"/>
                </a:cubicBezTo>
                <a:cubicBezTo>
                  <a:pt x="7041" y="8653"/>
                  <a:pt x="7041" y="8704"/>
                  <a:pt x="7041" y="8704"/>
                </a:cubicBezTo>
                <a:lnTo>
                  <a:pt x="7041" y="14184"/>
                </a:lnTo>
                <a:cubicBezTo>
                  <a:pt x="7041" y="12947"/>
                  <a:pt x="6976" y="11709"/>
                  <a:pt x="6976" y="10535"/>
                </a:cubicBezTo>
                <a:cubicBezTo>
                  <a:pt x="6976" y="10471"/>
                  <a:pt x="6925" y="10471"/>
                  <a:pt x="6925" y="10471"/>
                </a:cubicBezTo>
                <a:cubicBezTo>
                  <a:pt x="6873" y="10471"/>
                  <a:pt x="6873" y="10471"/>
                  <a:pt x="6873" y="10535"/>
                </a:cubicBezTo>
                <a:lnTo>
                  <a:pt x="6873" y="14984"/>
                </a:lnTo>
                <a:cubicBezTo>
                  <a:pt x="6821" y="13217"/>
                  <a:pt x="6770" y="11438"/>
                  <a:pt x="6718" y="9723"/>
                </a:cubicBezTo>
                <a:cubicBezTo>
                  <a:pt x="6718" y="9671"/>
                  <a:pt x="6654" y="9671"/>
                  <a:pt x="6654" y="9671"/>
                </a:cubicBezTo>
                <a:cubicBezTo>
                  <a:pt x="6602" y="9671"/>
                  <a:pt x="6602" y="9671"/>
                  <a:pt x="6602" y="9723"/>
                </a:cubicBezTo>
                <a:lnTo>
                  <a:pt x="6602" y="12147"/>
                </a:lnTo>
                <a:cubicBezTo>
                  <a:pt x="6602" y="11232"/>
                  <a:pt x="6551" y="10368"/>
                  <a:pt x="6551" y="9452"/>
                </a:cubicBezTo>
                <a:cubicBezTo>
                  <a:pt x="6551" y="9401"/>
                  <a:pt x="6551" y="9401"/>
                  <a:pt x="6499" y="9401"/>
                </a:cubicBezTo>
                <a:cubicBezTo>
                  <a:pt x="6499" y="9401"/>
                  <a:pt x="6448" y="9401"/>
                  <a:pt x="6448" y="9452"/>
                </a:cubicBezTo>
                <a:lnTo>
                  <a:pt x="6448" y="8485"/>
                </a:lnTo>
                <a:lnTo>
                  <a:pt x="6396" y="8433"/>
                </a:lnTo>
                <a:cubicBezTo>
                  <a:pt x="6331" y="8433"/>
                  <a:pt x="6331" y="8485"/>
                  <a:pt x="6331" y="8485"/>
                </a:cubicBezTo>
                <a:lnTo>
                  <a:pt x="6331" y="8704"/>
                </a:lnTo>
                <a:lnTo>
                  <a:pt x="6280" y="8704"/>
                </a:lnTo>
                <a:cubicBezTo>
                  <a:pt x="6280" y="8704"/>
                  <a:pt x="6228" y="8704"/>
                  <a:pt x="6228" y="8756"/>
                </a:cubicBezTo>
                <a:lnTo>
                  <a:pt x="6228" y="14778"/>
                </a:lnTo>
                <a:cubicBezTo>
                  <a:pt x="6228" y="12998"/>
                  <a:pt x="6177" y="11232"/>
                  <a:pt x="6125" y="9452"/>
                </a:cubicBezTo>
                <a:cubicBezTo>
                  <a:pt x="6125" y="9401"/>
                  <a:pt x="6074" y="9401"/>
                  <a:pt x="6074" y="9401"/>
                </a:cubicBezTo>
                <a:cubicBezTo>
                  <a:pt x="6009" y="9401"/>
                  <a:pt x="6009" y="9401"/>
                  <a:pt x="6009" y="9452"/>
                </a:cubicBezTo>
                <a:lnTo>
                  <a:pt x="6009" y="11438"/>
                </a:lnTo>
                <a:cubicBezTo>
                  <a:pt x="5958" y="10587"/>
                  <a:pt x="5958" y="9671"/>
                  <a:pt x="5958" y="8807"/>
                </a:cubicBezTo>
                <a:cubicBezTo>
                  <a:pt x="5958" y="8756"/>
                  <a:pt x="5906" y="8756"/>
                  <a:pt x="5906" y="8756"/>
                </a:cubicBezTo>
                <a:cubicBezTo>
                  <a:pt x="5854" y="8756"/>
                  <a:pt x="5854" y="8756"/>
                  <a:pt x="5854" y="8807"/>
                </a:cubicBezTo>
                <a:lnTo>
                  <a:pt x="5854" y="10213"/>
                </a:lnTo>
                <a:lnTo>
                  <a:pt x="5803" y="10148"/>
                </a:lnTo>
                <a:cubicBezTo>
                  <a:pt x="5751" y="10148"/>
                  <a:pt x="5751" y="10213"/>
                  <a:pt x="5751" y="10213"/>
                </a:cubicBezTo>
                <a:lnTo>
                  <a:pt x="5751" y="15474"/>
                </a:lnTo>
                <a:cubicBezTo>
                  <a:pt x="5687" y="13217"/>
                  <a:pt x="5635" y="10961"/>
                  <a:pt x="5584" y="8704"/>
                </a:cubicBezTo>
                <a:lnTo>
                  <a:pt x="5532" y="8653"/>
                </a:lnTo>
                <a:cubicBezTo>
                  <a:pt x="5480" y="8653"/>
                  <a:pt x="5480" y="8704"/>
                  <a:pt x="5480" y="8704"/>
                </a:cubicBezTo>
                <a:lnTo>
                  <a:pt x="5480" y="12947"/>
                </a:lnTo>
                <a:cubicBezTo>
                  <a:pt x="5429" y="11554"/>
                  <a:pt x="5429" y="10213"/>
                  <a:pt x="5364" y="8807"/>
                </a:cubicBezTo>
                <a:cubicBezTo>
                  <a:pt x="5364" y="8807"/>
                  <a:pt x="5364" y="8756"/>
                  <a:pt x="5313" y="8756"/>
                </a:cubicBezTo>
                <a:cubicBezTo>
                  <a:pt x="5261" y="8756"/>
                  <a:pt x="5261" y="8807"/>
                  <a:pt x="5261" y="8807"/>
                </a:cubicBezTo>
                <a:lnTo>
                  <a:pt x="5261" y="14236"/>
                </a:lnTo>
                <a:cubicBezTo>
                  <a:pt x="5210" y="12353"/>
                  <a:pt x="5158" y="10535"/>
                  <a:pt x="5107" y="8704"/>
                </a:cubicBezTo>
                <a:cubicBezTo>
                  <a:pt x="5107" y="8653"/>
                  <a:pt x="5107" y="8653"/>
                  <a:pt x="5042" y="8653"/>
                </a:cubicBezTo>
                <a:cubicBezTo>
                  <a:pt x="5042" y="8653"/>
                  <a:pt x="4990" y="8653"/>
                  <a:pt x="4990" y="8704"/>
                </a:cubicBezTo>
                <a:lnTo>
                  <a:pt x="4990" y="9246"/>
                </a:lnTo>
                <a:cubicBezTo>
                  <a:pt x="4939" y="9246"/>
                  <a:pt x="4939" y="9297"/>
                  <a:pt x="4939" y="9297"/>
                </a:cubicBezTo>
                <a:lnTo>
                  <a:pt x="4939" y="14662"/>
                </a:lnTo>
                <a:cubicBezTo>
                  <a:pt x="4887" y="12843"/>
                  <a:pt x="4784" y="11064"/>
                  <a:pt x="4720" y="9297"/>
                </a:cubicBezTo>
                <a:cubicBezTo>
                  <a:pt x="4720" y="9297"/>
                  <a:pt x="4720" y="9246"/>
                  <a:pt x="4668" y="9246"/>
                </a:cubicBezTo>
                <a:cubicBezTo>
                  <a:pt x="4617" y="9246"/>
                  <a:pt x="4617" y="9297"/>
                  <a:pt x="4617" y="9297"/>
                </a:cubicBezTo>
                <a:lnTo>
                  <a:pt x="4617" y="9774"/>
                </a:lnTo>
                <a:lnTo>
                  <a:pt x="4617" y="13643"/>
                </a:lnTo>
                <a:cubicBezTo>
                  <a:pt x="4565" y="12250"/>
                  <a:pt x="4565" y="10793"/>
                  <a:pt x="4513" y="9349"/>
                </a:cubicBezTo>
                <a:cubicBezTo>
                  <a:pt x="4513" y="9349"/>
                  <a:pt x="4513" y="9297"/>
                  <a:pt x="4462" y="9297"/>
                </a:cubicBezTo>
                <a:lnTo>
                  <a:pt x="4397" y="9349"/>
                </a:lnTo>
                <a:lnTo>
                  <a:pt x="4397" y="8485"/>
                </a:lnTo>
                <a:lnTo>
                  <a:pt x="4346" y="8433"/>
                </a:lnTo>
                <a:cubicBezTo>
                  <a:pt x="4294" y="8433"/>
                  <a:pt x="4294" y="8485"/>
                  <a:pt x="4294" y="8485"/>
                </a:cubicBezTo>
                <a:lnTo>
                  <a:pt x="4294" y="13694"/>
                </a:lnTo>
                <a:cubicBezTo>
                  <a:pt x="4243" y="11760"/>
                  <a:pt x="4191" y="9891"/>
                  <a:pt x="4139" y="8008"/>
                </a:cubicBezTo>
                <a:cubicBezTo>
                  <a:pt x="4139" y="7956"/>
                  <a:pt x="4139" y="7956"/>
                  <a:pt x="4075" y="7956"/>
                </a:cubicBezTo>
                <a:cubicBezTo>
                  <a:pt x="4075" y="7956"/>
                  <a:pt x="4023" y="7956"/>
                  <a:pt x="4023" y="8008"/>
                </a:cubicBezTo>
                <a:lnTo>
                  <a:pt x="4023" y="12895"/>
                </a:lnTo>
                <a:cubicBezTo>
                  <a:pt x="4023" y="11438"/>
                  <a:pt x="3972" y="9942"/>
                  <a:pt x="3972" y="8485"/>
                </a:cubicBezTo>
                <a:lnTo>
                  <a:pt x="3920" y="8433"/>
                </a:lnTo>
                <a:cubicBezTo>
                  <a:pt x="3869" y="8433"/>
                  <a:pt x="3869" y="8485"/>
                  <a:pt x="3869" y="8485"/>
                </a:cubicBezTo>
                <a:lnTo>
                  <a:pt x="3869" y="13488"/>
                </a:lnTo>
                <a:lnTo>
                  <a:pt x="3701" y="8163"/>
                </a:lnTo>
                <a:cubicBezTo>
                  <a:pt x="3701" y="8163"/>
                  <a:pt x="3701" y="8111"/>
                  <a:pt x="3649" y="8111"/>
                </a:cubicBezTo>
                <a:lnTo>
                  <a:pt x="3598" y="8163"/>
                </a:lnTo>
                <a:lnTo>
                  <a:pt x="3598" y="13862"/>
                </a:lnTo>
                <a:cubicBezTo>
                  <a:pt x="3546" y="11928"/>
                  <a:pt x="3495" y="9994"/>
                  <a:pt x="3430" y="8111"/>
                </a:cubicBezTo>
                <a:cubicBezTo>
                  <a:pt x="3430" y="8060"/>
                  <a:pt x="3430" y="8060"/>
                  <a:pt x="3379" y="8060"/>
                </a:cubicBezTo>
                <a:cubicBezTo>
                  <a:pt x="3379" y="8060"/>
                  <a:pt x="3327" y="8060"/>
                  <a:pt x="3327" y="8111"/>
                </a:cubicBezTo>
                <a:lnTo>
                  <a:pt x="3327" y="8704"/>
                </a:lnTo>
                <a:cubicBezTo>
                  <a:pt x="3275" y="8704"/>
                  <a:pt x="3275" y="8704"/>
                  <a:pt x="3275" y="8756"/>
                </a:cubicBezTo>
                <a:lnTo>
                  <a:pt x="3275" y="9078"/>
                </a:lnTo>
                <a:cubicBezTo>
                  <a:pt x="3224" y="9078"/>
                  <a:pt x="3224" y="9078"/>
                  <a:pt x="3224" y="9130"/>
                </a:cubicBezTo>
                <a:lnTo>
                  <a:pt x="3224" y="9723"/>
                </a:lnTo>
                <a:lnTo>
                  <a:pt x="3172" y="8807"/>
                </a:lnTo>
                <a:lnTo>
                  <a:pt x="3172" y="8756"/>
                </a:lnTo>
                <a:lnTo>
                  <a:pt x="3108" y="7840"/>
                </a:lnTo>
                <a:cubicBezTo>
                  <a:pt x="3108" y="7840"/>
                  <a:pt x="3108" y="7789"/>
                  <a:pt x="3056" y="7789"/>
                </a:cubicBezTo>
                <a:lnTo>
                  <a:pt x="3005" y="7840"/>
                </a:lnTo>
                <a:lnTo>
                  <a:pt x="3005" y="8382"/>
                </a:lnTo>
                <a:cubicBezTo>
                  <a:pt x="3005" y="8330"/>
                  <a:pt x="3005" y="8330"/>
                  <a:pt x="2953" y="8330"/>
                </a:cubicBezTo>
                <a:cubicBezTo>
                  <a:pt x="2953" y="8330"/>
                  <a:pt x="2902" y="8330"/>
                  <a:pt x="2902" y="8382"/>
                </a:cubicBezTo>
                <a:lnTo>
                  <a:pt x="2902" y="7789"/>
                </a:lnTo>
                <a:cubicBezTo>
                  <a:pt x="2902" y="7737"/>
                  <a:pt x="2850" y="7737"/>
                  <a:pt x="2850" y="7737"/>
                </a:cubicBezTo>
                <a:cubicBezTo>
                  <a:pt x="2785" y="7737"/>
                  <a:pt x="2785" y="7737"/>
                  <a:pt x="2785" y="7789"/>
                </a:cubicBezTo>
                <a:lnTo>
                  <a:pt x="2785" y="11760"/>
                </a:lnTo>
                <a:cubicBezTo>
                  <a:pt x="2734" y="10793"/>
                  <a:pt x="2734" y="9826"/>
                  <a:pt x="2682" y="8859"/>
                </a:cubicBezTo>
                <a:cubicBezTo>
                  <a:pt x="2682" y="8807"/>
                  <a:pt x="2682" y="8807"/>
                  <a:pt x="2631" y="8807"/>
                </a:cubicBezTo>
                <a:cubicBezTo>
                  <a:pt x="2631" y="8807"/>
                  <a:pt x="2579" y="8807"/>
                  <a:pt x="2579" y="8859"/>
                </a:cubicBezTo>
                <a:lnTo>
                  <a:pt x="2579" y="10471"/>
                </a:lnTo>
                <a:cubicBezTo>
                  <a:pt x="2579" y="9723"/>
                  <a:pt x="2579" y="8975"/>
                  <a:pt x="2528" y="8163"/>
                </a:cubicBezTo>
                <a:cubicBezTo>
                  <a:pt x="2528" y="8163"/>
                  <a:pt x="2528" y="8111"/>
                  <a:pt x="2463" y="8111"/>
                </a:cubicBezTo>
                <a:lnTo>
                  <a:pt x="2412" y="8163"/>
                </a:lnTo>
                <a:lnTo>
                  <a:pt x="2412" y="11657"/>
                </a:lnTo>
                <a:cubicBezTo>
                  <a:pt x="2412" y="10471"/>
                  <a:pt x="2360" y="9246"/>
                  <a:pt x="2360" y="8060"/>
                </a:cubicBezTo>
                <a:lnTo>
                  <a:pt x="2308" y="8008"/>
                </a:lnTo>
                <a:cubicBezTo>
                  <a:pt x="2257" y="8008"/>
                  <a:pt x="2257" y="8060"/>
                  <a:pt x="2257" y="8060"/>
                </a:cubicBezTo>
                <a:lnTo>
                  <a:pt x="2257" y="13372"/>
                </a:lnTo>
                <a:cubicBezTo>
                  <a:pt x="2205" y="11709"/>
                  <a:pt x="2141" y="10097"/>
                  <a:pt x="2089" y="8433"/>
                </a:cubicBezTo>
                <a:lnTo>
                  <a:pt x="2038" y="8382"/>
                </a:lnTo>
                <a:cubicBezTo>
                  <a:pt x="1986" y="8382"/>
                  <a:pt x="1986" y="8433"/>
                  <a:pt x="1986" y="8433"/>
                </a:cubicBezTo>
                <a:lnTo>
                  <a:pt x="1986" y="12353"/>
                </a:lnTo>
                <a:lnTo>
                  <a:pt x="1818" y="8330"/>
                </a:lnTo>
                <a:cubicBezTo>
                  <a:pt x="1818" y="8279"/>
                  <a:pt x="1818" y="8279"/>
                  <a:pt x="1767" y="8279"/>
                </a:cubicBezTo>
                <a:cubicBezTo>
                  <a:pt x="1767" y="8279"/>
                  <a:pt x="1715" y="8279"/>
                  <a:pt x="1715" y="8330"/>
                </a:cubicBezTo>
                <a:lnTo>
                  <a:pt x="1715" y="11116"/>
                </a:lnTo>
                <a:cubicBezTo>
                  <a:pt x="1715" y="10213"/>
                  <a:pt x="1715" y="9297"/>
                  <a:pt x="1664" y="8433"/>
                </a:cubicBezTo>
                <a:lnTo>
                  <a:pt x="1664" y="8382"/>
                </a:lnTo>
                <a:lnTo>
                  <a:pt x="1664" y="8111"/>
                </a:lnTo>
                <a:cubicBezTo>
                  <a:pt x="1664" y="8060"/>
                  <a:pt x="1664" y="8060"/>
                  <a:pt x="1612" y="8060"/>
                </a:cubicBezTo>
                <a:cubicBezTo>
                  <a:pt x="1561" y="8060"/>
                  <a:pt x="1561" y="8060"/>
                  <a:pt x="1561" y="8111"/>
                </a:cubicBezTo>
                <a:lnTo>
                  <a:pt x="1561" y="12727"/>
                </a:lnTo>
                <a:cubicBezTo>
                  <a:pt x="1496" y="11180"/>
                  <a:pt x="1393" y="9671"/>
                  <a:pt x="1341" y="8214"/>
                </a:cubicBezTo>
                <a:lnTo>
                  <a:pt x="1341" y="8163"/>
                </a:lnTo>
                <a:lnTo>
                  <a:pt x="1341" y="7789"/>
                </a:lnTo>
                <a:cubicBezTo>
                  <a:pt x="1341" y="7737"/>
                  <a:pt x="1290" y="7737"/>
                  <a:pt x="1290" y="7737"/>
                </a:cubicBezTo>
                <a:cubicBezTo>
                  <a:pt x="1238" y="7737"/>
                  <a:pt x="1238" y="7737"/>
                  <a:pt x="1238" y="7789"/>
                </a:cubicBezTo>
                <a:lnTo>
                  <a:pt x="1238" y="10742"/>
                </a:lnTo>
                <a:cubicBezTo>
                  <a:pt x="1238" y="9723"/>
                  <a:pt x="1174" y="8756"/>
                  <a:pt x="1174" y="7789"/>
                </a:cubicBezTo>
                <a:lnTo>
                  <a:pt x="1122" y="7737"/>
                </a:lnTo>
                <a:cubicBezTo>
                  <a:pt x="1071" y="7737"/>
                  <a:pt x="1071" y="7789"/>
                  <a:pt x="1071" y="7789"/>
                </a:cubicBezTo>
                <a:lnTo>
                  <a:pt x="1071" y="12353"/>
                </a:lnTo>
                <a:cubicBezTo>
                  <a:pt x="1019" y="10858"/>
                  <a:pt x="916" y="9349"/>
                  <a:pt x="851" y="7840"/>
                </a:cubicBezTo>
                <a:cubicBezTo>
                  <a:pt x="851" y="7789"/>
                  <a:pt x="851" y="7789"/>
                  <a:pt x="800" y="7789"/>
                </a:cubicBezTo>
                <a:cubicBezTo>
                  <a:pt x="800" y="7789"/>
                  <a:pt x="748" y="7789"/>
                  <a:pt x="748" y="7840"/>
                </a:cubicBezTo>
                <a:lnTo>
                  <a:pt x="748" y="10368"/>
                </a:lnTo>
                <a:cubicBezTo>
                  <a:pt x="748" y="9620"/>
                  <a:pt x="748" y="8923"/>
                  <a:pt x="697" y="8163"/>
                </a:cubicBezTo>
                <a:cubicBezTo>
                  <a:pt x="697" y="8163"/>
                  <a:pt x="697" y="8111"/>
                  <a:pt x="645" y="8111"/>
                </a:cubicBezTo>
                <a:lnTo>
                  <a:pt x="593" y="8163"/>
                </a:lnTo>
                <a:lnTo>
                  <a:pt x="593" y="10368"/>
                </a:lnTo>
                <a:cubicBezTo>
                  <a:pt x="593" y="9620"/>
                  <a:pt x="593" y="8923"/>
                  <a:pt x="529" y="8214"/>
                </a:cubicBezTo>
                <a:cubicBezTo>
                  <a:pt x="529" y="8214"/>
                  <a:pt x="529" y="8163"/>
                  <a:pt x="477" y="8163"/>
                </a:cubicBezTo>
                <a:lnTo>
                  <a:pt x="426" y="8214"/>
                </a:lnTo>
                <a:lnTo>
                  <a:pt x="426" y="11502"/>
                </a:lnTo>
                <a:cubicBezTo>
                  <a:pt x="374" y="10368"/>
                  <a:pt x="323" y="9246"/>
                  <a:pt x="323" y="8111"/>
                </a:cubicBezTo>
                <a:cubicBezTo>
                  <a:pt x="271" y="8060"/>
                  <a:pt x="271" y="8060"/>
                  <a:pt x="207" y="8060"/>
                </a:cubicBezTo>
                <a:lnTo>
                  <a:pt x="207" y="7840"/>
                </a:lnTo>
                <a:cubicBezTo>
                  <a:pt x="207" y="7840"/>
                  <a:pt x="207" y="7789"/>
                  <a:pt x="155" y="7789"/>
                </a:cubicBezTo>
                <a:lnTo>
                  <a:pt x="103" y="7840"/>
                </a:lnTo>
                <a:lnTo>
                  <a:pt x="103" y="10097"/>
                </a:lnTo>
                <a:cubicBezTo>
                  <a:pt x="103" y="9130"/>
                  <a:pt x="52" y="8214"/>
                  <a:pt x="52" y="7247"/>
                </a:cubicBezTo>
                <a:cubicBezTo>
                  <a:pt x="52" y="7247"/>
                  <a:pt x="52" y="7196"/>
                  <a:pt x="0" y="7196"/>
                </a:cubicBezTo>
                <a:lnTo>
                  <a:pt x="0" y="20142"/>
                </a:lnTo>
                <a:cubicBezTo>
                  <a:pt x="52" y="20142"/>
                  <a:pt x="52" y="20142"/>
                  <a:pt x="52" y="20090"/>
                </a:cubicBezTo>
                <a:lnTo>
                  <a:pt x="52" y="17137"/>
                </a:lnTo>
                <a:cubicBezTo>
                  <a:pt x="52" y="18104"/>
                  <a:pt x="103" y="19071"/>
                  <a:pt x="103" y="20039"/>
                </a:cubicBezTo>
                <a:cubicBezTo>
                  <a:pt x="103" y="20090"/>
                  <a:pt x="155" y="20090"/>
                  <a:pt x="155" y="20090"/>
                </a:cubicBezTo>
                <a:cubicBezTo>
                  <a:pt x="207" y="20090"/>
                  <a:pt x="207" y="20090"/>
                  <a:pt x="207" y="20039"/>
                </a:cubicBezTo>
                <a:lnTo>
                  <a:pt x="207" y="19768"/>
                </a:lnTo>
                <a:cubicBezTo>
                  <a:pt x="271" y="19768"/>
                  <a:pt x="271" y="19768"/>
                  <a:pt x="271" y="19716"/>
                </a:cubicBezTo>
                <a:lnTo>
                  <a:pt x="271" y="19561"/>
                </a:lnTo>
                <a:lnTo>
                  <a:pt x="271" y="16067"/>
                </a:lnTo>
                <a:cubicBezTo>
                  <a:pt x="323" y="17189"/>
                  <a:pt x="374" y="18375"/>
                  <a:pt x="426" y="19613"/>
                </a:cubicBezTo>
                <a:lnTo>
                  <a:pt x="477" y="19665"/>
                </a:lnTo>
                <a:cubicBezTo>
                  <a:pt x="529" y="19665"/>
                  <a:pt x="529" y="19613"/>
                  <a:pt x="529" y="19613"/>
                </a:cubicBezTo>
                <a:lnTo>
                  <a:pt x="529" y="18478"/>
                </a:lnTo>
                <a:cubicBezTo>
                  <a:pt x="529" y="19239"/>
                  <a:pt x="593" y="19935"/>
                  <a:pt x="593" y="20683"/>
                </a:cubicBezTo>
                <a:lnTo>
                  <a:pt x="645" y="20735"/>
                </a:lnTo>
                <a:cubicBezTo>
                  <a:pt x="697" y="20735"/>
                  <a:pt x="697" y="20683"/>
                  <a:pt x="697" y="20683"/>
                </a:cubicBezTo>
                <a:lnTo>
                  <a:pt x="697" y="17782"/>
                </a:lnTo>
                <a:cubicBezTo>
                  <a:pt x="697" y="18478"/>
                  <a:pt x="748" y="19239"/>
                  <a:pt x="748" y="19987"/>
                </a:cubicBezTo>
                <a:cubicBezTo>
                  <a:pt x="748" y="20039"/>
                  <a:pt x="800" y="20039"/>
                  <a:pt x="800" y="20039"/>
                </a:cubicBezTo>
                <a:cubicBezTo>
                  <a:pt x="851" y="20039"/>
                  <a:pt x="851" y="20039"/>
                  <a:pt x="851" y="19987"/>
                </a:cubicBezTo>
                <a:lnTo>
                  <a:pt x="851" y="16067"/>
                </a:lnTo>
                <a:cubicBezTo>
                  <a:pt x="916" y="17627"/>
                  <a:pt x="1019" y="19175"/>
                  <a:pt x="1071" y="20786"/>
                </a:cubicBezTo>
                <a:cubicBezTo>
                  <a:pt x="1071" y="20786"/>
                  <a:pt x="1071" y="20851"/>
                  <a:pt x="1122" y="20851"/>
                </a:cubicBezTo>
                <a:lnTo>
                  <a:pt x="1174" y="20786"/>
                </a:lnTo>
                <a:lnTo>
                  <a:pt x="1174" y="18801"/>
                </a:lnTo>
                <a:cubicBezTo>
                  <a:pt x="1174" y="19819"/>
                  <a:pt x="1238" y="20786"/>
                  <a:pt x="1238" y="21818"/>
                </a:cubicBezTo>
                <a:cubicBezTo>
                  <a:pt x="1238" y="21818"/>
                  <a:pt x="1238" y="21870"/>
                  <a:pt x="1290" y="21870"/>
                </a:cubicBezTo>
                <a:lnTo>
                  <a:pt x="1341" y="21818"/>
                </a:lnTo>
                <a:lnTo>
                  <a:pt x="1341" y="21702"/>
                </a:lnTo>
                <a:lnTo>
                  <a:pt x="1341" y="21650"/>
                </a:lnTo>
                <a:lnTo>
                  <a:pt x="1341" y="16389"/>
                </a:lnTo>
                <a:cubicBezTo>
                  <a:pt x="1393" y="17885"/>
                  <a:pt x="1496" y="19445"/>
                  <a:pt x="1561" y="21057"/>
                </a:cubicBezTo>
                <a:cubicBezTo>
                  <a:pt x="1561" y="21057"/>
                  <a:pt x="1561" y="21109"/>
                  <a:pt x="1612" y="21109"/>
                </a:cubicBezTo>
                <a:cubicBezTo>
                  <a:pt x="1664" y="21109"/>
                  <a:pt x="1664" y="21057"/>
                  <a:pt x="1664" y="21057"/>
                </a:cubicBezTo>
                <a:lnTo>
                  <a:pt x="1664" y="21006"/>
                </a:lnTo>
                <a:lnTo>
                  <a:pt x="1664" y="19291"/>
                </a:lnTo>
                <a:cubicBezTo>
                  <a:pt x="1664" y="20206"/>
                  <a:pt x="1715" y="21109"/>
                  <a:pt x="1715" y="22024"/>
                </a:cubicBezTo>
                <a:cubicBezTo>
                  <a:pt x="1715" y="22076"/>
                  <a:pt x="1767" y="22076"/>
                  <a:pt x="1767" y="22076"/>
                </a:cubicBezTo>
                <a:cubicBezTo>
                  <a:pt x="1818" y="22076"/>
                  <a:pt x="1818" y="22076"/>
                  <a:pt x="1818" y="22024"/>
                </a:cubicBezTo>
                <a:lnTo>
                  <a:pt x="1818" y="17782"/>
                </a:lnTo>
                <a:cubicBezTo>
                  <a:pt x="1883" y="19175"/>
                  <a:pt x="1934" y="20529"/>
                  <a:pt x="1986" y="21973"/>
                </a:cubicBezTo>
                <a:lnTo>
                  <a:pt x="2038" y="21973"/>
                </a:lnTo>
                <a:cubicBezTo>
                  <a:pt x="2038" y="21973"/>
                  <a:pt x="2089" y="21973"/>
                  <a:pt x="2089" y="21921"/>
                </a:cubicBezTo>
                <a:lnTo>
                  <a:pt x="2089" y="17950"/>
                </a:lnTo>
                <a:cubicBezTo>
                  <a:pt x="2141" y="19613"/>
                  <a:pt x="2205" y="21328"/>
                  <a:pt x="2257" y="22991"/>
                </a:cubicBezTo>
                <a:cubicBezTo>
                  <a:pt x="2257" y="23043"/>
                  <a:pt x="2257" y="23043"/>
                  <a:pt x="2308" y="23043"/>
                </a:cubicBezTo>
                <a:cubicBezTo>
                  <a:pt x="2308" y="23043"/>
                  <a:pt x="2360" y="23043"/>
                  <a:pt x="2360" y="22991"/>
                </a:cubicBezTo>
                <a:lnTo>
                  <a:pt x="2360" y="18594"/>
                </a:lnTo>
                <a:cubicBezTo>
                  <a:pt x="2360" y="19768"/>
                  <a:pt x="2412" y="21006"/>
                  <a:pt x="2412" y="22244"/>
                </a:cubicBezTo>
                <a:cubicBezTo>
                  <a:pt x="2412" y="22295"/>
                  <a:pt x="2463" y="22295"/>
                  <a:pt x="2463" y="22295"/>
                </a:cubicBezTo>
                <a:cubicBezTo>
                  <a:pt x="2528" y="22295"/>
                  <a:pt x="2528" y="22295"/>
                  <a:pt x="2528" y="22244"/>
                </a:cubicBezTo>
                <a:lnTo>
                  <a:pt x="2528" y="19768"/>
                </a:lnTo>
                <a:cubicBezTo>
                  <a:pt x="2579" y="20529"/>
                  <a:pt x="2579" y="21328"/>
                  <a:pt x="2579" y="22140"/>
                </a:cubicBezTo>
                <a:lnTo>
                  <a:pt x="2631" y="22192"/>
                </a:lnTo>
                <a:cubicBezTo>
                  <a:pt x="2682" y="22192"/>
                  <a:pt x="2682" y="22140"/>
                  <a:pt x="2682" y="22140"/>
                </a:cubicBezTo>
                <a:lnTo>
                  <a:pt x="2682" y="19497"/>
                </a:lnTo>
                <a:cubicBezTo>
                  <a:pt x="2734" y="20529"/>
                  <a:pt x="2734" y="21496"/>
                  <a:pt x="2785" y="22514"/>
                </a:cubicBezTo>
                <a:cubicBezTo>
                  <a:pt x="2785" y="22514"/>
                  <a:pt x="2785" y="22566"/>
                  <a:pt x="2850" y="22566"/>
                </a:cubicBezTo>
                <a:lnTo>
                  <a:pt x="2902" y="22514"/>
                </a:lnTo>
                <a:lnTo>
                  <a:pt x="2902" y="22721"/>
                </a:lnTo>
                <a:cubicBezTo>
                  <a:pt x="2902" y="22785"/>
                  <a:pt x="2953" y="22785"/>
                  <a:pt x="2953" y="22785"/>
                </a:cubicBezTo>
                <a:lnTo>
                  <a:pt x="3005" y="22785"/>
                </a:lnTo>
                <a:lnTo>
                  <a:pt x="3005" y="23585"/>
                </a:lnTo>
                <a:lnTo>
                  <a:pt x="3056" y="23636"/>
                </a:lnTo>
                <a:cubicBezTo>
                  <a:pt x="3108" y="23636"/>
                  <a:pt x="3108" y="23585"/>
                  <a:pt x="3108" y="23585"/>
                </a:cubicBezTo>
                <a:lnTo>
                  <a:pt x="3108" y="23107"/>
                </a:lnTo>
                <a:lnTo>
                  <a:pt x="3172" y="23107"/>
                </a:lnTo>
                <a:cubicBezTo>
                  <a:pt x="3172" y="23430"/>
                  <a:pt x="3172" y="23752"/>
                  <a:pt x="3224" y="24075"/>
                </a:cubicBezTo>
                <a:cubicBezTo>
                  <a:pt x="3224" y="24126"/>
                  <a:pt x="3224" y="24126"/>
                  <a:pt x="3275" y="24126"/>
                </a:cubicBezTo>
                <a:lnTo>
                  <a:pt x="3275" y="24178"/>
                </a:lnTo>
                <a:cubicBezTo>
                  <a:pt x="3275" y="24229"/>
                  <a:pt x="3275" y="24229"/>
                  <a:pt x="3327" y="24229"/>
                </a:cubicBezTo>
                <a:lnTo>
                  <a:pt x="3327" y="24603"/>
                </a:lnTo>
                <a:lnTo>
                  <a:pt x="3379" y="24655"/>
                </a:lnTo>
                <a:cubicBezTo>
                  <a:pt x="3430" y="24655"/>
                  <a:pt x="3430" y="24603"/>
                  <a:pt x="3430" y="24603"/>
                </a:cubicBezTo>
                <a:lnTo>
                  <a:pt x="3430" y="19020"/>
                </a:lnTo>
                <a:cubicBezTo>
                  <a:pt x="3495" y="20954"/>
                  <a:pt x="3546" y="22940"/>
                  <a:pt x="3598" y="24926"/>
                </a:cubicBezTo>
                <a:cubicBezTo>
                  <a:pt x="3598" y="24977"/>
                  <a:pt x="3649" y="24977"/>
                  <a:pt x="3649" y="24977"/>
                </a:cubicBezTo>
                <a:cubicBezTo>
                  <a:pt x="3701" y="24977"/>
                  <a:pt x="3701" y="24977"/>
                  <a:pt x="3701" y="24926"/>
                </a:cubicBezTo>
                <a:lnTo>
                  <a:pt x="3701" y="19613"/>
                </a:lnTo>
                <a:lnTo>
                  <a:pt x="3869" y="25093"/>
                </a:lnTo>
                <a:cubicBezTo>
                  <a:pt x="3869" y="25093"/>
                  <a:pt x="3869" y="25145"/>
                  <a:pt x="3920" y="25145"/>
                </a:cubicBezTo>
                <a:lnTo>
                  <a:pt x="3972" y="25093"/>
                </a:lnTo>
                <a:lnTo>
                  <a:pt x="3972" y="21006"/>
                </a:lnTo>
                <a:cubicBezTo>
                  <a:pt x="3972" y="22514"/>
                  <a:pt x="4023" y="23959"/>
                  <a:pt x="4023" y="25519"/>
                </a:cubicBezTo>
                <a:lnTo>
                  <a:pt x="4075" y="25519"/>
                </a:lnTo>
                <a:cubicBezTo>
                  <a:pt x="4139" y="25519"/>
                  <a:pt x="4139" y="25519"/>
                  <a:pt x="4139" y="25467"/>
                </a:cubicBezTo>
                <a:lnTo>
                  <a:pt x="4139" y="19123"/>
                </a:lnTo>
                <a:cubicBezTo>
                  <a:pt x="4191" y="21057"/>
                  <a:pt x="4243" y="23043"/>
                  <a:pt x="4294" y="24977"/>
                </a:cubicBezTo>
                <a:cubicBezTo>
                  <a:pt x="4294" y="25042"/>
                  <a:pt x="4294" y="25042"/>
                  <a:pt x="4346" y="25042"/>
                </a:cubicBezTo>
                <a:cubicBezTo>
                  <a:pt x="4397" y="25042"/>
                  <a:pt x="4397" y="25042"/>
                  <a:pt x="4397" y="24977"/>
                </a:cubicBezTo>
                <a:lnTo>
                  <a:pt x="4397" y="24655"/>
                </a:lnTo>
                <a:lnTo>
                  <a:pt x="4462" y="24719"/>
                </a:lnTo>
                <a:cubicBezTo>
                  <a:pt x="4513" y="24719"/>
                  <a:pt x="4513" y="24655"/>
                  <a:pt x="4513" y="24655"/>
                </a:cubicBezTo>
                <a:lnTo>
                  <a:pt x="4513" y="21496"/>
                </a:lnTo>
                <a:cubicBezTo>
                  <a:pt x="4565" y="22940"/>
                  <a:pt x="4565" y="24397"/>
                  <a:pt x="4617" y="25841"/>
                </a:cubicBezTo>
                <a:cubicBezTo>
                  <a:pt x="4617" y="25893"/>
                  <a:pt x="4617" y="25893"/>
                  <a:pt x="4668" y="25893"/>
                </a:cubicBezTo>
                <a:lnTo>
                  <a:pt x="4720" y="25893"/>
                </a:lnTo>
                <a:lnTo>
                  <a:pt x="4720" y="25841"/>
                </a:lnTo>
                <a:lnTo>
                  <a:pt x="4720" y="19561"/>
                </a:lnTo>
                <a:cubicBezTo>
                  <a:pt x="4784" y="21380"/>
                  <a:pt x="4887" y="23211"/>
                  <a:pt x="4939" y="25093"/>
                </a:cubicBezTo>
                <a:cubicBezTo>
                  <a:pt x="4939" y="25093"/>
                  <a:pt x="4939" y="25145"/>
                  <a:pt x="4990" y="25145"/>
                </a:cubicBezTo>
                <a:lnTo>
                  <a:pt x="4990" y="26215"/>
                </a:lnTo>
                <a:lnTo>
                  <a:pt x="5042" y="26267"/>
                </a:lnTo>
                <a:cubicBezTo>
                  <a:pt x="5107" y="26267"/>
                  <a:pt x="5107" y="26215"/>
                  <a:pt x="5107" y="26215"/>
                </a:cubicBezTo>
                <a:lnTo>
                  <a:pt x="5107" y="20309"/>
                </a:lnTo>
                <a:cubicBezTo>
                  <a:pt x="5158" y="22192"/>
                  <a:pt x="5210" y="24075"/>
                  <a:pt x="5261" y="26009"/>
                </a:cubicBezTo>
                <a:cubicBezTo>
                  <a:pt x="5261" y="26060"/>
                  <a:pt x="5261" y="26060"/>
                  <a:pt x="5313" y="26060"/>
                </a:cubicBezTo>
                <a:cubicBezTo>
                  <a:pt x="5364" y="26060"/>
                  <a:pt x="5364" y="26060"/>
                  <a:pt x="5364" y="26009"/>
                </a:cubicBezTo>
                <a:lnTo>
                  <a:pt x="5364" y="21380"/>
                </a:lnTo>
                <a:cubicBezTo>
                  <a:pt x="5429" y="22785"/>
                  <a:pt x="5429" y="24178"/>
                  <a:pt x="5480" y="25570"/>
                </a:cubicBezTo>
                <a:cubicBezTo>
                  <a:pt x="5480" y="25622"/>
                  <a:pt x="5480" y="25622"/>
                  <a:pt x="5532" y="25622"/>
                </a:cubicBezTo>
                <a:cubicBezTo>
                  <a:pt x="5532" y="25622"/>
                  <a:pt x="5584" y="25622"/>
                  <a:pt x="5584" y="25570"/>
                </a:cubicBezTo>
                <a:lnTo>
                  <a:pt x="5584" y="20735"/>
                </a:lnTo>
                <a:cubicBezTo>
                  <a:pt x="5635" y="23043"/>
                  <a:pt x="5687" y="25364"/>
                  <a:pt x="5751" y="27672"/>
                </a:cubicBezTo>
                <a:cubicBezTo>
                  <a:pt x="5751" y="27724"/>
                  <a:pt x="5751" y="27724"/>
                  <a:pt x="5803" y="27724"/>
                </a:cubicBezTo>
                <a:cubicBezTo>
                  <a:pt x="5803" y="27724"/>
                  <a:pt x="5854" y="27724"/>
                  <a:pt x="5854" y="27672"/>
                </a:cubicBezTo>
                <a:lnTo>
                  <a:pt x="5854" y="27453"/>
                </a:lnTo>
                <a:lnTo>
                  <a:pt x="5906" y="27453"/>
                </a:lnTo>
                <a:cubicBezTo>
                  <a:pt x="5906" y="27453"/>
                  <a:pt x="5958" y="27453"/>
                  <a:pt x="5958" y="27401"/>
                </a:cubicBezTo>
                <a:lnTo>
                  <a:pt x="5958" y="24010"/>
                </a:lnTo>
                <a:cubicBezTo>
                  <a:pt x="5958" y="24874"/>
                  <a:pt x="5958" y="25790"/>
                  <a:pt x="6009" y="26705"/>
                </a:cubicBezTo>
                <a:cubicBezTo>
                  <a:pt x="6009" y="26705"/>
                  <a:pt x="6009" y="26757"/>
                  <a:pt x="6074" y="26757"/>
                </a:cubicBezTo>
                <a:lnTo>
                  <a:pt x="6125" y="26705"/>
                </a:lnTo>
                <a:lnTo>
                  <a:pt x="6125" y="21276"/>
                </a:lnTo>
                <a:cubicBezTo>
                  <a:pt x="6177" y="23107"/>
                  <a:pt x="6228" y="24874"/>
                  <a:pt x="6228" y="26705"/>
                </a:cubicBezTo>
                <a:cubicBezTo>
                  <a:pt x="6228" y="26757"/>
                  <a:pt x="6280" y="26757"/>
                  <a:pt x="6280" y="26757"/>
                </a:cubicBezTo>
                <a:lnTo>
                  <a:pt x="6280" y="27827"/>
                </a:lnTo>
                <a:lnTo>
                  <a:pt x="6331" y="27827"/>
                </a:lnTo>
                <a:lnTo>
                  <a:pt x="6331" y="28523"/>
                </a:lnTo>
                <a:cubicBezTo>
                  <a:pt x="6331" y="28588"/>
                  <a:pt x="6331" y="28588"/>
                  <a:pt x="6396" y="28588"/>
                </a:cubicBezTo>
                <a:cubicBezTo>
                  <a:pt x="6396" y="28588"/>
                  <a:pt x="6448" y="28588"/>
                  <a:pt x="6448" y="28523"/>
                </a:cubicBezTo>
                <a:lnTo>
                  <a:pt x="6448" y="27995"/>
                </a:lnTo>
                <a:cubicBezTo>
                  <a:pt x="6448" y="28046"/>
                  <a:pt x="6499" y="28046"/>
                  <a:pt x="6499" y="28046"/>
                </a:cubicBezTo>
                <a:cubicBezTo>
                  <a:pt x="6551" y="28046"/>
                  <a:pt x="6551" y="28046"/>
                  <a:pt x="6551" y="27995"/>
                </a:cubicBezTo>
                <a:lnTo>
                  <a:pt x="6551" y="24281"/>
                </a:lnTo>
                <a:cubicBezTo>
                  <a:pt x="6551" y="25196"/>
                  <a:pt x="6602" y="26112"/>
                  <a:pt x="6602" y="27027"/>
                </a:cubicBezTo>
                <a:cubicBezTo>
                  <a:pt x="6602" y="27079"/>
                  <a:pt x="6602" y="27079"/>
                  <a:pt x="6654" y="27079"/>
                </a:cubicBezTo>
                <a:cubicBezTo>
                  <a:pt x="6718" y="27079"/>
                  <a:pt x="6718" y="27079"/>
                  <a:pt x="6718" y="27027"/>
                </a:cubicBezTo>
                <a:lnTo>
                  <a:pt x="6718" y="21921"/>
                </a:lnTo>
                <a:cubicBezTo>
                  <a:pt x="6770" y="23688"/>
                  <a:pt x="6821" y="25519"/>
                  <a:pt x="6873" y="27350"/>
                </a:cubicBezTo>
                <a:lnTo>
                  <a:pt x="6925" y="27350"/>
                </a:lnTo>
                <a:cubicBezTo>
                  <a:pt x="6925" y="27350"/>
                  <a:pt x="6976" y="27350"/>
                  <a:pt x="6976" y="27298"/>
                </a:cubicBezTo>
                <a:lnTo>
                  <a:pt x="6976" y="24178"/>
                </a:lnTo>
                <a:cubicBezTo>
                  <a:pt x="6976" y="25416"/>
                  <a:pt x="7041" y="26705"/>
                  <a:pt x="7041" y="27943"/>
                </a:cubicBezTo>
                <a:cubicBezTo>
                  <a:pt x="7041" y="27943"/>
                  <a:pt x="7041" y="27995"/>
                  <a:pt x="7092" y="27995"/>
                </a:cubicBezTo>
                <a:cubicBezTo>
                  <a:pt x="7144" y="27995"/>
                  <a:pt x="7144" y="27943"/>
                  <a:pt x="7144" y="27943"/>
                </a:cubicBezTo>
                <a:lnTo>
                  <a:pt x="7144" y="21328"/>
                </a:lnTo>
                <a:cubicBezTo>
                  <a:pt x="7195" y="23959"/>
                  <a:pt x="7247" y="26589"/>
                  <a:pt x="7363" y="29284"/>
                </a:cubicBezTo>
                <a:cubicBezTo>
                  <a:pt x="7363" y="29284"/>
                  <a:pt x="7363" y="29336"/>
                  <a:pt x="7415" y="29336"/>
                </a:cubicBezTo>
                <a:lnTo>
                  <a:pt x="7466" y="29284"/>
                </a:lnTo>
                <a:lnTo>
                  <a:pt x="7466" y="23211"/>
                </a:lnTo>
                <a:cubicBezTo>
                  <a:pt x="7466" y="24874"/>
                  <a:pt x="7518" y="26589"/>
                  <a:pt x="7569" y="28317"/>
                </a:cubicBezTo>
                <a:cubicBezTo>
                  <a:pt x="7569" y="28317"/>
                  <a:pt x="7569" y="28368"/>
                  <a:pt x="7621" y="28368"/>
                </a:cubicBezTo>
                <a:lnTo>
                  <a:pt x="7621" y="28317"/>
                </a:lnTo>
                <a:lnTo>
                  <a:pt x="7685" y="30303"/>
                </a:lnTo>
                <a:cubicBezTo>
                  <a:pt x="7685" y="30303"/>
                  <a:pt x="7685" y="30354"/>
                  <a:pt x="7737" y="30354"/>
                </a:cubicBezTo>
                <a:lnTo>
                  <a:pt x="7789" y="30303"/>
                </a:lnTo>
                <a:lnTo>
                  <a:pt x="7789" y="22295"/>
                </a:lnTo>
                <a:cubicBezTo>
                  <a:pt x="7840" y="25042"/>
                  <a:pt x="7892" y="27775"/>
                  <a:pt x="7943" y="30522"/>
                </a:cubicBezTo>
                <a:cubicBezTo>
                  <a:pt x="7943" y="30573"/>
                  <a:pt x="8008" y="30573"/>
                  <a:pt x="8008" y="30573"/>
                </a:cubicBezTo>
                <a:cubicBezTo>
                  <a:pt x="8059" y="30573"/>
                  <a:pt x="8059" y="30522"/>
                  <a:pt x="8059" y="30522"/>
                </a:cubicBezTo>
                <a:lnTo>
                  <a:pt x="8059" y="22618"/>
                </a:lnTo>
                <a:cubicBezTo>
                  <a:pt x="8111" y="25093"/>
                  <a:pt x="8163" y="27556"/>
                  <a:pt x="8214" y="30083"/>
                </a:cubicBezTo>
                <a:cubicBezTo>
                  <a:pt x="8214" y="30135"/>
                  <a:pt x="8266" y="30135"/>
                  <a:pt x="8266" y="30135"/>
                </a:cubicBezTo>
                <a:cubicBezTo>
                  <a:pt x="8330" y="30135"/>
                  <a:pt x="8330" y="30135"/>
                  <a:pt x="8330" y="30083"/>
                </a:cubicBezTo>
                <a:lnTo>
                  <a:pt x="8330" y="29877"/>
                </a:lnTo>
                <a:lnTo>
                  <a:pt x="8382" y="29877"/>
                </a:lnTo>
                <a:lnTo>
                  <a:pt x="8382" y="22785"/>
                </a:lnTo>
                <a:cubicBezTo>
                  <a:pt x="8433" y="25145"/>
                  <a:pt x="8485" y="27556"/>
                  <a:pt x="8536" y="29980"/>
                </a:cubicBezTo>
                <a:cubicBezTo>
                  <a:pt x="8588" y="30032"/>
                  <a:pt x="8588" y="30032"/>
                  <a:pt x="8652" y="30032"/>
                </a:cubicBezTo>
                <a:cubicBezTo>
                  <a:pt x="8652" y="30032"/>
                  <a:pt x="8704" y="30032"/>
                  <a:pt x="8704" y="29980"/>
                </a:cubicBezTo>
                <a:lnTo>
                  <a:pt x="8704" y="29555"/>
                </a:lnTo>
                <a:lnTo>
                  <a:pt x="8704" y="29490"/>
                </a:lnTo>
                <a:lnTo>
                  <a:pt x="8704" y="24281"/>
                </a:lnTo>
                <a:cubicBezTo>
                  <a:pt x="8756" y="26060"/>
                  <a:pt x="8807" y="27878"/>
                  <a:pt x="8859" y="29710"/>
                </a:cubicBezTo>
                <a:lnTo>
                  <a:pt x="8859" y="30303"/>
                </a:lnTo>
                <a:lnTo>
                  <a:pt x="8910" y="30354"/>
                </a:lnTo>
                <a:cubicBezTo>
                  <a:pt x="8975" y="30354"/>
                  <a:pt x="8975" y="30303"/>
                  <a:pt x="8975" y="30303"/>
                </a:cubicBezTo>
                <a:lnTo>
                  <a:pt x="8975" y="27827"/>
                </a:lnTo>
                <a:cubicBezTo>
                  <a:pt x="9026" y="29013"/>
                  <a:pt x="9026" y="30251"/>
                  <a:pt x="9026" y="31489"/>
                </a:cubicBezTo>
                <a:cubicBezTo>
                  <a:pt x="9026" y="31541"/>
                  <a:pt x="9078" y="31541"/>
                  <a:pt x="9078" y="31541"/>
                </a:cubicBezTo>
                <a:cubicBezTo>
                  <a:pt x="9130" y="31541"/>
                  <a:pt x="9130" y="31541"/>
                  <a:pt x="9130" y="31489"/>
                </a:cubicBezTo>
                <a:lnTo>
                  <a:pt x="9130" y="25042"/>
                </a:lnTo>
                <a:cubicBezTo>
                  <a:pt x="9181" y="27234"/>
                  <a:pt x="9233" y="29439"/>
                  <a:pt x="9233" y="31695"/>
                </a:cubicBezTo>
                <a:lnTo>
                  <a:pt x="9297" y="31747"/>
                </a:lnTo>
                <a:lnTo>
                  <a:pt x="9349" y="31747"/>
                </a:lnTo>
                <a:lnTo>
                  <a:pt x="9400" y="31695"/>
                </a:lnTo>
                <a:lnTo>
                  <a:pt x="9400" y="24926"/>
                </a:lnTo>
                <a:cubicBezTo>
                  <a:pt x="9400" y="26705"/>
                  <a:pt x="9452" y="28420"/>
                  <a:pt x="9504" y="30200"/>
                </a:cubicBezTo>
                <a:cubicBezTo>
                  <a:pt x="9504" y="30200"/>
                  <a:pt x="9504" y="30251"/>
                  <a:pt x="9555" y="30251"/>
                </a:cubicBezTo>
                <a:lnTo>
                  <a:pt x="9620" y="30200"/>
                </a:lnTo>
                <a:lnTo>
                  <a:pt x="9620" y="32559"/>
                </a:lnTo>
                <a:lnTo>
                  <a:pt x="9671" y="32611"/>
                </a:lnTo>
                <a:cubicBezTo>
                  <a:pt x="9723" y="32611"/>
                  <a:pt x="9723" y="32559"/>
                  <a:pt x="9723" y="32559"/>
                </a:cubicBezTo>
                <a:lnTo>
                  <a:pt x="9723" y="31966"/>
                </a:lnTo>
                <a:cubicBezTo>
                  <a:pt x="9774" y="31966"/>
                  <a:pt x="9774" y="31966"/>
                  <a:pt x="9774" y="31915"/>
                </a:cubicBezTo>
                <a:lnTo>
                  <a:pt x="9774" y="28742"/>
                </a:lnTo>
                <a:cubicBezTo>
                  <a:pt x="9774" y="29658"/>
                  <a:pt x="9774" y="30573"/>
                  <a:pt x="9826" y="31489"/>
                </a:cubicBezTo>
                <a:cubicBezTo>
                  <a:pt x="9826" y="31489"/>
                  <a:pt x="9826" y="31541"/>
                  <a:pt x="9877" y="31541"/>
                </a:cubicBezTo>
                <a:lnTo>
                  <a:pt x="9877" y="32340"/>
                </a:lnTo>
                <a:cubicBezTo>
                  <a:pt x="9877" y="32392"/>
                  <a:pt x="9942" y="32392"/>
                  <a:pt x="9942" y="32392"/>
                </a:cubicBezTo>
                <a:cubicBezTo>
                  <a:pt x="9994" y="32392"/>
                  <a:pt x="9994" y="32392"/>
                  <a:pt x="9994" y="32340"/>
                </a:cubicBezTo>
                <a:lnTo>
                  <a:pt x="9994" y="25738"/>
                </a:lnTo>
                <a:cubicBezTo>
                  <a:pt x="10045" y="27724"/>
                  <a:pt x="10097" y="29658"/>
                  <a:pt x="10148" y="31644"/>
                </a:cubicBezTo>
                <a:cubicBezTo>
                  <a:pt x="10148" y="31644"/>
                  <a:pt x="10148" y="31695"/>
                  <a:pt x="10200" y="31695"/>
                </a:cubicBezTo>
                <a:lnTo>
                  <a:pt x="10264" y="31644"/>
                </a:lnTo>
                <a:lnTo>
                  <a:pt x="10264" y="30780"/>
                </a:lnTo>
                <a:lnTo>
                  <a:pt x="10316" y="30728"/>
                </a:lnTo>
                <a:lnTo>
                  <a:pt x="10316" y="24010"/>
                </a:lnTo>
                <a:cubicBezTo>
                  <a:pt x="10367" y="26537"/>
                  <a:pt x="10419" y="29116"/>
                  <a:pt x="10471" y="31695"/>
                </a:cubicBezTo>
                <a:lnTo>
                  <a:pt x="10522" y="31747"/>
                </a:lnTo>
                <a:cubicBezTo>
                  <a:pt x="10587" y="31747"/>
                  <a:pt x="10587" y="31695"/>
                  <a:pt x="10587" y="31695"/>
                </a:cubicBezTo>
                <a:lnTo>
                  <a:pt x="10587" y="29336"/>
                </a:lnTo>
                <a:cubicBezTo>
                  <a:pt x="10587" y="30032"/>
                  <a:pt x="10638" y="30780"/>
                  <a:pt x="10638" y="31489"/>
                </a:cubicBezTo>
                <a:cubicBezTo>
                  <a:pt x="10638" y="31541"/>
                  <a:pt x="10638" y="31541"/>
                  <a:pt x="10690" y="31541"/>
                </a:cubicBezTo>
                <a:cubicBezTo>
                  <a:pt x="10690" y="31541"/>
                  <a:pt x="10741" y="31541"/>
                  <a:pt x="10741" y="31489"/>
                </a:cubicBezTo>
                <a:lnTo>
                  <a:pt x="10741" y="24332"/>
                </a:lnTo>
                <a:cubicBezTo>
                  <a:pt x="10793" y="26860"/>
                  <a:pt x="10845" y="29336"/>
                  <a:pt x="10909" y="31915"/>
                </a:cubicBezTo>
                <a:lnTo>
                  <a:pt x="10961" y="31966"/>
                </a:lnTo>
                <a:lnTo>
                  <a:pt x="11012" y="31966"/>
                </a:lnTo>
                <a:lnTo>
                  <a:pt x="11012" y="32778"/>
                </a:lnTo>
                <a:cubicBezTo>
                  <a:pt x="11012" y="32830"/>
                  <a:pt x="11012" y="32830"/>
                  <a:pt x="11064" y="32830"/>
                </a:cubicBezTo>
                <a:cubicBezTo>
                  <a:pt x="11064" y="32830"/>
                  <a:pt x="11115" y="32830"/>
                  <a:pt x="11115" y="32778"/>
                </a:cubicBezTo>
                <a:lnTo>
                  <a:pt x="11115" y="24397"/>
                </a:lnTo>
                <a:cubicBezTo>
                  <a:pt x="11167" y="27234"/>
                  <a:pt x="11231" y="30083"/>
                  <a:pt x="11283" y="32985"/>
                </a:cubicBezTo>
                <a:cubicBezTo>
                  <a:pt x="11335" y="33036"/>
                  <a:pt x="11335" y="33036"/>
                  <a:pt x="11386" y="33036"/>
                </a:cubicBezTo>
                <a:cubicBezTo>
                  <a:pt x="11386" y="33036"/>
                  <a:pt x="11438" y="33036"/>
                  <a:pt x="11438" y="32985"/>
                </a:cubicBezTo>
                <a:lnTo>
                  <a:pt x="11438" y="26060"/>
                </a:lnTo>
                <a:cubicBezTo>
                  <a:pt x="11438" y="28420"/>
                  <a:pt x="11489" y="30728"/>
                  <a:pt x="11554" y="33152"/>
                </a:cubicBezTo>
                <a:cubicBezTo>
                  <a:pt x="11554" y="33152"/>
                  <a:pt x="11554" y="33204"/>
                  <a:pt x="11605" y="33204"/>
                </a:cubicBezTo>
                <a:cubicBezTo>
                  <a:pt x="11657" y="33204"/>
                  <a:pt x="11657" y="33152"/>
                  <a:pt x="11657" y="33152"/>
                </a:cubicBezTo>
                <a:lnTo>
                  <a:pt x="11657" y="32933"/>
                </a:lnTo>
                <a:lnTo>
                  <a:pt x="11708" y="32985"/>
                </a:lnTo>
                <a:cubicBezTo>
                  <a:pt x="11760" y="32985"/>
                  <a:pt x="11760" y="32933"/>
                  <a:pt x="11760" y="32933"/>
                </a:cubicBezTo>
                <a:lnTo>
                  <a:pt x="11760" y="30573"/>
                </a:lnTo>
                <a:cubicBezTo>
                  <a:pt x="11760" y="31541"/>
                  <a:pt x="11812" y="32559"/>
                  <a:pt x="11812" y="33526"/>
                </a:cubicBezTo>
                <a:cubicBezTo>
                  <a:pt x="11812" y="33526"/>
                  <a:pt x="11812" y="33578"/>
                  <a:pt x="11876" y="33578"/>
                </a:cubicBezTo>
                <a:lnTo>
                  <a:pt x="11928" y="33526"/>
                </a:lnTo>
                <a:lnTo>
                  <a:pt x="11928" y="32456"/>
                </a:lnTo>
                <a:cubicBezTo>
                  <a:pt x="11928" y="32508"/>
                  <a:pt x="11928" y="32508"/>
                  <a:pt x="11979" y="32508"/>
                </a:cubicBezTo>
                <a:lnTo>
                  <a:pt x="12031" y="32456"/>
                </a:lnTo>
                <a:lnTo>
                  <a:pt x="12031" y="25841"/>
                </a:lnTo>
                <a:cubicBezTo>
                  <a:pt x="12082" y="28523"/>
                  <a:pt x="12134" y="31218"/>
                  <a:pt x="12198" y="33900"/>
                </a:cubicBezTo>
                <a:cubicBezTo>
                  <a:pt x="12198" y="33900"/>
                  <a:pt x="12198" y="33952"/>
                  <a:pt x="12250" y="33952"/>
                </a:cubicBezTo>
                <a:lnTo>
                  <a:pt x="12302" y="33900"/>
                </a:lnTo>
                <a:lnTo>
                  <a:pt x="12302" y="34119"/>
                </a:lnTo>
                <a:lnTo>
                  <a:pt x="12353" y="34171"/>
                </a:lnTo>
                <a:cubicBezTo>
                  <a:pt x="12405" y="34171"/>
                  <a:pt x="12405" y="34119"/>
                  <a:pt x="12405" y="34119"/>
                </a:cubicBezTo>
                <a:lnTo>
                  <a:pt x="12405" y="33952"/>
                </a:lnTo>
                <a:cubicBezTo>
                  <a:pt x="12405" y="33952"/>
                  <a:pt x="12456" y="33952"/>
                  <a:pt x="12456" y="33900"/>
                </a:cubicBezTo>
                <a:lnTo>
                  <a:pt x="12456" y="32830"/>
                </a:lnTo>
                <a:cubicBezTo>
                  <a:pt x="12521" y="32830"/>
                  <a:pt x="12521" y="32778"/>
                  <a:pt x="12521" y="32778"/>
                </a:cubicBezTo>
                <a:lnTo>
                  <a:pt x="12521" y="31592"/>
                </a:lnTo>
                <a:cubicBezTo>
                  <a:pt x="12521" y="31644"/>
                  <a:pt x="12572" y="31644"/>
                  <a:pt x="12572" y="31644"/>
                </a:cubicBezTo>
                <a:cubicBezTo>
                  <a:pt x="12624" y="31644"/>
                  <a:pt x="12624" y="31644"/>
                  <a:pt x="12624" y="31592"/>
                </a:cubicBezTo>
                <a:lnTo>
                  <a:pt x="12624" y="27079"/>
                </a:lnTo>
                <a:cubicBezTo>
                  <a:pt x="12676" y="28742"/>
                  <a:pt x="12676" y="30354"/>
                  <a:pt x="12727" y="32018"/>
                </a:cubicBezTo>
                <a:lnTo>
                  <a:pt x="12727" y="32069"/>
                </a:lnTo>
                <a:lnTo>
                  <a:pt x="12727" y="32392"/>
                </a:lnTo>
                <a:cubicBezTo>
                  <a:pt x="12727" y="32392"/>
                  <a:pt x="12727" y="32456"/>
                  <a:pt x="12779" y="32456"/>
                </a:cubicBezTo>
                <a:lnTo>
                  <a:pt x="12843" y="32392"/>
                </a:lnTo>
                <a:lnTo>
                  <a:pt x="12843" y="23959"/>
                </a:lnTo>
                <a:lnTo>
                  <a:pt x="12843" y="23636"/>
                </a:lnTo>
                <a:cubicBezTo>
                  <a:pt x="12895" y="26486"/>
                  <a:pt x="12946" y="29336"/>
                  <a:pt x="12998" y="32237"/>
                </a:cubicBezTo>
                <a:lnTo>
                  <a:pt x="13050" y="32288"/>
                </a:lnTo>
                <a:lnTo>
                  <a:pt x="13050" y="32778"/>
                </a:lnTo>
                <a:cubicBezTo>
                  <a:pt x="13050" y="32830"/>
                  <a:pt x="13101" y="32830"/>
                  <a:pt x="13101" y="32830"/>
                </a:cubicBezTo>
                <a:cubicBezTo>
                  <a:pt x="13166" y="32830"/>
                  <a:pt x="13166" y="32830"/>
                  <a:pt x="13166" y="32778"/>
                </a:cubicBezTo>
                <a:lnTo>
                  <a:pt x="13166" y="27505"/>
                </a:lnTo>
                <a:cubicBezTo>
                  <a:pt x="13217" y="29013"/>
                  <a:pt x="13217" y="30573"/>
                  <a:pt x="13217" y="32134"/>
                </a:cubicBezTo>
                <a:lnTo>
                  <a:pt x="13269" y="32185"/>
                </a:lnTo>
                <a:cubicBezTo>
                  <a:pt x="13320" y="32185"/>
                  <a:pt x="13320" y="32134"/>
                  <a:pt x="13320" y="32134"/>
                </a:cubicBezTo>
                <a:lnTo>
                  <a:pt x="13372" y="33578"/>
                </a:lnTo>
                <a:cubicBezTo>
                  <a:pt x="13372" y="33629"/>
                  <a:pt x="13372" y="33629"/>
                  <a:pt x="13423" y="33629"/>
                </a:cubicBezTo>
                <a:cubicBezTo>
                  <a:pt x="13423" y="33629"/>
                  <a:pt x="13488" y="33629"/>
                  <a:pt x="13488" y="33578"/>
                </a:cubicBezTo>
                <a:lnTo>
                  <a:pt x="13488" y="34171"/>
                </a:lnTo>
                <a:lnTo>
                  <a:pt x="13540" y="34223"/>
                </a:lnTo>
                <a:cubicBezTo>
                  <a:pt x="13591" y="34223"/>
                  <a:pt x="13591" y="34171"/>
                  <a:pt x="13591" y="34171"/>
                </a:cubicBezTo>
                <a:lnTo>
                  <a:pt x="13591" y="32714"/>
                </a:lnTo>
                <a:cubicBezTo>
                  <a:pt x="13643" y="32714"/>
                  <a:pt x="13643" y="32778"/>
                  <a:pt x="13643" y="32778"/>
                </a:cubicBezTo>
                <a:cubicBezTo>
                  <a:pt x="13694" y="32778"/>
                  <a:pt x="13694" y="32714"/>
                  <a:pt x="13694" y="32714"/>
                </a:cubicBezTo>
                <a:lnTo>
                  <a:pt x="13694" y="24603"/>
                </a:lnTo>
                <a:lnTo>
                  <a:pt x="13694" y="24229"/>
                </a:lnTo>
                <a:cubicBezTo>
                  <a:pt x="13746" y="27556"/>
                  <a:pt x="13810" y="30896"/>
                  <a:pt x="13913" y="34223"/>
                </a:cubicBezTo>
                <a:cubicBezTo>
                  <a:pt x="13913" y="34274"/>
                  <a:pt x="13913" y="34274"/>
                  <a:pt x="13965" y="34274"/>
                </a:cubicBezTo>
                <a:cubicBezTo>
                  <a:pt x="13965" y="34274"/>
                  <a:pt x="14017" y="34274"/>
                  <a:pt x="14017" y="34223"/>
                </a:cubicBezTo>
                <a:lnTo>
                  <a:pt x="14017" y="26267"/>
                </a:lnTo>
                <a:lnTo>
                  <a:pt x="14017" y="24397"/>
                </a:lnTo>
                <a:cubicBezTo>
                  <a:pt x="14068" y="27350"/>
                  <a:pt x="14133" y="30354"/>
                  <a:pt x="14184" y="33359"/>
                </a:cubicBezTo>
                <a:cubicBezTo>
                  <a:pt x="14184" y="33423"/>
                  <a:pt x="14236" y="33423"/>
                  <a:pt x="14236" y="33423"/>
                </a:cubicBezTo>
                <a:cubicBezTo>
                  <a:pt x="14287" y="33423"/>
                  <a:pt x="14287" y="33423"/>
                  <a:pt x="14287" y="33359"/>
                </a:cubicBezTo>
                <a:lnTo>
                  <a:pt x="14287" y="26654"/>
                </a:lnTo>
                <a:cubicBezTo>
                  <a:pt x="14339" y="28368"/>
                  <a:pt x="14339" y="30083"/>
                  <a:pt x="14391" y="31863"/>
                </a:cubicBezTo>
                <a:cubicBezTo>
                  <a:pt x="14391" y="31863"/>
                  <a:pt x="14391" y="31915"/>
                  <a:pt x="14455" y="31915"/>
                </a:cubicBezTo>
                <a:lnTo>
                  <a:pt x="14455" y="33797"/>
                </a:lnTo>
                <a:lnTo>
                  <a:pt x="14507" y="33849"/>
                </a:lnTo>
                <a:cubicBezTo>
                  <a:pt x="14558" y="33849"/>
                  <a:pt x="14558" y="33797"/>
                  <a:pt x="14558" y="33797"/>
                </a:cubicBezTo>
                <a:lnTo>
                  <a:pt x="14558" y="32069"/>
                </a:lnTo>
                <a:cubicBezTo>
                  <a:pt x="14558" y="32134"/>
                  <a:pt x="14610" y="32134"/>
                  <a:pt x="14610" y="32134"/>
                </a:cubicBezTo>
                <a:lnTo>
                  <a:pt x="14610" y="33423"/>
                </a:lnTo>
                <a:cubicBezTo>
                  <a:pt x="14610" y="33475"/>
                  <a:pt x="14610" y="33475"/>
                  <a:pt x="14661" y="33475"/>
                </a:cubicBezTo>
                <a:cubicBezTo>
                  <a:pt x="14713" y="33475"/>
                  <a:pt x="14713" y="33475"/>
                  <a:pt x="14713" y="33423"/>
                </a:cubicBezTo>
                <a:lnTo>
                  <a:pt x="14713" y="27234"/>
                </a:lnTo>
                <a:cubicBezTo>
                  <a:pt x="14713" y="29013"/>
                  <a:pt x="14777" y="30728"/>
                  <a:pt x="14777" y="32508"/>
                </a:cubicBezTo>
                <a:cubicBezTo>
                  <a:pt x="14777" y="32559"/>
                  <a:pt x="14829" y="32559"/>
                  <a:pt x="14829" y="32559"/>
                </a:cubicBezTo>
                <a:lnTo>
                  <a:pt x="14881" y="32559"/>
                </a:lnTo>
                <a:lnTo>
                  <a:pt x="14881" y="33307"/>
                </a:lnTo>
                <a:cubicBezTo>
                  <a:pt x="14881" y="33307"/>
                  <a:pt x="14881" y="33359"/>
                  <a:pt x="14932" y="33359"/>
                </a:cubicBezTo>
                <a:lnTo>
                  <a:pt x="14984" y="33307"/>
                </a:lnTo>
                <a:lnTo>
                  <a:pt x="14984" y="25944"/>
                </a:lnTo>
                <a:lnTo>
                  <a:pt x="14984" y="23533"/>
                </a:lnTo>
                <a:cubicBezTo>
                  <a:pt x="15035" y="26164"/>
                  <a:pt x="15100" y="28794"/>
                  <a:pt x="15151" y="31489"/>
                </a:cubicBezTo>
                <a:cubicBezTo>
                  <a:pt x="15151" y="31489"/>
                  <a:pt x="15151" y="31541"/>
                  <a:pt x="15203" y="31541"/>
                </a:cubicBezTo>
                <a:lnTo>
                  <a:pt x="15203" y="32288"/>
                </a:lnTo>
                <a:cubicBezTo>
                  <a:pt x="15203" y="32288"/>
                  <a:pt x="15203" y="32340"/>
                  <a:pt x="15254" y="32340"/>
                </a:cubicBezTo>
                <a:lnTo>
                  <a:pt x="15306" y="32288"/>
                </a:lnTo>
                <a:lnTo>
                  <a:pt x="15306" y="25196"/>
                </a:lnTo>
                <a:lnTo>
                  <a:pt x="15306" y="24926"/>
                </a:lnTo>
                <a:cubicBezTo>
                  <a:pt x="15306" y="27505"/>
                  <a:pt x="15358" y="30032"/>
                  <a:pt x="15422" y="32611"/>
                </a:cubicBezTo>
                <a:cubicBezTo>
                  <a:pt x="15422" y="32611"/>
                  <a:pt x="15422" y="32662"/>
                  <a:pt x="15474" y="32662"/>
                </a:cubicBezTo>
                <a:lnTo>
                  <a:pt x="15525" y="32611"/>
                </a:lnTo>
                <a:lnTo>
                  <a:pt x="15525" y="32288"/>
                </a:lnTo>
                <a:cubicBezTo>
                  <a:pt x="15577" y="32288"/>
                  <a:pt x="15577" y="32237"/>
                  <a:pt x="15577" y="32237"/>
                </a:cubicBezTo>
                <a:lnTo>
                  <a:pt x="15577" y="25416"/>
                </a:lnTo>
                <a:lnTo>
                  <a:pt x="15577" y="24822"/>
                </a:lnTo>
                <a:cubicBezTo>
                  <a:pt x="15628" y="27453"/>
                  <a:pt x="15680" y="30083"/>
                  <a:pt x="15744" y="32714"/>
                </a:cubicBezTo>
                <a:cubicBezTo>
                  <a:pt x="15744" y="32778"/>
                  <a:pt x="15744" y="32778"/>
                  <a:pt x="15796" y="32778"/>
                </a:cubicBezTo>
                <a:cubicBezTo>
                  <a:pt x="15796" y="32778"/>
                  <a:pt x="15848" y="32778"/>
                  <a:pt x="15848" y="32714"/>
                </a:cubicBezTo>
                <a:lnTo>
                  <a:pt x="15848" y="27672"/>
                </a:lnTo>
                <a:cubicBezTo>
                  <a:pt x="15848" y="29284"/>
                  <a:pt x="15848" y="30896"/>
                  <a:pt x="15899" y="32508"/>
                </a:cubicBezTo>
                <a:cubicBezTo>
                  <a:pt x="15899" y="32508"/>
                  <a:pt x="15899" y="32559"/>
                  <a:pt x="15951" y="32559"/>
                </a:cubicBezTo>
                <a:lnTo>
                  <a:pt x="16002" y="32611"/>
                </a:lnTo>
                <a:cubicBezTo>
                  <a:pt x="16067" y="32611"/>
                  <a:pt x="16067" y="32559"/>
                  <a:pt x="16067" y="32559"/>
                </a:cubicBezTo>
                <a:lnTo>
                  <a:pt x="16067" y="26911"/>
                </a:lnTo>
                <a:cubicBezTo>
                  <a:pt x="16118" y="29065"/>
                  <a:pt x="16118" y="31218"/>
                  <a:pt x="16170" y="33423"/>
                </a:cubicBezTo>
                <a:cubicBezTo>
                  <a:pt x="16170" y="33423"/>
                  <a:pt x="16170" y="33475"/>
                  <a:pt x="16222" y="33475"/>
                </a:cubicBezTo>
                <a:lnTo>
                  <a:pt x="16273" y="33423"/>
                </a:lnTo>
                <a:lnTo>
                  <a:pt x="16273" y="27401"/>
                </a:lnTo>
                <a:lnTo>
                  <a:pt x="16273" y="21599"/>
                </a:lnTo>
                <a:cubicBezTo>
                  <a:pt x="16325" y="24655"/>
                  <a:pt x="16389" y="27775"/>
                  <a:pt x="16441" y="30896"/>
                </a:cubicBezTo>
                <a:cubicBezTo>
                  <a:pt x="16441" y="30947"/>
                  <a:pt x="16492" y="30947"/>
                  <a:pt x="16544" y="30947"/>
                </a:cubicBezTo>
                <a:cubicBezTo>
                  <a:pt x="16544" y="30947"/>
                  <a:pt x="16596" y="30947"/>
                  <a:pt x="16596" y="30896"/>
                </a:cubicBezTo>
                <a:lnTo>
                  <a:pt x="16596" y="31102"/>
                </a:lnTo>
                <a:cubicBezTo>
                  <a:pt x="16596" y="31167"/>
                  <a:pt x="16647" y="31167"/>
                  <a:pt x="16647" y="31167"/>
                </a:cubicBezTo>
                <a:cubicBezTo>
                  <a:pt x="16712" y="31167"/>
                  <a:pt x="16712" y="31167"/>
                  <a:pt x="16712" y="31102"/>
                </a:cubicBezTo>
                <a:lnTo>
                  <a:pt x="16712" y="28046"/>
                </a:lnTo>
                <a:cubicBezTo>
                  <a:pt x="16712" y="28794"/>
                  <a:pt x="16763" y="29555"/>
                  <a:pt x="16763" y="30303"/>
                </a:cubicBezTo>
                <a:cubicBezTo>
                  <a:pt x="16763" y="30354"/>
                  <a:pt x="16763" y="30354"/>
                  <a:pt x="16815" y="30354"/>
                </a:cubicBezTo>
                <a:cubicBezTo>
                  <a:pt x="16815" y="30354"/>
                  <a:pt x="16866" y="30354"/>
                  <a:pt x="16866" y="30303"/>
                </a:cubicBezTo>
                <a:lnTo>
                  <a:pt x="16866" y="27234"/>
                </a:lnTo>
                <a:lnTo>
                  <a:pt x="16918" y="32933"/>
                </a:lnTo>
                <a:cubicBezTo>
                  <a:pt x="16918" y="32933"/>
                  <a:pt x="16918" y="32985"/>
                  <a:pt x="16969" y="32985"/>
                </a:cubicBezTo>
                <a:lnTo>
                  <a:pt x="17034" y="32933"/>
                </a:lnTo>
                <a:lnTo>
                  <a:pt x="17034" y="32714"/>
                </a:lnTo>
                <a:lnTo>
                  <a:pt x="17034" y="27621"/>
                </a:lnTo>
                <a:lnTo>
                  <a:pt x="17034" y="24010"/>
                </a:lnTo>
                <a:cubicBezTo>
                  <a:pt x="17034" y="26383"/>
                  <a:pt x="17086" y="28794"/>
                  <a:pt x="17086" y="31218"/>
                </a:cubicBezTo>
                <a:cubicBezTo>
                  <a:pt x="17086" y="31270"/>
                  <a:pt x="17137" y="31270"/>
                  <a:pt x="17137" y="31270"/>
                </a:cubicBezTo>
                <a:cubicBezTo>
                  <a:pt x="17189" y="31270"/>
                  <a:pt x="17189" y="31270"/>
                  <a:pt x="17189" y="31218"/>
                </a:cubicBezTo>
                <a:lnTo>
                  <a:pt x="17189" y="26383"/>
                </a:lnTo>
                <a:lnTo>
                  <a:pt x="17189" y="20361"/>
                </a:lnTo>
                <a:cubicBezTo>
                  <a:pt x="17240" y="23688"/>
                  <a:pt x="17292" y="27079"/>
                  <a:pt x="17356" y="30522"/>
                </a:cubicBezTo>
                <a:lnTo>
                  <a:pt x="17408" y="30573"/>
                </a:lnTo>
                <a:cubicBezTo>
                  <a:pt x="17459" y="30573"/>
                  <a:pt x="17459" y="30522"/>
                  <a:pt x="17459" y="30522"/>
                </a:cubicBezTo>
                <a:lnTo>
                  <a:pt x="17459" y="27298"/>
                </a:lnTo>
                <a:cubicBezTo>
                  <a:pt x="17511" y="28639"/>
                  <a:pt x="17511" y="29980"/>
                  <a:pt x="17511" y="31373"/>
                </a:cubicBezTo>
                <a:lnTo>
                  <a:pt x="17563" y="31425"/>
                </a:lnTo>
                <a:cubicBezTo>
                  <a:pt x="17614" y="31425"/>
                  <a:pt x="17614" y="31373"/>
                  <a:pt x="17614" y="31373"/>
                </a:cubicBezTo>
                <a:lnTo>
                  <a:pt x="17614" y="31167"/>
                </a:lnTo>
                <a:cubicBezTo>
                  <a:pt x="17679" y="31167"/>
                  <a:pt x="17679" y="31167"/>
                  <a:pt x="17679" y="31102"/>
                </a:cubicBezTo>
                <a:lnTo>
                  <a:pt x="17679" y="29013"/>
                </a:lnTo>
                <a:cubicBezTo>
                  <a:pt x="17679" y="29013"/>
                  <a:pt x="17679" y="29065"/>
                  <a:pt x="17730" y="29065"/>
                </a:cubicBezTo>
                <a:lnTo>
                  <a:pt x="17782" y="29013"/>
                </a:lnTo>
                <a:lnTo>
                  <a:pt x="17782" y="29555"/>
                </a:lnTo>
                <a:lnTo>
                  <a:pt x="17833" y="29606"/>
                </a:lnTo>
                <a:cubicBezTo>
                  <a:pt x="17885" y="29606"/>
                  <a:pt x="17885" y="29555"/>
                  <a:pt x="17885" y="29555"/>
                </a:cubicBezTo>
                <a:lnTo>
                  <a:pt x="17885" y="25622"/>
                </a:lnTo>
                <a:lnTo>
                  <a:pt x="17885" y="19716"/>
                </a:lnTo>
                <a:cubicBezTo>
                  <a:pt x="18001" y="23365"/>
                  <a:pt x="18053" y="27027"/>
                  <a:pt x="18104" y="30728"/>
                </a:cubicBezTo>
                <a:lnTo>
                  <a:pt x="18156" y="30780"/>
                </a:lnTo>
                <a:cubicBezTo>
                  <a:pt x="18207" y="30780"/>
                  <a:pt x="18207" y="30728"/>
                  <a:pt x="18207" y="30728"/>
                </a:cubicBezTo>
                <a:lnTo>
                  <a:pt x="18207" y="30947"/>
                </a:lnTo>
                <a:cubicBezTo>
                  <a:pt x="18207" y="30999"/>
                  <a:pt x="18259" y="30999"/>
                  <a:pt x="18259" y="30999"/>
                </a:cubicBezTo>
                <a:cubicBezTo>
                  <a:pt x="18323" y="30999"/>
                  <a:pt x="18323" y="30999"/>
                  <a:pt x="18323" y="30947"/>
                </a:cubicBezTo>
                <a:lnTo>
                  <a:pt x="18323" y="29439"/>
                </a:lnTo>
                <a:lnTo>
                  <a:pt x="18375" y="29439"/>
                </a:lnTo>
                <a:cubicBezTo>
                  <a:pt x="18375" y="29439"/>
                  <a:pt x="18427" y="29439"/>
                  <a:pt x="18427" y="29387"/>
                </a:cubicBezTo>
                <a:lnTo>
                  <a:pt x="18427" y="26164"/>
                </a:lnTo>
                <a:lnTo>
                  <a:pt x="18427" y="17834"/>
                </a:lnTo>
                <a:cubicBezTo>
                  <a:pt x="18478" y="21496"/>
                  <a:pt x="18530" y="25145"/>
                  <a:pt x="18581" y="28794"/>
                </a:cubicBezTo>
                <a:cubicBezTo>
                  <a:pt x="18646" y="28846"/>
                  <a:pt x="18646" y="28846"/>
                  <a:pt x="18697" y="28846"/>
                </a:cubicBezTo>
                <a:cubicBezTo>
                  <a:pt x="18697" y="28846"/>
                  <a:pt x="18749" y="28846"/>
                  <a:pt x="18749" y="28794"/>
                </a:cubicBezTo>
                <a:lnTo>
                  <a:pt x="18749" y="26060"/>
                </a:lnTo>
                <a:lnTo>
                  <a:pt x="18749" y="22669"/>
                </a:lnTo>
                <a:lnTo>
                  <a:pt x="18800" y="28742"/>
                </a:lnTo>
                <a:cubicBezTo>
                  <a:pt x="18800" y="28742"/>
                  <a:pt x="18800" y="28794"/>
                  <a:pt x="18852" y="28794"/>
                </a:cubicBezTo>
                <a:lnTo>
                  <a:pt x="18904" y="28742"/>
                </a:lnTo>
                <a:lnTo>
                  <a:pt x="18904" y="28794"/>
                </a:lnTo>
                <a:lnTo>
                  <a:pt x="18968" y="28846"/>
                </a:lnTo>
                <a:lnTo>
                  <a:pt x="18968" y="29813"/>
                </a:lnTo>
                <a:cubicBezTo>
                  <a:pt x="18968" y="29877"/>
                  <a:pt x="19020" y="29877"/>
                  <a:pt x="19020" y="29877"/>
                </a:cubicBezTo>
                <a:cubicBezTo>
                  <a:pt x="19071" y="29877"/>
                  <a:pt x="19071" y="29877"/>
                  <a:pt x="19071" y="29813"/>
                </a:cubicBezTo>
                <a:lnTo>
                  <a:pt x="19071" y="27621"/>
                </a:lnTo>
                <a:lnTo>
                  <a:pt x="19071" y="18208"/>
                </a:lnTo>
                <a:cubicBezTo>
                  <a:pt x="19123" y="21006"/>
                  <a:pt x="19174" y="23804"/>
                  <a:pt x="19174" y="26589"/>
                </a:cubicBezTo>
                <a:cubicBezTo>
                  <a:pt x="19174" y="26654"/>
                  <a:pt x="19226" y="26654"/>
                  <a:pt x="19226" y="26654"/>
                </a:cubicBezTo>
                <a:cubicBezTo>
                  <a:pt x="19290" y="26654"/>
                  <a:pt x="19290" y="26654"/>
                  <a:pt x="19290" y="26589"/>
                </a:cubicBezTo>
                <a:lnTo>
                  <a:pt x="19290" y="24719"/>
                </a:lnTo>
                <a:lnTo>
                  <a:pt x="19290" y="19239"/>
                </a:lnTo>
                <a:cubicBezTo>
                  <a:pt x="19342" y="22463"/>
                  <a:pt x="19394" y="25738"/>
                  <a:pt x="19394" y="29013"/>
                </a:cubicBezTo>
                <a:cubicBezTo>
                  <a:pt x="19394" y="29065"/>
                  <a:pt x="19445" y="29065"/>
                  <a:pt x="19445" y="29065"/>
                </a:cubicBezTo>
                <a:cubicBezTo>
                  <a:pt x="19497" y="29065"/>
                  <a:pt x="19497" y="29065"/>
                  <a:pt x="19497" y="29013"/>
                </a:cubicBezTo>
                <a:lnTo>
                  <a:pt x="19497" y="27621"/>
                </a:lnTo>
                <a:cubicBezTo>
                  <a:pt x="19548" y="27621"/>
                  <a:pt x="19548" y="27621"/>
                  <a:pt x="19548" y="27556"/>
                </a:cubicBezTo>
                <a:lnTo>
                  <a:pt x="19548" y="27350"/>
                </a:lnTo>
                <a:cubicBezTo>
                  <a:pt x="19548" y="27401"/>
                  <a:pt x="19548" y="27401"/>
                  <a:pt x="19613" y="27401"/>
                </a:cubicBezTo>
                <a:cubicBezTo>
                  <a:pt x="19613" y="27401"/>
                  <a:pt x="19664" y="27401"/>
                  <a:pt x="19664" y="27350"/>
                </a:cubicBezTo>
                <a:lnTo>
                  <a:pt x="19664" y="26060"/>
                </a:lnTo>
                <a:lnTo>
                  <a:pt x="19664" y="15306"/>
                </a:lnTo>
                <a:cubicBezTo>
                  <a:pt x="19716" y="18917"/>
                  <a:pt x="19768" y="22463"/>
                  <a:pt x="19819" y="26112"/>
                </a:cubicBezTo>
                <a:cubicBezTo>
                  <a:pt x="19819" y="26112"/>
                  <a:pt x="19819" y="26164"/>
                  <a:pt x="19871" y="26164"/>
                </a:cubicBezTo>
                <a:lnTo>
                  <a:pt x="19935" y="26112"/>
                </a:lnTo>
                <a:lnTo>
                  <a:pt x="19935" y="27878"/>
                </a:lnTo>
                <a:cubicBezTo>
                  <a:pt x="19935" y="27943"/>
                  <a:pt x="19935" y="27943"/>
                  <a:pt x="19987" y="27943"/>
                </a:cubicBezTo>
                <a:cubicBezTo>
                  <a:pt x="20038" y="27943"/>
                  <a:pt x="20038" y="27943"/>
                  <a:pt x="20038" y="27878"/>
                </a:cubicBezTo>
                <a:lnTo>
                  <a:pt x="20038" y="27724"/>
                </a:lnTo>
                <a:lnTo>
                  <a:pt x="20038" y="27672"/>
                </a:lnTo>
                <a:lnTo>
                  <a:pt x="20038" y="27131"/>
                </a:lnTo>
                <a:lnTo>
                  <a:pt x="20090" y="27131"/>
                </a:lnTo>
                <a:lnTo>
                  <a:pt x="20090" y="25519"/>
                </a:lnTo>
                <a:lnTo>
                  <a:pt x="20142" y="25570"/>
                </a:lnTo>
                <a:cubicBezTo>
                  <a:pt x="20193" y="25570"/>
                  <a:pt x="20193" y="25519"/>
                  <a:pt x="20193" y="25519"/>
                </a:cubicBezTo>
                <a:lnTo>
                  <a:pt x="20193" y="25248"/>
                </a:lnTo>
                <a:lnTo>
                  <a:pt x="20193" y="21702"/>
                </a:lnTo>
                <a:lnTo>
                  <a:pt x="20258" y="23804"/>
                </a:lnTo>
                <a:lnTo>
                  <a:pt x="20258" y="26383"/>
                </a:lnTo>
                <a:lnTo>
                  <a:pt x="20258" y="26486"/>
                </a:lnTo>
                <a:lnTo>
                  <a:pt x="20258" y="27298"/>
                </a:lnTo>
                <a:lnTo>
                  <a:pt x="20258" y="27453"/>
                </a:lnTo>
                <a:lnTo>
                  <a:pt x="20309" y="27505"/>
                </a:lnTo>
                <a:cubicBezTo>
                  <a:pt x="20361" y="27505"/>
                  <a:pt x="20361" y="27453"/>
                  <a:pt x="20361" y="27453"/>
                </a:cubicBezTo>
                <a:lnTo>
                  <a:pt x="20361" y="23107"/>
                </a:lnTo>
                <a:lnTo>
                  <a:pt x="20412" y="27827"/>
                </a:lnTo>
                <a:cubicBezTo>
                  <a:pt x="20412" y="27827"/>
                  <a:pt x="20412" y="27878"/>
                  <a:pt x="20464" y="27878"/>
                </a:cubicBezTo>
                <a:lnTo>
                  <a:pt x="20515" y="27827"/>
                </a:lnTo>
                <a:lnTo>
                  <a:pt x="20515" y="27556"/>
                </a:lnTo>
                <a:lnTo>
                  <a:pt x="20515" y="21431"/>
                </a:lnTo>
                <a:cubicBezTo>
                  <a:pt x="20515" y="22991"/>
                  <a:pt x="20515" y="24500"/>
                  <a:pt x="20580" y="26060"/>
                </a:cubicBezTo>
                <a:cubicBezTo>
                  <a:pt x="20580" y="26112"/>
                  <a:pt x="20580" y="26112"/>
                  <a:pt x="20632" y="26112"/>
                </a:cubicBezTo>
                <a:lnTo>
                  <a:pt x="20683" y="26060"/>
                </a:lnTo>
                <a:lnTo>
                  <a:pt x="20683" y="25944"/>
                </a:lnTo>
                <a:lnTo>
                  <a:pt x="20735" y="26009"/>
                </a:lnTo>
                <a:cubicBezTo>
                  <a:pt x="20786" y="26009"/>
                  <a:pt x="20786" y="25944"/>
                  <a:pt x="20786" y="25944"/>
                </a:cubicBezTo>
                <a:lnTo>
                  <a:pt x="20786" y="25145"/>
                </a:lnTo>
                <a:lnTo>
                  <a:pt x="20786" y="16338"/>
                </a:lnTo>
                <a:cubicBezTo>
                  <a:pt x="20838" y="20039"/>
                  <a:pt x="20902" y="23688"/>
                  <a:pt x="20954" y="27350"/>
                </a:cubicBezTo>
                <a:lnTo>
                  <a:pt x="21005" y="27401"/>
                </a:lnTo>
                <a:cubicBezTo>
                  <a:pt x="21057" y="27401"/>
                  <a:pt x="21057" y="27350"/>
                  <a:pt x="21057" y="27350"/>
                </a:cubicBezTo>
                <a:lnTo>
                  <a:pt x="21057" y="26060"/>
                </a:lnTo>
                <a:lnTo>
                  <a:pt x="21057" y="24822"/>
                </a:lnTo>
                <a:lnTo>
                  <a:pt x="21109" y="24822"/>
                </a:lnTo>
                <a:lnTo>
                  <a:pt x="21109" y="26705"/>
                </a:lnTo>
                <a:cubicBezTo>
                  <a:pt x="21109" y="26757"/>
                  <a:pt x="21109" y="26757"/>
                  <a:pt x="21160" y="26757"/>
                </a:cubicBezTo>
                <a:cubicBezTo>
                  <a:pt x="21160" y="26757"/>
                  <a:pt x="21225" y="26757"/>
                  <a:pt x="21225" y="26705"/>
                </a:cubicBezTo>
                <a:lnTo>
                  <a:pt x="21225" y="25248"/>
                </a:lnTo>
                <a:lnTo>
                  <a:pt x="21225" y="16389"/>
                </a:lnTo>
                <a:cubicBezTo>
                  <a:pt x="21225" y="19716"/>
                  <a:pt x="21276" y="23043"/>
                  <a:pt x="21328" y="26331"/>
                </a:cubicBezTo>
                <a:cubicBezTo>
                  <a:pt x="21328" y="26383"/>
                  <a:pt x="21328" y="26383"/>
                  <a:pt x="21379" y="26383"/>
                </a:cubicBezTo>
                <a:cubicBezTo>
                  <a:pt x="21379" y="26383"/>
                  <a:pt x="21431" y="26383"/>
                  <a:pt x="21431" y="26331"/>
                </a:cubicBezTo>
                <a:lnTo>
                  <a:pt x="21431" y="24449"/>
                </a:lnTo>
                <a:lnTo>
                  <a:pt x="21431" y="17563"/>
                </a:lnTo>
                <a:cubicBezTo>
                  <a:pt x="21431" y="20413"/>
                  <a:pt x="21483" y="23262"/>
                  <a:pt x="21547" y="26112"/>
                </a:cubicBezTo>
                <a:lnTo>
                  <a:pt x="21599" y="26164"/>
                </a:lnTo>
                <a:cubicBezTo>
                  <a:pt x="21650" y="26164"/>
                  <a:pt x="21650" y="26112"/>
                  <a:pt x="21650" y="26112"/>
                </a:cubicBezTo>
                <a:lnTo>
                  <a:pt x="21650" y="23855"/>
                </a:lnTo>
                <a:lnTo>
                  <a:pt x="21650" y="23752"/>
                </a:lnTo>
                <a:cubicBezTo>
                  <a:pt x="21702" y="23752"/>
                  <a:pt x="21702" y="23688"/>
                  <a:pt x="21702" y="23688"/>
                </a:cubicBezTo>
                <a:lnTo>
                  <a:pt x="21702" y="24977"/>
                </a:lnTo>
                <a:cubicBezTo>
                  <a:pt x="21702" y="25042"/>
                  <a:pt x="21753" y="25042"/>
                  <a:pt x="21753" y="25042"/>
                </a:cubicBezTo>
                <a:cubicBezTo>
                  <a:pt x="21805" y="25042"/>
                  <a:pt x="21805" y="25042"/>
                  <a:pt x="21805" y="24977"/>
                </a:cubicBezTo>
                <a:lnTo>
                  <a:pt x="21805" y="22463"/>
                </a:lnTo>
                <a:lnTo>
                  <a:pt x="21805" y="19561"/>
                </a:lnTo>
                <a:cubicBezTo>
                  <a:pt x="21869" y="21599"/>
                  <a:pt x="21869" y="23636"/>
                  <a:pt x="21921" y="25686"/>
                </a:cubicBezTo>
                <a:cubicBezTo>
                  <a:pt x="21921" y="25738"/>
                  <a:pt x="21921" y="25738"/>
                  <a:pt x="21973" y="25738"/>
                </a:cubicBezTo>
                <a:lnTo>
                  <a:pt x="22024" y="25686"/>
                </a:lnTo>
                <a:lnTo>
                  <a:pt x="22024" y="22888"/>
                </a:lnTo>
                <a:lnTo>
                  <a:pt x="22024" y="14726"/>
                </a:lnTo>
                <a:cubicBezTo>
                  <a:pt x="22076" y="18427"/>
                  <a:pt x="22127" y="22192"/>
                  <a:pt x="22192" y="25893"/>
                </a:cubicBezTo>
                <a:lnTo>
                  <a:pt x="22243" y="25944"/>
                </a:lnTo>
                <a:cubicBezTo>
                  <a:pt x="22295" y="25944"/>
                  <a:pt x="22295" y="25893"/>
                  <a:pt x="22295" y="25893"/>
                </a:cubicBezTo>
                <a:lnTo>
                  <a:pt x="22295" y="23959"/>
                </a:lnTo>
                <a:lnTo>
                  <a:pt x="22346" y="23959"/>
                </a:lnTo>
                <a:cubicBezTo>
                  <a:pt x="22346" y="23959"/>
                  <a:pt x="22398" y="23959"/>
                  <a:pt x="22398" y="23907"/>
                </a:cubicBezTo>
                <a:lnTo>
                  <a:pt x="22398" y="23314"/>
                </a:lnTo>
                <a:cubicBezTo>
                  <a:pt x="22398" y="23314"/>
                  <a:pt x="22398" y="23365"/>
                  <a:pt x="22450" y="23365"/>
                </a:cubicBezTo>
                <a:lnTo>
                  <a:pt x="22514" y="23314"/>
                </a:lnTo>
                <a:lnTo>
                  <a:pt x="22514" y="19819"/>
                </a:lnTo>
                <a:lnTo>
                  <a:pt x="22514" y="13050"/>
                </a:lnTo>
                <a:cubicBezTo>
                  <a:pt x="22566" y="16815"/>
                  <a:pt x="22617" y="20580"/>
                  <a:pt x="22720" y="24281"/>
                </a:cubicBezTo>
                <a:cubicBezTo>
                  <a:pt x="22720" y="24332"/>
                  <a:pt x="22720" y="24332"/>
                  <a:pt x="22772" y="24332"/>
                </a:cubicBezTo>
                <a:cubicBezTo>
                  <a:pt x="22772" y="24332"/>
                  <a:pt x="22836" y="24332"/>
                  <a:pt x="22836" y="24281"/>
                </a:cubicBezTo>
                <a:lnTo>
                  <a:pt x="22836" y="25738"/>
                </a:lnTo>
                <a:cubicBezTo>
                  <a:pt x="22836" y="25790"/>
                  <a:pt x="22888" y="25790"/>
                  <a:pt x="22888" y="25790"/>
                </a:cubicBezTo>
                <a:cubicBezTo>
                  <a:pt x="22940" y="25790"/>
                  <a:pt x="22940" y="25790"/>
                  <a:pt x="22940" y="25738"/>
                </a:cubicBezTo>
                <a:lnTo>
                  <a:pt x="22940" y="25145"/>
                </a:lnTo>
                <a:cubicBezTo>
                  <a:pt x="22940" y="25196"/>
                  <a:pt x="22991" y="25196"/>
                  <a:pt x="22991" y="25196"/>
                </a:cubicBezTo>
                <a:cubicBezTo>
                  <a:pt x="23043" y="25196"/>
                  <a:pt x="23043" y="25196"/>
                  <a:pt x="23043" y="25145"/>
                </a:cubicBezTo>
                <a:lnTo>
                  <a:pt x="23043" y="24719"/>
                </a:lnTo>
                <a:cubicBezTo>
                  <a:pt x="23094" y="24719"/>
                  <a:pt x="23094" y="24719"/>
                  <a:pt x="23094" y="24655"/>
                </a:cubicBezTo>
                <a:lnTo>
                  <a:pt x="23094" y="20361"/>
                </a:lnTo>
                <a:lnTo>
                  <a:pt x="23094" y="19987"/>
                </a:lnTo>
                <a:cubicBezTo>
                  <a:pt x="23094" y="21328"/>
                  <a:pt x="23094" y="22669"/>
                  <a:pt x="23159" y="24010"/>
                </a:cubicBezTo>
                <a:cubicBezTo>
                  <a:pt x="23159" y="24010"/>
                  <a:pt x="23159" y="24075"/>
                  <a:pt x="23210" y="24075"/>
                </a:cubicBezTo>
                <a:lnTo>
                  <a:pt x="23262" y="24010"/>
                </a:lnTo>
                <a:lnTo>
                  <a:pt x="23262" y="19497"/>
                </a:lnTo>
                <a:lnTo>
                  <a:pt x="23262" y="14881"/>
                </a:lnTo>
                <a:cubicBezTo>
                  <a:pt x="23314" y="18324"/>
                  <a:pt x="23365" y="21754"/>
                  <a:pt x="23417" y="25196"/>
                </a:cubicBezTo>
                <a:cubicBezTo>
                  <a:pt x="23417" y="25196"/>
                  <a:pt x="23417" y="25248"/>
                  <a:pt x="23481" y="25248"/>
                </a:cubicBezTo>
                <a:lnTo>
                  <a:pt x="23533" y="25196"/>
                </a:lnTo>
                <a:lnTo>
                  <a:pt x="23533" y="20309"/>
                </a:lnTo>
                <a:lnTo>
                  <a:pt x="23533" y="18272"/>
                </a:lnTo>
                <a:cubicBezTo>
                  <a:pt x="23533" y="20683"/>
                  <a:pt x="23584" y="23107"/>
                  <a:pt x="23584" y="25519"/>
                </a:cubicBezTo>
                <a:cubicBezTo>
                  <a:pt x="23584" y="25570"/>
                  <a:pt x="23636" y="25570"/>
                  <a:pt x="23636" y="25570"/>
                </a:cubicBezTo>
                <a:cubicBezTo>
                  <a:pt x="23688" y="25570"/>
                  <a:pt x="23688" y="25570"/>
                  <a:pt x="23688" y="25519"/>
                </a:cubicBezTo>
                <a:lnTo>
                  <a:pt x="23688" y="24552"/>
                </a:lnTo>
                <a:lnTo>
                  <a:pt x="23688" y="19445"/>
                </a:lnTo>
                <a:lnTo>
                  <a:pt x="23688" y="18427"/>
                </a:lnTo>
                <a:cubicBezTo>
                  <a:pt x="23739" y="20309"/>
                  <a:pt x="23739" y="22192"/>
                  <a:pt x="23739" y="24075"/>
                </a:cubicBezTo>
                <a:lnTo>
                  <a:pt x="23804" y="24126"/>
                </a:lnTo>
                <a:cubicBezTo>
                  <a:pt x="23855" y="24126"/>
                  <a:pt x="23855" y="24075"/>
                  <a:pt x="23855" y="24075"/>
                </a:cubicBezTo>
                <a:lnTo>
                  <a:pt x="23855" y="20413"/>
                </a:lnTo>
                <a:lnTo>
                  <a:pt x="23907" y="22669"/>
                </a:lnTo>
                <a:cubicBezTo>
                  <a:pt x="23907" y="22721"/>
                  <a:pt x="23907" y="22721"/>
                  <a:pt x="23958" y="22721"/>
                </a:cubicBezTo>
                <a:cubicBezTo>
                  <a:pt x="23958" y="22721"/>
                  <a:pt x="24010" y="22721"/>
                  <a:pt x="24010" y="22669"/>
                </a:cubicBezTo>
                <a:lnTo>
                  <a:pt x="24010" y="22514"/>
                </a:lnTo>
                <a:lnTo>
                  <a:pt x="24061" y="24281"/>
                </a:lnTo>
                <a:cubicBezTo>
                  <a:pt x="24061" y="24332"/>
                  <a:pt x="24061" y="24332"/>
                  <a:pt x="24126" y="24332"/>
                </a:cubicBezTo>
                <a:cubicBezTo>
                  <a:pt x="24126" y="24332"/>
                  <a:pt x="24177" y="24332"/>
                  <a:pt x="24177" y="24281"/>
                </a:cubicBezTo>
                <a:lnTo>
                  <a:pt x="24177" y="18646"/>
                </a:lnTo>
                <a:lnTo>
                  <a:pt x="24177" y="14507"/>
                </a:lnTo>
                <a:cubicBezTo>
                  <a:pt x="24229" y="17679"/>
                  <a:pt x="24281" y="20851"/>
                  <a:pt x="24332" y="24010"/>
                </a:cubicBezTo>
                <a:lnTo>
                  <a:pt x="24384" y="24075"/>
                </a:lnTo>
                <a:cubicBezTo>
                  <a:pt x="24448" y="24075"/>
                  <a:pt x="24448" y="24010"/>
                  <a:pt x="24448" y="24010"/>
                </a:cubicBezTo>
                <a:lnTo>
                  <a:pt x="24448" y="18001"/>
                </a:lnTo>
                <a:lnTo>
                  <a:pt x="24448" y="16015"/>
                </a:lnTo>
                <a:cubicBezTo>
                  <a:pt x="24500" y="18156"/>
                  <a:pt x="24500" y="20309"/>
                  <a:pt x="24551" y="22463"/>
                </a:cubicBezTo>
                <a:cubicBezTo>
                  <a:pt x="24551" y="22514"/>
                  <a:pt x="24551" y="22514"/>
                  <a:pt x="24603" y="22514"/>
                </a:cubicBezTo>
                <a:lnTo>
                  <a:pt x="24603" y="24719"/>
                </a:lnTo>
                <a:lnTo>
                  <a:pt x="24655" y="24771"/>
                </a:lnTo>
                <a:cubicBezTo>
                  <a:pt x="24706" y="24771"/>
                  <a:pt x="24706" y="24719"/>
                  <a:pt x="24706" y="24719"/>
                </a:cubicBezTo>
                <a:lnTo>
                  <a:pt x="24706" y="18375"/>
                </a:lnTo>
                <a:lnTo>
                  <a:pt x="24706" y="17950"/>
                </a:lnTo>
                <a:cubicBezTo>
                  <a:pt x="24771" y="19561"/>
                  <a:pt x="24771" y="21173"/>
                  <a:pt x="24771" y="22785"/>
                </a:cubicBezTo>
                <a:lnTo>
                  <a:pt x="24822" y="22837"/>
                </a:lnTo>
                <a:cubicBezTo>
                  <a:pt x="24874" y="22837"/>
                  <a:pt x="24874" y="22785"/>
                  <a:pt x="24874" y="22785"/>
                </a:cubicBezTo>
                <a:lnTo>
                  <a:pt x="24874" y="16222"/>
                </a:lnTo>
                <a:lnTo>
                  <a:pt x="24874" y="14778"/>
                </a:lnTo>
                <a:cubicBezTo>
                  <a:pt x="24925" y="17460"/>
                  <a:pt x="24977" y="20090"/>
                  <a:pt x="25029" y="22721"/>
                </a:cubicBezTo>
                <a:cubicBezTo>
                  <a:pt x="25029" y="22785"/>
                  <a:pt x="25029" y="22785"/>
                  <a:pt x="25093" y="22785"/>
                </a:cubicBezTo>
                <a:cubicBezTo>
                  <a:pt x="25093" y="22785"/>
                  <a:pt x="25145" y="22785"/>
                  <a:pt x="25145" y="22721"/>
                </a:cubicBezTo>
                <a:lnTo>
                  <a:pt x="25145" y="22514"/>
                </a:lnTo>
                <a:cubicBezTo>
                  <a:pt x="25196" y="22514"/>
                  <a:pt x="25196" y="22463"/>
                  <a:pt x="25196" y="22463"/>
                </a:cubicBezTo>
                <a:lnTo>
                  <a:pt x="25196" y="16983"/>
                </a:lnTo>
                <a:cubicBezTo>
                  <a:pt x="25248" y="19561"/>
                  <a:pt x="25299" y="22140"/>
                  <a:pt x="25299" y="24719"/>
                </a:cubicBezTo>
                <a:cubicBezTo>
                  <a:pt x="25299" y="24771"/>
                  <a:pt x="25351" y="24771"/>
                  <a:pt x="25351" y="24771"/>
                </a:cubicBezTo>
                <a:cubicBezTo>
                  <a:pt x="25415" y="24771"/>
                  <a:pt x="25415" y="24771"/>
                  <a:pt x="25415" y="24719"/>
                </a:cubicBezTo>
                <a:cubicBezTo>
                  <a:pt x="25467" y="24719"/>
                  <a:pt x="25467" y="24719"/>
                  <a:pt x="25467" y="24655"/>
                </a:cubicBezTo>
                <a:lnTo>
                  <a:pt x="25467" y="17511"/>
                </a:lnTo>
                <a:lnTo>
                  <a:pt x="25467" y="16119"/>
                </a:lnTo>
                <a:cubicBezTo>
                  <a:pt x="25519" y="18801"/>
                  <a:pt x="25570" y="21496"/>
                  <a:pt x="25622" y="24126"/>
                </a:cubicBezTo>
                <a:lnTo>
                  <a:pt x="25673" y="24178"/>
                </a:lnTo>
                <a:cubicBezTo>
                  <a:pt x="25738" y="24178"/>
                  <a:pt x="25738" y="24126"/>
                  <a:pt x="25738" y="24126"/>
                </a:cubicBezTo>
                <a:lnTo>
                  <a:pt x="25738" y="23636"/>
                </a:lnTo>
                <a:lnTo>
                  <a:pt x="25789" y="23636"/>
                </a:lnTo>
                <a:lnTo>
                  <a:pt x="25841" y="23585"/>
                </a:lnTo>
                <a:lnTo>
                  <a:pt x="25841" y="23430"/>
                </a:lnTo>
                <a:lnTo>
                  <a:pt x="25841" y="23365"/>
                </a:lnTo>
                <a:lnTo>
                  <a:pt x="25841" y="19561"/>
                </a:lnTo>
                <a:cubicBezTo>
                  <a:pt x="25841" y="21328"/>
                  <a:pt x="25892" y="23107"/>
                  <a:pt x="25892" y="24822"/>
                </a:cubicBezTo>
                <a:cubicBezTo>
                  <a:pt x="25892" y="24874"/>
                  <a:pt x="25892" y="24874"/>
                  <a:pt x="25944" y="24874"/>
                </a:cubicBezTo>
                <a:cubicBezTo>
                  <a:pt x="25996" y="24874"/>
                  <a:pt x="25996" y="24874"/>
                  <a:pt x="25996" y="24822"/>
                </a:cubicBezTo>
                <a:lnTo>
                  <a:pt x="25996" y="24010"/>
                </a:lnTo>
                <a:lnTo>
                  <a:pt x="26060" y="24010"/>
                </a:lnTo>
                <a:lnTo>
                  <a:pt x="26060" y="24655"/>
                </a:lnTo>
                <a:cubicBezTo>
                  <a:pt x="26060" y="24719"/>
                  <a:pt x="26060" y="24719"/>
                  <a:pt x="26112" y="24719"/>
                </a:cubicBezTo>
                <a:cubicBezTo>
                  <a:pt x="26112" y="24719"/>
                  <a:pt x="26163" y="24719"/>
                  <a:pt x="26163" y="24655"/>
                </a:cubicBezTo>
                <a:lnTo>
                  <a:pt x="26163" y="23533"/>
                </a:lnTo>
                <a:cubicBezTo>
                  <a:pt x="26163" y="23585"/>
                  <a:pt x="26163" y="23585"/>
                  <a:pt x="26215" y="23585"/>
                </a:cubicBezTo>
                <a:lnTo>
                  <a:pt x="26266" y="23533"/>
                </a:lnTo>
                <a:lnTo>
                  <a:pt x="26266" y="17679"/>
                </a:lnTo>
                <a:cubicBezTo>
                  <a:pt x="26266" y="19445"/>
                  <a:pt x="26266" y="21173"/>
                  <a:pt x="26318" y="22888"/>
                </a:cubicBezTo>
                <a:cubicBezTo>
                  <a:pt x="26318" y="22940"/>
                  <a:pt x="26318" y="22940"/>
                  <a:pt x="26382" y="22940"/>
                </a:cubicBezTo>
                <a:cubicBezTo>
                  <a:pt x="26434" y="22940"/>
                  <a:pt x="26434" y="22940"/>
                  <a:pt x="26434" y="22888"/>
                </a:cubicBezTo>
                <a:lnTo>
                  <a:pt x="26434" y="15100"/>
                </a:lnTo>
                <a:lnTo>
                  <a:pt x="26434" y="13965"/>
                </a:lnTo>
                <a:cubicBezTo>
                  <a:pt x="26486" y="16983"/>
                  <a:pt x="26537" y="19987"/>
                  <a:pt x="26640" y="22991"/>
                </a:cubicBezTo>
                <a:cubicBezTo>
                  <a:pt x="26640" y="22991"/>
                  <a:pt x="26640" y="23043"/>
                  <a:pt x="26705" y="23043"/>
                </a:cubicBezTo>
                <a:lnTo>
                  <a:pt x="26756" y="22991"/>
                </a:lnTo>
                <a:lnTo>
                  <a:pt x="26756" y="15048"/>
                </a:lnTo>
                <a:lnTo>
                  <a:pt x="26756" y="13965"/>
                </a:lnTo>
                <a:cubicBezTo>
                  <a:pt x="26808" y="17357"/>
                  <a:pt x="26860" y="20683"/>
                  <a:pt x="26911" y="23959"/>
                </a:cubicBezTo>
                <a:cubicBezTo>
                  <a:pt x="26911" y="24010"/>
                  <a:pt x="26911" y="24010"/>
                  <a:pt x="26963" y="24010"/>
                </a:cubicBezTo>
                <a:lnTo>
                  <a:pt x="27027" y="24010"/>
                </a:lnTo>
                <a:lnTo>
                  <a:pt x="27027" y="24449"/>
                </a:lnTo>
                <a:cubicBezTo>
                  <a:pt x="27027" y="24449"/>
                  <a:pt x="27027" y="24500"/>
                  <a:pt x="27079" y="24500"/>
                </a:cubicBezTo>
                <a:lnTo>
                  <a:pt x="27130" y="24449"/>
                </a:lnTo>
                <a:lnTo>
                  <a:pt x="27130" y="22940"/>
                </a:lnTo>
                <a:cubicBezTo>
                  <a:pt x="27130" y="22991"/>
                  <a:pt x="27182" y="22991"/>
                  <a:pt x="27182" y="22991"/>
                </a:cubicBezTo>
                <a:cubicBezTo>
                  <a:pt x="27233" y="22991"/>
                  <a:pt x="27233" y="22991"/>
                  <a:pt x="27233" y="22940"/>
                </a:cubicBezTo>
                <a:lnTo>
                  <a:pt x="27233" y="21870"/>
                </a:lnTo>
                <a:lnTo>
                  <a:pt x="27285" y="23262"/>
                </a:lnTo>
                <a:cubicBezTo>
                  <a:pt x="27285" y="23262"/>
                  <a:pt x="27285" y="23314"/>
                  <a:pt x="27350" y="23314"/>
                </a:cubicBezTo>
                <a:lnTo>
                  <a:pt x="27401" y="23262"/>
                </a:lnTo>
                <a:lnTo>
                  <a:pt x="27401" y="18272"/>
                </a:lnTo>
                <a:cubicBezTo>
                  <a:pt x="27401" y="19819"/>
                  <a:pt x="27401" y="21328"/>
                  <a:pt x="27453" y="22888"/>
                </a:cubicBezTo>
                <a:cubicBezTo>
                  <a:pt x="27453" y="22888"/>
                  <a:pt x="27453" y="22940"/>
                  <a:pt x="27504" y="22940"/>
                </a:cubicBezTo>
                <a:lnTo>
                  <a:pt x="27504" y="23211"/>
                </a:lnTo>
                <a:cubicBezTo>
                  <a:pt x="27504" y="23211"/>
                  <a:pt x="27504" y="23262"/>
                  <a:pt x="27556" y="23262"/>
                </a:cubicBezTo>
                <a:lnTo>
                  <a:pt x="27607" y="23211"/>
                </a:lnTo>
                <a:lnTo>
                  <a:pt x="27607" y="15255"/>
                </a:lnTo>
                <a:cubicBezTo>
                  <a:pt x="27672" y="18156"/>
                  <a:pt x="27723" y="21006"/>
                  <a:pt x="27775" y="23855"/>
                </a:cubicBezTo>
                <a:lnTo>
                  <a:pt x="27775" y="23907"/>
                </a:lnTo>
                <a:lnTo>
                  <a:pt x="27775" y="24281"/>
                </a:lnTo>
                <a:cubicBezTo>
                  <a:pt x="27775" y="24332"/>
                  <a:pt x="27827" y="24332"/>
                  <a:pt x="27827" y="24332"/>
                </a:cubicBezTo>
                <a:cubicBezTo>
                  <a:pt x="27878" y="24332"/>
                  <a:pt x="27878" y="24332"/>
                  <a:pt x="27878" y="24281"/>
                </a:cubicBezTo>
                <a:lnTo>
                  <a:pt x="27878" y="18801"/>
                </a:lnTo>
                <a:cubicBezTo>
                  <a:pt x="27930" y="20413"/>
                  <a:pt x="27930" y="22076"/>
                  <a:pt x="27994" y="23688"/>
                </a:cubicBezTo>
                <a:cubicBezTo>
                  <a:pt x="27994" y="23752"/>
                  <a:pt x="27994" y="23752"/>
                  <a:pt x="28046" y="23752"/>
                </a:cubicBezTo>
                <a:cubicBezTo>
                  <a:pt x="28046" y="23752"/>
                  <a:pt x="28097" y="23752"/>
                  <a:pt x="28097" y="23688"/>
                </a:cubicBezTo>
                <a:lnTo>
                  <a:pt x="28097" y="22991"/>
                </a:lnTo>
                <a:cubicBezTo>
                  <a:pt x="28097" y="22991"/>
                  <a:pt x="28097" y="23043"/>
                  <a:pt x="28149" y="23043"/>
                </a:cubicBezTo>
                <a:lnTo>
                  <a:pt x="28201" y="23585"/>
                </a:lnTo>
                <a:cubicBezTo>
                  <a:pt x="28201" y="23585"/>
                  <a:pt x="28201" y="23636"/>
                  <a:pt x="28252" y="23636"/>
                </a:cubicBezTo>
                <a:lnTo>
                  <a:pt x="28317" y="23585"/>
                </a:lnTo>
                <a:lnTo>
                  <a:pt x="28317" y="23688"/>
                </a:lnTo>
                <a:lnTo>
                  <a:pt x="28368" y="23752"/>
                </a:lnTo>
                <a:cubicBezTo>
                  <a:pt x="28420" y="23752"/>
                  <a:pt x="28420" y="23688"/>
                  <a:pt x="28420" y="23688"/>
                </a:cubicBezTo>
                <a:lnTo>
                  <a:pt x="28420" y="15100"/>
                </a:lnTo>
                <a:lnTo>
                  <a:pt x="28420" y="14455"/>
                </a:lnTo>
                <a:cubicBezTo>
                  <a:pt x="28471" y="17137"/>
                  <a:pt x="28523" y="19819"/>
                  <a:pt x="28575" y="22463"/>
                </a:cubicBezTo>
                <a:lnTo>
                  <a:pt x="28639" y="22514"/>
                </a:lnTo>
                <a:lnTo>
                  <a:pt x="28691" y="22514"/>
                </a:lnTo>
                <a:lnTo>
                  <a:pt x="28691" y="24500"/>
                </a:lnTo>
                <a:cubicBezTo>
                  <a:pt x="28691" y="24552"/>
                  <a:pt x="28742" y="24552"/>
                  <a:pt x="28742" y="24552"/>
                </a:cubicBezTo>
                <a:cubicBezTo>
                  <a:pt x="28794" y="24552"/>
                  <a:pt x="28794" y="24552"/>
                  <a:pt x="28794" y="24500"/>
                </a:cubicBezTo>
                <a:lnTo>
                  <a:pt x="28794" y="20632"/>
                </a:lnTo>
                <a:cubicBezTo>
                  <a:pt x="28794" y="21599"/>
                  <a:pt x="28845" y="22566"/>
                  <a:pt x="28845" y="23533"/>
                </a:cubicBezTo>
                <a:cubicBezTo>
                  <a:pt x="28845" y="23585"/>
                  <a:pt x="28845" y="23585"/>
                  <a:pt x="28897" y="23585"/>
                </a:cubicBezTo>
                <a:cubicBezTo>
                  <a:pt x="28897" y="23585"/>
                  <a:pt x="28961" y="23585"/>
                  <a:pt x="28961" y="23533"/>
                </a:cubicBezTo>
                <a:lnTo>
                  <a:pt x="28961" y="23907"/>
                </a:lnTo>
                <a:cubicBezTo>
                  <a:pt x="28961" y="23959"/>
                  <a:pt x="28961" y="23959"/>
                  <a:pt x="29013" y="23959"/>
                </a:cubicBezTo>
                <a:cubicBezTo>
                  <a:pt x="29065" y="23959"/>
                  <a:pt x="29065" y="23959"/>
                  <a:pt x="29065" y="23907"/>
                </a:cubicBezTo>
                <a:lnTo>
                  <a:pt x="29065" y="15577"/>
                </a:lnTo>
                <a:cubicBezTo>
                  <a:pt x="29116" y="17950"/>
                  <a:pt x="29168" y="20258"/>
                  <a:pt x="29219" y="22618"/>
                </a:cubicBezTo>
                <a:cubicBezTo>
                  <a:pt x="29219" y="22618"/>
                  <a:pt x="29219" y="22669"/>
                  <a:pt x="29284" y="22669"/>
                </a:cubicBezTo>
                <a:lnTo>
                  <a:pt x="29335" y="22618"/>
                </a:lnTo>
                <a:lnTo>
                  <a:pt x="29335" y="14829"/>
                </a:lnTo>
                <a:cubicBezTo>
                  <a:pt x="29387" y="17730"/>
                  <a:pt x="29438" y="20580"/>
                  <a:pt x="29490" y="23430"/>
                </a:cubicBezTo>
                <a:cubicBezTo>
                  <a:pt x="29490" y="23481"/>
                  <a:pt x="29542" y="23481"/>
                  <a:pt x="29542" y="23481"/>
                </a:cubicBezTo>
                <a:lnTo>
                  <a:pt x="29606" y="23481"/>
                </a:lnTo>
                <a:lnTo>
                  <a:pt x="29606" y="24655"/>
                </a:lnTo>
                <a:cubicBezTo>
                  <a:pt x="29606" y="24719"/>
                  <a:pt x="29606" y="24719"/>
                  <a:pt x="29658" y="24719"/>
                </a:cubicBezTo>
                <a:cubicBezTo>
                  <a:pt x="29658" y="24719"/>
                  <a:pt x="29709" y="24719"/>
                  <a:pt x="29709" y="24655"/>
                </a:cubicBezTo>
                <a:lnTo>
                  <a:pt x="29709" y="15848"/>
                </a:lnTo>
                <a:cubicBezTo>
                  <a:pt x="29761" y="18375"/>
                  <a:pt x="29812" y="20903"/>
                  <a:pt x="29864" y="23365"/>
                </a:cubicBezTo>
                <a:cubicBezTo>
                  <a:pt x="29864" y="23430"/>
                  <a:pt x="29928" y="23430"/>
                  <a:pt x="29928" y="23430"/>
                </a:cubicBezTo>
                <a:cubicBezTo>
                  <a:pt x="29980" y="23430"/>
                  <a:pt x="29980" y="23430"/>
                  <a:pt x="29980" y="23365"/>
                </a:cubicBezTo>
                <a:lnTo>
                  <a:pt x="29980" y="20954"/>
                </a:lnTo>
                <a:cubicBezTo>
                  <a:pt x="29980" y="21702"/>
                  <a:pt x="30032" y="22398"/>
                  <a:pt x="30032" y="23107"/>
                </a:cubicBezTo>
                <a:cubicBezTo>
                  <a:pt x="30032" y="23159"/>
                  <a:pt x="30032" y="23159"/>
                  <a:pt x="30083" y="23159"/>
                </a:cubicBezTo>
                <a:cubicBezTo>
                  <a:pt x="30083" y="23159"/>
                  <a:pt x="30135" y="23159"/>
                  <a:pt x="30135" y="23107"/>
                </a:cubicBezTo>
                <a:lnTo>
                  <a:pt x="30135" y="16015"/>
                </a:lnTo>
                <a:cubicBezTo>
                  <a:pt x="30186" y="18594"/>
                  <a:pt x="30251" y="21109"/>
                  <a:pt x="30302" y="23688"/>
                </a:cubicBezTo>
                <a:lnTo>
                  <a:pt x="30354" y="23688"/>
                </a:lnTo>
                <a:lnTo>
                  <a:pt x="30354" y="24719"/>
                </a:lnTo>
                <a:cubicBezTo>
                  <a:pt x="30354" y="24771"/>
                  <a:pt x="30406" y="24771"/>
                  <a:pt x="30406" y="24771"/>
                </a:cubicBezTo>
                <a:cubicBezTo>
                  <a:pt x="30457" y="24771"/>
                  <a:pt x="30457" y="24771"/>
                  <a:pt x="30457" y="24719"/>
                </a:cubicBezTo>
                <a:lnTo>
                  <a:pt x="30457" y="17034"/>
                </a:lnTo>
                <a:cubicBezTo>
                  <a:pt x="30509" y="18968"/>
                  <a:pt x="30573" y="20903"/>
                  <a:pt x="30625" y="22837"/>
                </a:cubicBezTo>
                <a:cubicBezTo>
                  <a:pt x="30625" y="22888"/>
                  <a:pt x="30625" y="22888"/>
                  <a:pt x="30676" y="22888"/>
                </a:cubicBezTo>
                <a:lnTo>
                  <a:pt x="30676" y="24332"/>
                </a:lnTo>
                <a:cubicBezTo>
                  <a:pt x="30676" y="24397"/>
                  <a:pt x="30728" y="24397"/>
                  <a:pt x="30728" y="24397"/>
                </a:cubicBezTo>
                <a:cubicBezTo>
                  <a:pt x="30779" y="24397"/>
                  <a:pt x="30779" y="24397"/>
                  <a:pt x="30779" y="24332"/>
                </a:cubicBezTo>
                <a:lnTo>
                  <a:pt x="30779" y="22244"/>
                </a:lnTo>
                <a:cubicBezTo>
                  <a:pt x="30831" y="23107"/>
                  <a:pt x="30831" y="24010"/>
                  <a:pt x="30831" y="24874"/>
                </a:cubicBezTo>
                <a:cubicBezTo>
                  <a:pt x="30831" y="24926"/>
                  <a:pt x="30831" y="24926"/>
                  <a:pt x="30896" y="24926"/>
                </a:cubicBezTo>
                <a:cubicBezTo>
                  <a:pt x="30896" y="24926"/>
                  <a:pt x="30947" y="24926"/>
                  <a:pt x="30947" y="24874"/>
                </a:cubicBezTo>
                <a:lnTo>
                  <a:pt x="30947" y="24075"/>
                </a:lnTo>
                <a:lnTo>
                  <a:pt x="30999" y="24010"/>
                </a:lnTo>
                <a:lnTo>
                  <a:pt x="30999" y="25196"/>
                </a:lnTo>
                <a:lnTo>
                  <a:pt x="31050" y="25248"/>
                </a:lnTo>
                <a:cubicBezTo>
                  <a:pt x="31102" y="25248"/>
                  <a:pt x="31102" y="25196"/>
                  <a:pt x="31102" y="25196"/>
                </a:cubicBezTo>
                <a:lnTo>
                  <a:pt x="31102" y="18104"/>
                </a:lnTo>
                <a:cubicBezTo>
                  <a:pt x="31153" y="19819"/>
                  <a:pt x="31218" y="21547"/>
                  <a:pt x="31269" y="23262"/>
                </a:cubicBezTo>
                <a:cubicBezTo>
                  <a:pt x="31269" y="23262"/>
                  <a:pt x="31269" y="23314"/>
                  <a:pt x="31321" y="23314"/>
                </a:cubicBezTo>
                <a:lnTo>
                  <a:pt x="31373" y="23262"/>
                </a:lnTo>
                <a:lnTo>
                  <a:pt x="31373" y="17834"/>
                </a:lnTo>
                <a:cubicBezTo>
                  <a:pt x="31373" y="20039"/>
                  <a:pt x="31424" y="22244"/>
                  <a:pt x="31476" y="24449"/>
                </a:cubicBezTo>
                <a:cubicBezTo>
                  <a:pt x="31476" y="24449"/>
                  <a:pt x="31476" y="24500"/>
                  <a:pt x="31540" y="24500"/>
                </a:cubicBezTo>
                <a:lnTo>
                  <a:pt x="31592" y="24449"/>
                </a:lnTo>
                <a:lnTo>
                  <a:pt x="31592" y="20954"/>
                </a:lnTo>
                <a:cubicBezTo>
                  <a:pt x="31592" y="22192"/>
                  <a:pt x="31592" y="23365"/>
                  <a:pt x="31643" y="24603"/>
                </a:cubicBezTo>
                <a:cubicBezTo>
                  <a:pt x="31643" y="24603"/>
                  <a:pt x="31643" y="24655"/>
                  <a:pt x="31695" y="24655"/>
                </a:cubicBezTo>
                <a:lnTo>
                  <a:pt x="31747" y="24603"/>
                </a:lnTo>
                <a:lnTo>
                  <a:pt x="31747" y="23262"/>
                </a:lnTo>
                <a:lnTo>
                  <a:pt x="31747" y="17885"/>
                </a:lnTo>
                <a:cubicBezTo>
                  <a:pt x="31798" y="19716"/>
                  <a:pt x="31863" y="21496"/>
                  <a:pt x="31914" y="23262"/>
                </a:cubicBezTo>
                <a:lnTo>
                  <a:pt x="31914" y="23314"/>
                </a:lnTo>
                <a:lnTo>
                  <a:pt x="31966" y="23907"/>
                </a:lnTo>
                <a:cubicBezTo>
                  <a:pt x="31966" y="23907"/>
                  <a:pt x="31966" y="23959"/>
                  <a:pt x="32017" y="23959"/>
                </a:cubicBezTo>
                <a:lnTo>
                  <a:pt x="32069" y="23907"/>
                </a:lnTo>
                <a:lnTo>
                  <a:pt x="32069" y="17086"/>
                </a:lnTo>
                <a:cubicBezTo>
                  <a:pt x="32121" y="19497"/>
                  <a:pt x="32185" y="21870"/>
                  <a:pt x="32237" y="24178"/>
                </a:cubicBezTo>
                <a:lnTo>
                  <a:pt x="32288" y="24178"/>
                </a:lnTo>
                <a:lnTo>
                  <a:pt x="32288" y="25364"/>
                </a:lnTo>
                <a:cubicBezTo>
                  <a:pt x="32288" y="25416"/>
                  <a:pt x="32288" y="25416"/>
                  <a:pt x="32340" y="25416"/>
                </a:cubicBezTo>
                <a:cubicBezTo>
                  <a:pt x="32340" y="25416"/>
                  <a:pt x="32391" y="25416"/>
                  <a:pt x="32391" y="25364"/>
                </a:cubicBezTo>
                <a:lnTo>
                  <a:pt x="32391" y="17627"/>
                </a:lnTo>
                <a:cubicBezTo>
                  <a:pt x="32443" y="20090"/>
                  <a:pt x="32507" y="22514"/>
                  <a:pt x="32559" y="24926"/>
                </a:cubicBezTo>
                <a:cubicBezTo>
                  <a:pt x="32559" y="24977"/>
                  <a:pt x="32559" y="24977"/>
                  <a:pt x="32611" y="24977"/>
                </a:cubicBezTo>
                <a:cubicBezTo>
                  <a:pt x="32611" y="24977"/>
                  <a:pt x="32662" y="24977"/>
                  <a:pt x="32662" y="24926"/>
                </a:cubicBezTo>
                <a:lnTo>
                  <a:pt x="32662" y="17189"/>
                </a:lnTo>
                <a:cubicBezTo>
                  <a:pt x="32714" y="19935"/>
                  <a:pt x="32765" y="22618"/>
                  <a:pt x="32830" y="25248"/>
                </a:cubicBezTo>
                <a:cubicBezTo>
                  <a:pt x="32830" y="25300"/>
                  <a:pt x="32881" y="25300"/>
                  <a:pt x="32881" y="25300"/>
                </a:cubicBezTo>
                <a:cubicBezTo>
                  <a:pt x="32933" y="25300"/>
                  <a:pt x="32933" y="25300"/>
                  <a:pt x="32933" y="25248"/>
                </a:cubicBezTo>
                <a:lnTo>
                  <a:pt x="32933" y="24332"/>
                </a:lnTo>
                <a:lnTo>
                  <a:pt x="32984" y="24332"/>
                </a:lnTo>
                <a:cubicBezTo>
                  <a:pt x="33036" y="24332"/>
                  <a:pt x="33036" y="24332"/>
                  <a:pt x="33036" y="24281"/>
                </a:cubicBezTo>
                <a:lnTo>
                  <a:pt x="33036" y="19497"/>
                </a:lnTo>
                <a:cubicBezTo>
                  <a:pt x="33088" y="21173"/>
                  <a:pt x="33152" y="22837"/>
                  <a:pt x="33152" y="24449"/>
                </a:cubicBezTo>
                <a:cubicBezTo>
                  <a:pt x="33152" y="24500"/>
                  <a:pt x="33204" y="24500"/>
                  <a:pt x="33204" y="24500"/>
                </a:cubicBezTo>
                <a:cubicBezTo>
                  <a:pt x="33255" y="24500"/>
                  <a:pt x="33255" y="24500"/>
                  <a:pt x="33255" y="24449"/>
                </a:cubicBezTo>
                <a:lnTo>
                  <a:pt x="33255" y="17834"/>
                </a:lnTo>
                <a:cubicBezTo>
                  <a:pt x="33358" y="20464"/>
                  <a:pt x="33410" y="23043"/>
                  <a:pt x="33474" y="25570"/>
                </a:cubicBezTo>
                <a:cubicBezTo>
                  <a:pt x="33474" y="25622"/>
                  <a:pt x="33474" y="25622"/>
                  <a:pt x="33526" y="25622"/>
                </a:cubicBezTo>
                <a:cubicBezTo>
                  <a:pt x="33578" y="25622"/>
                  <a:pt x="33578" y="25622"/>
                  <a:pt x="33578" y="25570"/>
                </a:cubicBezTo>
                <a:lnTo>
                  <a:pt x="33578" y="20142"/>
                </a:lnTo>
                <a:cubicBezTo>
                  <a:pt x="33629" y="21380"/>
                  <a:pt x="33629" y="22566"/>
                  <a:pt x="33629" y="23804"/>
                </a:cubicBezTo>
                <a:lnTo>
                  <a:pt x="33681" y="23855"/>
                </a:lnTo>
                <a:cubicBezTo>
                  <a:pt x="33732" y="23855"/>
                  <a:pt x="33732" y="23804"/>
                  <a:pt x="33732" y="23804"/>
                </a:cubicBezTo>
                <a:lnTo>
                  <a:pt x="33732" y="19291"/>
                </a:lnTo>
                <a:cubicBezTo>
                  <a:pt x="33797" y="21057"/>
                  <a:pt x="33848" y="22837"/>
                  <a:pt x="33900" y="24603"/>
                </a:cubicBezTo>
                <a:lnTo>
                  <a:pt x="33952" y="24655"/>
                </a:lnTo>
                <a:cubicBezTo>
                  <a:pt x="34003" y="24655"/>
                  <a:pt x="34003" y="24603"/>
                  <a:pt x="34003" y="24603"/>
                </a:cubicBezTo>
                <a:lnTo>
                  <a:pt x="34003" y="22140"/>
                </a:lnTo>
                <a:cubicBezTo>
                  <a:pt x="34003" y="23043"/>
                  <a:pt x="34055" y="23959"/>
                  <a:pt x="34055" y="24874"/>
                </a:cubicBezTo>
                <a:cubicBezTo>
                  <a:pt x="34055" y="24874"/>
                  <a:pt x="34055" y="24926"/>
                  <a:pt x="34119" y="24926"/>
                </a:cubicBezTo>
                <a:cubicBezTo>
                  <a:pt x="34171" y="24926"/>
                  <a:pt x="34171" y="24874"/>
                  <a:pt x="34171" y="24874"/>
                </a:cubicBezTo>
                <a:lnTo>
                  <a:pt x="34171" y="25790"/>
                </a:lnTo>
                <a:cubicBezTo>
                  <a:pt x="34171" y="25841"/>
                  <a:pt x="34222" y="25841"/>
                  <a:pt x="34222" y="25841"/>
                </a:cubicBezTo>
                <a:cubicBezTo>
                  <a:pt x="34274" y="25841"/>
                  <a:pt x="34274" y="25841"/>
                  <a:pt x="34274" y="25790"/>
                </a:cubicBezTo>
                <a:lnTo>
                  <a:pt x="34274" y="25622"/>
                </a:lnTo>
                <a:lnTo>
                  <a:pt x="34325" y="25622"/>
                </a:lnTo>
                <a:lnTo>
                  <a:pt x="34377" y="25570"/>
                </a:lnTo>
                <a:lnTo>
                  <a:pt x="34377" y="19561"/>
                </a:lnTo>
                <a:cubicBezTo>
                  <a:pt x="34442" y="21328"/>
                  <a:pt x="34442" y="23107"/>
                  <a:pt x="34493" y="24822"/>
                </a:cubicBezTo>
                <a:cubicBezTo>
                  <a:pt x="34493" y="24874"/>
                  <a:pt x="34545" y="24874"/>
                  <a:pt x="34545" y="24874"/>
                </a:cubicBezTo>
                <a:cubicBezTo>
                  <a:pt x="34596" y="24874"/>
                  <a:pt x="34596" y="24874"/>
                  <a:pt x="34596" y="24822"/>
                </a:cubicBezTo>
                <a:lnTo>
                  <a:pt x="34596" y="22888"/>
                </a:lnTo>
                <a:cubicBezTo>
                  <a:pt x="34648" y="23752"/>
                  <a:pt x="34648" y="24603"/>
                  <a:pt x="34648" y="25467"/>
                </a:cubicBezTo>
                <a:cubicBezTo>
                  <a:pt x="34648" y="25519"/>
                  <a:pt x="34699" y="25519"/>
                  <a:pt x="34699" y="25519"/>
                </a:cubicBezTo>
                <a:cubicBezTo>
                  <a:pt x="34764" y="25519"/>
                  <a:pt x="34764" y="25519"/>
                  <a:pt x="34764" y="25467"/>
                </a:cubicBezTo>
                <a:lnTo>
                  <a:pt x="34764" y="24075"/>
                </a:lnTo>
                <a:cubicBezTo>
                  <a:pt x="34764" y="24126"/>
                  <a:pt x="34815" y="24126"/>
                  <a:pt x="34815" y="24126"/>
                </a:cubicBezTo>
                <a:cubicBezTo>
                  <a:pt x="34867" y="24126"/>
                  <a:pt x="34867" y="24126"/>
                  <a:pt x="34867" y="24075"/>
                </a:cubicBezTo>
                <a:lnTo>
                  <a:pt x="34867" y="18801"/>
                </a:lnTo>
                <a:cubicBezTo>
                  <a:pt x="34919" y="21109"/>
                  <a:pt x="34970" y="23365"/>
                  <a:pt x="35022" y="25570"/>
                </a:cubicBezTo>
                <a:cubicBezTo>
                  <a:pt x="35022" y="25622"/>
                  <a:pt x="35086" y="25622"/>
                  <a:pt x="35086" y="25622"/>
                </a:cubicBezTo>
                <a:cubicBezTo>
                  <a:pt x="35138" y="25622"/>
                  <a:pt x="35138" y="25622"/>
                  <a:pt x="35138" y="25570"/>
                </a:cubicBezTo>
                <a:lnTo>
                  <a:pt x="35138" y="21380"/>
                </a:lnTo>
                <a:cubicBezTo>
                  <a:pt x="35189" y="22721"/>
                  <a:pt x="35189" y="24126"/>
                  <a:pt x="35241" y="25467"/>
                </a:cubicBezTo>
                <a:cubicBezTo>
                  <a:pt x="35241" y="25519"/>
                  <a:pt x="35241" y="25519"/>
                  <a:pt x="35293" y="25519"/>
                </a:cubicBezTo>
                <a:cubicBezTo>
                  <a:pt x="35344" y="25519"/>
                  <a:pt x="35344" y="25519"/>
                  <a:pt x="35344" y="25467"/>
                </a:cubicBezTo>
                <a:lnTo>
                  <a:pt x="35344" y="20039"/>
                </a:lnTo>
                <a:cubicBezTo>
                  <a:pt x="35409" y="21921"/>
                  <a:pt x="35460" y="23752"/>
                  <a:pt x="35512" y="25622"/>
                </a:cubicBezTo>
                <a:cubicBezTo>
                  <a:pt x="35512" y="25622"/>
                  <a:pt x="35512" y="25686"/>
                  <a:pt x="35563" y="25686"/>
                </a:cubicBezTo>
                <a:lnTo>
                  <a:pt x="35615" y="25622"/>
                </a:lnTo>
                <a:lnTo>
                  <a:pt x="35615" y="25042"/>
                </a:lnTo>
                <a:cubicBezTo>
                  <a:pt x="35667" y="25042"/>
                  <a:pt x="35667" y="25042"/>
                  <a:pt x="35667" y="24977"/>
                </a:cubicBezTo>
                <a:lnTo>
                  <a:pt x="35667" y="19613"/>
                </a:lnTo>
                <a:cubicBezTo>
                  <a:pt x="35783" y="21431"/>
                  <a:pt x="35834" y="23211"/>
                  <a:pt x="35886" y="24977"/>
                </a:cubicBezTo>
                <a:cubicBezTo>
                  <a:pt x="35886" y="25042"/>
                  <a:pt x="35886" y="25042"/>
                  <a:pt x="35937" y="25042"/>
                </a:cubicBezTo>
                <a:cubicBezTo>
                  <a:pt x="35989" y="25042"/>
                  <a:pt x="35989" y="25042"/>
                  <a:pt x="35989" y="24977"/>
                </a:cubicBezTo>
                <a:lnTo>
                  <a:pt x="35989" y="24500"/>
                </a:lnTo>
                <a:lnTo>
                  <a:pt x="35989" y="20632"/>
                </a:lnTo>
                <a:cubicBezTo>
                  <a:pt x="36053" y="22076"/>
                  <a:pt x="36053" y="23533"/>
                  <a:pt x="36105" y="24926"/>
                </a:cubicBezTo>
                <a:cubicBezTo>
                  <a:pt x="36105" y="24977"/>
                  <a:pt x="36105" y="24977"/>
                  <a:pt x="36156" y="24977"/>
                </a:cubicBezTo>
                <a:lnTo>
                  <a:pt x="36208" y="24977"/>
                </a:lnTo>
                <a:lnTo>
                  <a:pt x="36208" y="25790"/>
                </a:lnTo>
                <a:cubicBezTo>
                  <a:pt x="36208" y="25841"/>
                  <a:pt x="36208" y="25841"/>
                  <a:pt x="36260" y="25841"/>
                </a:cubicBezTo>
                <a:cubicBezTo>
                  <a:pt x="36311" y="25841"/>
                  <a:pt x="36311" y="25841"/>
                  <a:pt x="36311" y="25790"/>
                </a:cubicBezTo>
                <a:lnTo>
                  <a:pt x="36311" y="20580"/>
                </a:lnTo>
                <a:cubicBezTo>
                  <a:pt x="36376" y="22514"/>
                  <a:pt x="36427" y="24449"/>
                  <a:pt x="36479" y="26331"/>
                </a:cubicBezTo>
                <a:cubicBezTo>
                  <a:pt x="36479" y="26331"/>
                  <a:pt x="36479" y="26383"/>
                  <a:pt x="36530" y="26383"/>
                </a:cubicBezTo>
                <a:lnTo>
                  <a:pt x="36582" y="26331"/>
                </a:lnTo>
                <a:lnTo>
                  <a:pt x="36582" y="21380"/>
                </a:lnTo>
                <a:cubicBezTo>
                  <a:pt x="36582" y="22888"/>
                  <a:pt x="36634" y="24332"/>
                  <a:pt x="36698" y="25790"/>
                </a:cubicBezTo>
                <a:cubicBezTo>
                  <a:pt x="36698" y="25841"/>
                  <a:pt x="36698" y="25841"/>
                  <a:pt x="36750" y="25841"/>
                </a:cubicBezTo>
                <a:cubicBezTo>
                  <a:pt x="36750" y="25841"/>
                  <a:pt x="36801" y="25841"/>
                  <a:pt x="36801" y="25790"/>
                </a:cubicBezTo>
                <a:lnTo>
                  <a:pt x="36801" y="20786"/>
                </a:lnTo>
                <a:cubicBezTo>
                  <a:pt x="36801" y="22618"/>
                  <a:pt x="36853" y="24332"/>
                  <a:pt x="36904" y="26112"/>
                </a:cubicBezTo>
                <a:cubicBezTo>
                  <a:pt x="36904" y="26164"/>
                  <a:pt x="36904" y="26164"/>
                  <a:pt x="36956" y="26164"/>
                </a:cubicBezTo>
                <a:cubicBezTo>
                  <a:pt x="36956" y="26164"/>
                  <a:pt x="37020" y="26164"/>
                  <a:pt x="37020" y="26112"/>
                </a:cubicBezTo>
                <a:lnTo>
                  <a:pt x="37020" y="20413"/>
                </a:lnTo>
                <a:cubicBezTo>
                  <a:pt x="37072" y="22398"/>
                  <a:pt x="37124" y="24281"/>
                  <a:pt x="37175" y="26215"/>
                </a:cubicBezTo>
                <a:cubicBezTo>
                  <a:pt x="37175" y="26215"/>
                  <a:pt x="37175" y="26267"/>
                  <a:pt x="37227" y="26267"/>
                </a:cubicBezTo>
                <a:lnTo>
                  <a:pt x="37278" y="26215"/>
                </a:lnTo>
                <a:lnTo>
                  <a:pt x="37278" y="25622"/>
                </a:lnTo>
                <a:cubicBezTo>
                  <a:pt x="37343" y="25622"/>
                  <a:pt x="37343" y="25570"/>
                  <a:pt x="37343" y="25570"/>
                </a:cubicBezTo>
                <a:lnTo>
                  <a:pt x="37343" y="25248"/>
                </a:lnTo>
                <a:cubicBezTo>
                  <a:pt x="37394" y="25248"/>
                  <a:pt x="37394" y="25248"/>
                  <a:pt x="37394" y="25196"/>
                </a:cubicBezTo>
                <a:lnTo>
                  <a:pt x="37394" y="10148"/>
                </a:lnTo>
                <a:lnTo>
                  <a:pt x="37343" y="10148"/>
                </a:lnTo>
                <a:lnTo>
                  <a:pt x="37343" y="10097"/>
                </a:lnTo>
                <a:cubicBezTo>
                  <a:pt x="37343" y="10097"/>
                  <a:pt x="37343" y="10045"/>
                  <a:pt x="37278" y="10045"/>
                </a:cubicBezTo>
                <a:lnTo>
                  <a:pt x="37278" y="9723"/>
                </a:lnTo>
                <a:cubicBezTo>
                  <a:pt x="37278" y="9671"/>
                  <a:pt x="37227" y="9671"/>
                  <a:pt x="37227" y="9671"/>
                </a:cubicBezTo>
                <a:cubicBezTo>
                  <a:pt x="37175" y="9671"/>
                  <a:pt x="37175" y="9671"/>
                  <a:pt x="37175" y="9723"/>
                </a:cubicBezTo>
                <a:lnTo>
                  <a:pt x="37175" y="15255"/>
                </a:lnTo>
                <a:cubicBezTo>
                  <a:pt x="37124" y="13320"/>
                  <a:pt x="37072" y="11335"/>
                  <a:pt x="37020" y="9349"/>
                </a:cubicBezTo>
                <a:lnTo>
                  <a:pt x="36956" y="9297"/>
                </a:lnTo>
                <a:cubicBezTo>
                  <a:pt x="36904" y="9297"/>
                  <a:pt x="36904" y="9349"/>
                  <a:pt x="36904" y="9349"/>
                </a:cubicBezTo>
                <a:lnTo>
                  <a:pt x="36904" y="14662"/>
                </a:lnTo>
                <a:cubicBezTo>
                  <a:pt x="36853" y="12895"/>
                  <a:pt x="36801" y="11064"/>
                  <a:pt x="36801" y="9246"/>
                </a:cubicBezTo>
                <a:cubicBezTo>
                  <a:pt x="36801" y="9181"/>
                  <a:pt x="36750" y="9181"/>
                  <a:pt x="36750" y="9181"/>
                </a:cubicBezTo>
                <a:cubicBezTo>
                  <a:pt x="36698" y="9181"/>
                  <a:pt x="36698" y="9181"/>
                  <a:pt x="36698" y="9246"/>
                </a:cubicBezTo>
                <a:lnTo>
                  <a:pt x="36698" y="13320"/>
                </a:lnTo>
                <a:cubicBezTo>
                  <a:pt x="36634" y="11825"/>
                  <a:pt x="36582" y="10316"/>
                  <a:pt x="36582" y="8807"/>
                </a:cubicBezTo>
                <a:cubicBezTo>
                  <a:pt x="36582" y="8756"/>
                  <a:pt x="36530" y="8756"/>
                  <a:pt x="36530" y="8756"/>
                </a:cubicBezTo>
                <a:cubicBezTo>
                  <a:pt x="36479" y="8756"/>
                  <a:pt x="36479" y="8756"/>
                  <a:pt x="36479" y="8807"/>
                </a:cubicBezTo>
                <a:lnTo>
                  <a:pt x="36479" y="15152"/>
                </a:lnTo>
                <a:cubicBezTo>
                  <a:pt x="36427" y="13217"/>
                  <a:pt x="36376" y="11283"/>
                  <a:pt x="36311" y="9297"/>
                </a:cubicBezTo>
                <a:cubicBezTo>
                  <a:pt x="36311" y="9246"/>
                  <a:pt x="36311" y="9246"/>
                  <a:pt x="36260" y="9246"/>
                </a:cubicBezTo>
                <a:cubicBezTo>
                  <a:pt x="36208" y="9246"/>
                  <a:pt x="36208" y="9297"/>
                  <a:pt x="36208" y="9297"/>
                </a:cubicBezTo>
                <a:lnTo>
                  <a:pt x="36208" y="9671"/>
                </a:lnTo>
                <a:cubicBezTo>
                  <a:pt x="36208" y="9620"/>
                  <a:pt x="36208" y="9620"/>
                  <a:pt x="36156" y="9620"/>
                </a:cubicBezTo>
                <a:cubicBezTo>
                  <a:pt x="36105" y="9620"/>
                  <a:pt x="36105" y="9620"/>
                  <a:pt x="36105" y="9671"/>
                </a:cubicBezTo>
                <a:lnTo>
                  <a:pt x="36105" y="12843"/>
                </a:lnTo>
                <a:cubicBezTo>
                  <a:pt x="36053" y="11386"/>
                  <a:pt x="36053" y="9891"/>
                  <a:pt x="35989" y="8433"/>
                </a:cubicBezTo>
                <a:cubicBezTo>
                  <a:pt x="35989" y="8382"/>
                  <a:pt x="35989" y="8382"/>
                  <a:pt x="35937" y="8382"/>
                </a:cubicBezTo>
                <a:cubicBezTo>
                  <a:pt x="35937" y="8382"/>
                  <a:pt x="35886" y="8382"/>
                  <a:pt x="35886" y="8433"/>
                </a:cubicBezTo>
                <a:lnTo>
                  <a:pt x="35886" y="14726"/>
                </a:lnTo>
                <a:cubicBezTo>
                  <a:pt x="35834" y="12895"/>
                  <a:pt x="35783" y="11064"/>
                  <a:pt x="35667" y="9181"/>
                </a:cubicBezTo>
                <a:cubicBezTo>
                  <a:pt x="35667" y="9181"/>
                  <a:pt x="35667" y="9130"/>
                  <a:pt x="35615" y="9130"/>
                </a:cubicBezTo>
                <a:lnTo>
                  <a:pt x="35615" y="8111"/>
                </a:lnTo>
                <a:cubicBezTo>
                  <a:pt x="35615" y="8060"/>
                  <a:pt x="35563" y="8060"/>
                  <a:pt x="35563" y="8060"/>
                </a:cubicBezTo>
                <a:cubicBezTo>
                  <a:pt x="35512" y="8060"/>
                  <a:pt x="35512" y="8060"/>
                  <a:pt x="35512" y="8111"/>
                </a:cubicBezTo>
                <a:lnTo>
                  <a:pt x="35512" y="13965"/>
                </a:lnTo>
                <a:cubicBezTo>
                  <a:pt x="35460" y="12083"/>
                  <a:pt x="35409" y="10213"/>
                  <a:pt x="35344" y="8279"/>
                </a:cubicBezTo>
                <a:cubicBezTo>
                  <a:pt x="35344" y="8279"/>
                  <a:pt x="35344" y="8214"/>
                  <a:pt x="35293" y="8214"/>
                </a:cubicBezTo>
                <a:cubicBezTo>
                  <a:pt x="35241" y="8214"/>
                  <a:pt x="35241" y="8279"/>
                  <a:pt x="35241" y="8279"/>
                </a:cubicBezTo>
                <a:lnTo>
                  <a:pt x="35241" y="12895"/>
                </a:lnTo>
                <a:cubicBezTo>
                  <a:pt x="35189" y="11502"/>
                  <a:pt x="35189" y="10097"/>
                  <a:pt x="35138" y="8704"/>
                </a:cubicBezTo>
                <a:cubicBezTo>
                  <a:pt x="35138" y="8653"/>
                  <a:pt x="35138" y="8653"/>
                  <a:pt x="35086" y="8653"/>
                </a:cubicBezTo>
                <a:cubicBezTo>
                  <a:pt x="35086" y="8653"/>
                  <a:pt x="35022" y="8653"/>
                  <a:pt x="35022" y="8704"/>
                </a:cubicBezTo>
                <a:lnTo>
                  <a:pt x="35022" y="13540"/>
                </a:lnTo>
                <a:cubicBezTo>
                  <a:pt x="34970" y="11283"/>
                  <a:pt x="34919" y="8975"/>
                  <a:pt x="34867" y="6602"/>
                </a:cubicBezTo>
                <a:cubicBezTo>
                  <a:pt x="34867" y="6602"/>
                  <a:pt x="34867" y="6551"/>
                  <a:pt x="34815" y="6551"/>
                </a:cubicBezTo>
                <a:lnTo>
                  <a:pt x="34764" y="6602"/>
                </a:lnTo>
                <a:lnTo>
                  <a:pt x="34764" y="6873"/>
                </a:lnTo>
                <a:cubicBezTo>
                  <a:pt x="34764" y="6822"/>
                  <a:pt x="34764" y="6822"/>
                  <a:pt x="34699" y="6822"/>
                </a:cubicBezTo>
                <a:cubicBezTo>
                  <a:pt x="34699" y="6822"/>
                  <a:pt x="34648" y="6822"/>
                  <a:pt x="34648" y="6873"/>
                </a:cubicBezTo>
                <a:lnTo>
                  <a:pt x="34648" y="10316"/>
                </a:lnTo>
                <a:cubicBezTo>
                  <a:pt x="34648" y="9401"/>
                  <a:pt x="34648" y="8485"/>
                  <a:pt x="34596" y="7634"/>
                </a:cubicBezTo>
                <a:cubicBezTo>
                  <a:pt x="34596" y="7570"/>
                  <a:pt x="34596" y="7570"/>
                  <a:pt x="34545" y="7570"/>
                </a:cubicBezTo>
                <a:cubicBezTo>
                  <a:pt x="34545" y="7570"/>
                  <a:pt x="34493" y="7570"/>
                  <a:pt x="34493" y="7634"/>
                </a:cubicBezTo>
                <a:lnTo>
                  <a:pt x="34493" y="12998"/>
                </a:lnTo>
                <a:cubicBezTo>
                  <a:pt x="34442" y="11232"/>
                  <a:pt x="34442" y="9401"/>
                  <a:pt x="34377" y="7570"/>
                </a:cubicBezTo>
                <a:lnTo>
                  <a:pt x="34325" y="7518"/>
                </a:lnTo>
                <a:lnTo>
                  <a:pt x="34325" y="6499"/>
                </a:lnTo>
                <a:cubicBezTo>
                  <a:pt x="34325" y="6499"/>
                  <a:pt x="34325" y="6448"/>
                  <a:pt x="34274" y="6448"/>
                </a:cubicBezTo>
                <a:lnTo>
                  <a:pt x="34274" y="5751"/>
                </a:lnTo>
                <a:cubicBezTo>
                  <a:pt x="34274" y="5751"/>
                  <a:pt x="34274" y="5700"/>
                  <a:pt x="34222" y="5700"/>
                </a:cubicBezTo>
                <a:lnTo>
                  <a:pt x="34171" y="5751"/>
                </a:lnTo>
                <a:lnTo>
                  <a:pt x="34171" y="6280"/>
                </a:lnTo>
                <a:cubicBezTo>
                  <a:pt x="34171" y="6228"/>
                  <a:pt x="34171" y="6228"/>
                  <a:pt x="34119" y="6228"/>
                </a:cubicBezTo>
                <a:cubicBezTo>
                  <a:pt x="34055" y="6228"/>
                  <a:pt x="34055" y="6228"/>
                  <a:pt x="34055" y="6280"/>
                </a:cubicBezTo>
                <a:lnTo>
                  <a:pt x="34055" y="10045"/>
                </a:lnTo>
                <a:cubicBezTo>
                  <a:pt x="34055" y="9130"/>
                  <a:pt x="34003" y="8163"/>
                  <a:pt x="34003" y="7247"/>
                </a:cubicBezTo>
                <a:cubicBezTo>
                  <a:pt x="34003" y="7247"/>
                  <a:pt x="34003" y="7196"/>
                  <a:pt x="33952" y="7196"/>
                </a:cubicBezTo>
                <a:lnTo>
                  <a:pt x="33900" y="7247"/>
                </a:lnTo>
                <a:lnTo>
                  <a:pt x="33900" y="12353"/>
                </a:lnTo>
                <a:cubicBezTo>
                  <a:pt x="33848" y="10587"/>
                  <a:pt x="33797" y="8807"/>
                  <a:pt x="33732" y="6989"/>
                </a:cubicBezTo>
                <a:cubicBezTo>
                  <a:pt x="33732" y="6925"/>
                  <a:pt x="33732" y="6925"/>
                  <a:pt x="33681" y="6925"/>
                </a:cubicBezTo>
                <a:cubicBezTo>
                  <a:pt x="33681" y="6925"/>
                  <a:pt x="33629" y="6925"/>
                  <a:pt x="33629" y="6989"/>
                </a:cubicBezTo>
                <a:lnTo>
                  <a:pt x="33629" y="10097"/>
                </a:lnTo>
                <a:cubicBezTo>
                  <a:pt x="33629" y="8859"/>
                  <a:pt x="33629" y="7634"/>
                  <a:pt x="33578" y="6345"/>
                </a:cubicBezTo>
                <a:lnTo>
                  <a:pt x="33526" y="6345"/>
                </a:lnTo>
                <a:cubicBezTo>
                  <a:pt x="33474" y="6345"/>
                  <a:pt x="33474" y="6345"/>
                  <a:pt x="33474" y="6396"/>
                </a:cubicBezTo>
                <a:lnTo>
                  <a:pt x="33474" y="12947"/>
                </a:lnTo>
                <a:cubicBezTo>
                  <a:pt x="33410" y="10316"/>
                  <a:pt x="33358" y="7686"/>
                  <a:pt x="33255" y="5055"/>
                </a:cubicBezTo>
                <a:cubicBezTo>
                  <a:pt x="33255" y="4991"/>
                  <a:pt x="33255" y="4991"/>
                  <a:pt x="33204" y="4991"/>
                </a:cubicBezTo>
                <a:cubicBezTo>
                  <a:pt x="33204" y="4991"/>
                  <a:pt x="33152" y="4991"/>
                  <a:pt x="33152" y="5055"/>
                </a:cubicBezTo>
                <a:lnTo>
                  <a:pt x="33152" y="11064"/>
                </a:lnTo>
                <a:cubicBezTo>
                  <a:pt x="33152" y="9401"/>
                  <a:pt x="33088" y="7737"/>
                  <a:pt x="33036" y="6022"/>
                </a:cubicBezTo>
                <a:cubicBezTo>
                  <a:pt x="33036" y="5958"/>
                  <a:pt x="33036" y="5958"/>
                  <a:pt x="32984" y="5958"/>
                </a:cubicBezTo>
                <a:lnTo>
                  <a:pt x="32984" y="4023"/>
                </a:lnTo>
                <a:cubicBezTo>
                  <a:pt x="32933" y="3972"/>
                  <a:pt x="32933" y="3972"/>
                  <a:pt x="32881" y="3972"/>
                </a:cubicBezTo>
                <a:cubicBezTo>
                  <a:pt x="32881" y="3972"/>
                  <a:pt x="32830" y="3972"/>
                  <a:pt x="32830" y="4023"/>
                </a:cubicBezTo>
                <a:lnTo>
                  <a:pt x="32830" y="11979"/>
                </a:lnTo>
                <a:cubicBezTo>
                  <a:pt x="32765" y="9297"/>
                  <a:pt x="32714" y="6551"/>
                  <a:pt x="32662" y="3766"/>
                </a:cubicBezTo>
                <a:lnTo>
                  <a:pt x="32611" y="3701"/>
                </a:lnTo>
                <a:cubicBezTo>
                  <a:pt x="32559" y="3701"/>
                  <a:pt x="32559" y="3766"/>
                  <a:pt x="32559" y="3766"/>
                </a:cubicBezTo>
                <a:lnTo>
                  <a:pt x="32559" y="11657"/>
                </a:lnTo>
                <a:cubicBezTo>
                  <a:pt x="32507" y="9181"/>
                  <a:pt x="32443" y="6718"/>
                  <a:pt x="32391" y="4191"/>
                </a:cubicBezTo>
                <a:lnTo>
                  <a:pt x="32340" y="4140"/>
                </a:lnTo>
                <a:cubicBezTo>
                  <a:pt x="32288" y="4140"/>
                  <a:pt x="32288" y="4191"/>
                  <a:pt x="32288" y="4191"/>
                </a:cubicBezTo>
                <a:lnTo>
                  <a:pt x="32288" y="4410"/>
                </a:lnTo>
                <a:cubicBezTo>
                  <a:pt x="32237" y="4410"/>
                  <a:pt x="32237" y="4462"/>
                  <a:pt x="32237" y="4462"/>
                </a:cubicBezTo>
                <a:lnTo>
                  <a:pt x="32237" y="11502"/>
                </a:lnTo>
                <a:cubicBezTo>
                  <a:pt x="32185" y="9130"/>
                  <a:pt x="32121" y="6718"/>
                  <a:pt x="32069" y="4294"/>
                </a:cubicBezTo>
                <a:lnTo>
                  <a:pt x="32017" y="4243"/>
                </a:lnTo>
                <a:cubicBezTo>
                  <a:pt x="31966" y="4243"/>
                  <a:pt x="31966" y="4294"/>
                  <a:pt x="31966" y="4294"/>
                </a:cubicBezTo>
                <a:lnTo>
                  <a:pt x="31966" y="4733"/>
                </a:lnTo>
                <a:cubicBezTo>
                  <a:pt x="31914" y="4733"/>
                  <a:pt x="31914" y="4733"/>
                  <a:pt x="31914" y="4784"/>
                </a:cubicBezTo>
                <a:lnTo>
                  <a:pt x="31914" y="10045"/>
                </a:lnTo>
                <a:cubicBezTo>
                  <a:pt x="31863" y="8214"/>
                  <a:pt x="31798" y="6448"/>
                  <a:pt x="31747" y="4617"/>
                </a:cubicBezTo>
                <a:lnTo>
                  <a:pt x="31747" y="4565"/>
                </a:lnTo>
                <a:lnTo>
                  <a:pt x="31747" y="4023"/>
                </a:lnTo>
                <a:cubicBezTo>
                  <a:pt x="31747" y="3972"/>
                  <a:pt x="31695" y="3972"/>
                  <a:pt x="31695" y="3972"/>
                </a:cubicBezTo>
                <a:cubicBezTo>
                  <a:pt x="31643" y="3972"/>
                  <a:pt x="31643" y="3972"/>
                  <a:pt x="31643" y="4023"/>
                </a:cubicBezTo>
                <a:lnTo>
                  <a:pt x="31643" y="6499"/>
                </a:lnTo>
                <a:cubicBezTo>
                  <a:pt x="31592" y="5261"/>
                  <a:pt x="31592" y="4023"/>
                  <a:pt x="31592" y="2799"/>
                </a:cubicBezTo>
                <a:lnTo>
                  <a:pt x="31540" y="2734"/>
                </a:lnTo>
                <a:cubicBezTo>
                  <a:pt x="31476" y="2734"/>
                  <a:pt x="31476" y="2799"/>
                  <a:pt x="31476" y="2799"/>
                </a:cubicBezTo>
                <a:lnTo>
                  <a:pt x="31476" y="9297"/>
                </a:lnTo>
                <a:cubicBezTo>
                  <a:pt x="31424" y="7092"/>
                  <a:pt x="31373" y="4836"/>
                  <a:pt x="31373" y="2631"/>
                </a:cubicBezTo>
                <a:cubicBezTo>
                  <a:pt x="31373" y="2579"/>
                  <a:pt x="31321" y="2579"/>
                  <a:pt x="31321" y="2579"/>
                </a:cubicBezTo>
                <a:cubicBezTo>
                  <a:pt x="31269" y="2579"/>
                  <a:pt x="31269" y="2579"/>
                  <a:pt x="31269" y="2631"/>
                </a:cubicBezTo>
                <a:lnTo>
                  <a:pt x="31269" y="9349"/>
                </a:lnTo>
                <a:cubicBezTo>
                  <a:pt x="31218" y="7634"/>
                  <a:pt x="31153" y="5855"/>
                  <a:pt x="31102" y="4140"/>
                </a:cubicBezTo>
                <a:cubicBezTo>
                  <a:pt x="31102" y="4088"/>
                  <a:pt x="31102" y="4088"/>
                  <a:pt x="31050" y="4088"/>
                </a:cubicBezTo>
                <a:cubicBezTo>
                  <a:pt x="31050" y="4088"/>
                  <a:pt x="30999" y="4088"/>
                  <a:pt x="30999" y="4140"/>
                </a:cubicBezTo>
                <a:lnTo>
                  <a:pt x="30999" y="1767"/>
                </a:lnTo>
                <a:cubicBezTo>
                  <a:pt x="30999" y="1715"/>
                  <a:pt x="30947" y="1664"/>
                  <a:pt x="30947" y="1664"/>
                </a:cubicBezTo>
                <a:cubicBezTo>
                  <a:pt x="30896" y="1715"/>
                  <a:pt x="30896" y="1715"/>
                  <a:pt x="30896" y="1767"/>
                </a:cubicBezTo>
                <a:lnTo>
                  <a:pt x="30896" y="2309"/>
                </a:lnTo>
                <a:cubicBezTo>
                  <a:pt x="30831" y="2309"/>
                  <a:pt x="30831" y="2360"/>
                  <a:pt x="30831" y="2360"/>
                </a:cubicBezTo>
                <a:lnTo>
                  <a:pt x="30831" y="5532"/>
                </a:lnTo>
                <a:lnTo>
                  <a:pt x="30779" y="2850"/>
                </a:lnTo>
                <a:cubicBezTo>
                  <a:pt x="30779" y="2799"/>
                  <a:pt x="30779" y="2799"/>
                  <a:pt x="30728" y="2799"/>
                </a:cubicBezTo>
                <a:lnTo>
                  <a:pt x="30728" y="1935"/>
                </a:lnTo>
                <a:lnTo>
                  <a:pt x="30676" y="1883"/>
                </a:lnTo>
                <a:cubicBezTo>
                  <a:pt x="30625" y="1883"/>
                  <a:pt x="30625" y="1935"/>
                  <a:pt x="30625" y="1935"/>
                </a:cubicBezTo>
                <a:lnTo>
                  <a:pt x="30625" y="8537"/>
                </a:lnTo>
                <a:cubicBezTo>
                  <a:pt x="30573" y="6602"/>
                  <a:pt x="30509" y="4617"/>
                  <a:pt x="30457" y="2682"/>
                </a:cubicBezTo>
                <a:cubicBezTo>
                  <a:pt x="30457" y="2631"/>
                  <a:pt x="30457" y="2631"/>
                  <a:pt x="30406" y="2631"/>
                </a:cubicBezTo>
                <a:cubicBezTo>
                  <a:pt x="30406" y="2631"/>
                  <a:pt x="30354" y="2631"/>
                  <a:pt x="30354" y="2682"/>
                </a:cubicBezTo>
                <a:lnTo>
                  <a:pt x="30354" y="3546"/>
                </a:lnTo>
                <a:cubicBezTo>
                  <a:pt x="30354" y="3546"/>
                  <a:pt x="30302" y="3546"/>
                  <a:pt x="30302" y="3598"/>
                </a:cubicBezTo>
                <a:lnTo>
                  <a:pt x="30302" y="10316"/>
                </a:lnTo>
                <a:cubicBezTo>
                  <a:pt x="30251" y="7737"/>
                  <a:pt x="30186" y="5210"/>
                  <a:pt x="30135" y="2631"/>
                </a:cubicBezTo>
                <a:cubicBezTo>
                  <a:pt x="30135" y="2579"/>
                  <a:pt x="30083" y="2579"/>
                  <a:pt x="30083" y="2579"/>
                </a:cubicBezTo>
                <a:cubicBezTo>
                  <a:pt x="30032" y="2579"/>
                  <a:pt x="30032" y="2579"/>
                  <a:pt x="30032" y="2631"/>
                </a:cubicBezTo>
                <a:lnTo>
                  <a:pt x="30032" y="4991"/>
                </a:lnTo>
                <a:cubicBezTo>
                  <a:pt x="30032" y="4243"/>
                  <a:pt x="29980" y="3546"/>
                  <a:pt x="29980" y="2799"/>
                </a:cubicBezTo>
                <a:cubicBezTo>
                  <a:pt x="29980" y="2799"/>
                  <a:pt x="29980" y="2734"/>
                  <a:pt x="29928" y="2734"/>
                </a:cubicBezTo>
                <a:lnTo>
                  <a:pt x="29864" y="2799"/>
                </a:lnTo>
                <a:lnTo>
                  <a:pt x="29864" y="9942"/>
                </a:lnTo>
                <a:cubicBezTo>
                  <a:pt x="29812" y="7466"/>
                  <a:pt x="29761" y="4939"/>
                  <a:pt x="29709" y="2412"/>
                </a:cubicBezTo>
                <a:cubicBezTo>
                  <a:pt x="29709" y="2360"/>
                  <a:pt x="29658" y="2360"/>
                  <a:pt x="29658" y="2360"/>
                </a:cubicBezTo>
                <a:lnTo>
                  <a:pt x="29606" y="2360"/>
                </a:lnTo>
                <a:lnTo>
                  <a:pt x="29606" y="1509"/>
                </a:lnTo>
                <a:cubicBezTo>
                  <a:pt x="29606" y="1509"/>
                  <a:pt x="29606" y="1445"/>
                  <a:pt x="29542" y="1445"/>
                </a:cubicBezTo>
                <a:lnTo>
                  <a:pt x="29490" y="1509"/>
                </a:lnTo>
                <a:lnTo>
                  <a:pt x="29490" y="9942"/>
                </a:lnTo>
                <a:cubicBezTo>
                  <a:pt x="29438" y="7092"/>
                  <a:pt x="29387" y="4191"/>
                  <a:pt x="29335" y="1290"/>
                </a:cubicBezTo>
                <a:cubicBezTo>
                  <a:pt x="29335" y="1238"/>
                  <a:pt x="29284" y="1238"/>
                  <a:pt x="29284" y="1238"/>
                </a:cubicBezTo>
                <a:cubicBezTo>
                  <a:pt x="29219" y="1238"/>
                  <a:pt x="29219" y="1238"/>
                  <a:pt x="29219" y="1290"/>
                </a:cubicBezTo>
                <a:lnTo>
                  <a:pt x="29219" y="8279"/>
                </a:lnTo>
                <a:cubicBezTo>
                  <a:pt x="29168" y="5906"/>
                  <a:pt x="29116" y="3546"/>
                  <a:pt x="29065" y="1187"/>
                </a:cubicBezTo>
                <a:cubicBezTo>
                  <a:pt x="29065" y="1122"/>
                  <a:pt x="29065" y="1122"/>
                  <a:pt x="29013" y="1122"/>
                </a:cubicBezTo>
                <a:cubicBezTo>
                  <a:pt x="28961" y="1122"/>
                  <a:pt x="28961" y="1122"/>
                  <a:pt x="28961" y="1187"/>
                </a:cubicBezTo>
                <a:lnTo>
                  <a:pt x="28961" y="1393"/>
                </a:lnTo>
                <a:cubicBezTo>
                  <a:pt x="28961" y="1341"/>
                  <a:pt x="28897" y="1341"/>
                  <a:pt x="28897" y="1341"/>
                </a:cubicBezTo>
                <a:cubicBezTo>
                  <a:pt x="28845" y="1341"/>
                  <a:pt x="28845" y="1341"/>
                  <a:pt x="28845" y="1393"/>
                </a:cubicBezTo>
                <a:lnTo>
                  <a:pt x="28845" y="3701"/>
                </a:lnTo>
                <a:cubicBezTo>
                  <a:pt x="28845" y="2734"/>
                  <a:pt x="28794" y="1767"/>
                  <a:pt x="28794" y="800"/>
                </a:cubicBezTo>
                <a:cubicBezTo>
                  <a:pt x="28794" y="748"/>
                  <a:pt x="28794" y="748"/>
                  <a:pt x="28742" y="748"/>
                </a:cubicBezTo>
                <a:cubicBezTo>
                  <a:pt x="28742" y="748"/>
                  <a:pt x="28691" y="748"/>
                  <a:pt x="28691" y="800"/>
                </a:cubicBezTo>
                <a:lnTo>
                  <a:pt x="28691" y="1831"/>
                </a:lnTo>
                <a:lnTo>
                  <a:pt x="28639" y="1831"/>
                </a:lnTo>
                <a:cubicBezTo>
                  <a:pt x="28639" y="1831"/>
                  <a:pt x="28575" y="1831"/>
                  <a:pt x="28575" y="1883"/>
                </a:cubicBezTo>
                <a:lnTo>
                  <a:pt x="28575" y="8433"/>
                </a:lnTo>
                <a:cubicBezTo>
                  <a:pt x="28523" y="5803"/>
                  <a:pt x="28471" y="3121"/>
                  <a:pt x="28420" y="426"/>
                </a:cubicBezTo>
                <a:cubicBezTo>
                  <a:pt x="28420" y="374"/>
                  <a:pt x="28420" y="374"/>
                  <a:pt x="28368" y="374"/>
                </a:cubicBezTo>
                <a:cubicBezTo>
                  <a:pt x="28368" y="374"/>
                  <a:pt x="28317" y="374"/>
                  <a:pt x="28317" y="426"/>
                </a:cubicBezTo>
                <a:lnTo>
                  <a:pt x="28317" y="220"/>
                </a:lnTo>
                <a:cubicBezTo>
                  <a:pt x="28317" y="155"/>
                  <a:pt x="28317" y="155"/>
                  <a:pt x="28252" y="155"/>
                </a:cubicBezTo>
                <a:cubicBezTo>
                  <a:pt x="28201" y="155"/>
                  <a:pt x="28201" y="155"/>
                  <a:pt x="28201" y="220"/>
                </a:cubicBezTo>
                <a:lnTo>
                  <a:pt x="28201" y="323"/>
                </a:lnTo>
                <a:lnTo>
                  <a:pt x="28201" y="374"/>
                </a:lnTo>
                <a:lnTo>
                  <a:pt x="28201" y="1509"/>
                </a:lnTo>
                <a:lnTo>
                  <a:pt x="28149" y="1509"/>
                </a:lnTo>
                <a:cubicBezTo>
                  <a:pt x="28097" y="1509"/>
                  <a:pt x="28097" y="1509"/>
                  <a:pt x="28097" y="1561"/>
                </a:cubicBezTo>
                <a:lnTo>
                  <a:pt x="28097" y="2682"/>
                </a:lnTo>
                <a:cubicBezTo>
                  <a:pt x="28097" y="2631"/>
                  <a:pt x="28046" y="2631"/>
                  <a:pt x="28046" y="2631"/>
                </a:cubicBezTo>
                <a:cubicBezTo>
                  <a:pt x="27994" y="2631"/>
                  <a:pt x="27994" y="2682"/>
                  <a:pt x="27994" y="2682"/>
                </a:cubicBezTo>
                <a:lnTo>
                  <a:pt x="27994" y="7196"/>
                </a:lnTo>
                <a:cubicBezTo>
                  <a:pt x="27930" y="5532"/>
                  <a:pt x="27930" y="3920"/>
                  <a:pt x="27878" y="2257"/>
                </a:cubicBezTo>
                <a:lnTo>
                  <a:pt x="27878" y="1935"/>
                </a:lnTo>
                <a:cubicBezTo>
                  <a:pt x="27878" y="1883"/>
                  <a:pt x="27878" y="1883"/>
                  <a:pt x="27827" y="1883"/>
                </a:cubicBezTo>
                <a:cubicBezTo>
                  <a:pt x="27827" y="1883"/>
                  <a:pt x="27775" y="1883"/>
                  <a:pt x="27775" y="1935"/>
                </a:cubicBezTo>
                <a:lnTo>
                  <a:pt x="27775" y="10316"/>
                </a:lnTo>
                <a:lnTo>
                  <a:pt x="27775" y="10638"/>
                </a:lnTo>
                <a:cubicBezTo>
                  <a:pt x="27723" y="7789"/>
                  <a:pt x="27672" y="4939"/>
                  <a:pt x="27607" y="2089"/>
                </a:cubicBezTo>
                <a:cubicBezTo>
                  <a:pt x="27607" y="2038"/>
                  <a:pt x="27556" y="2038"/>
                  <a:pt x="27556" y="2038"/>
                </a:cubicBezTo>
                <a:lnTo>
                  <a:pt x="27556" y="1509"/>
                </a:lnTo>
                <a:lnTo>
                  <a:pt x="27504" y="1445"/>
                </a:lnTo>
                <a:cubicBezTo>
                  <a:pt x="27453" y="1445"/>
                  <a:pt x="27453" y="1509"/>
                  <a:pt x="27453" y="1509"/>
                </a:cubicBezTo>
                <a:lnTo>
                  <a:pt x="27453" y="6822"/>
                </a:lnTo>
                <a:cubicBezTo>
                  <a:pt x="27401" y="5261"/>
                  <a:pt x="27401" y="3701"/>
                  <a:pt x="27401" y="2205"/>
                </a:cubicBezTo>
                <a:cubicBezTo>
                  <a:pt x="27401" y="2154"/>
                  <a:pt x="27350" y="2154"/>
                  <a:pt x="27350" y="2154"/>
                </a:cubicBezTo>
                <a:lnTo>
                  <a:pt x="27285" y="2154"/>
                </a:lnTo>
                <a:lnTo>
                  <a:pt x="27233" y="697"/>
                </a:lnTo>
                <a:cubicBezTo>
                  <a:pt x="27233" y="645"/>
                  <a:pt x="27233" y="645"/>
                  <a:pt x="27182" y="645"/>
                </a:cubicBezTo>
                <a:cubicBezTo>
                  <a:pt x="27182" y="645"/>
                  <a:pt x="27130" y="645"/>
                  <a:pt x="27130" y="697"/>
                </a:cubicBezTo>
                <a:lnTo>
                  <a:pt x="27130" y="155"/>
                </a:lnTo>
                <a:cubicBezTo>
                  <a:pt x="27130" y="104"/>
                  <a:pt x="27079" y="104"/>
                  <a:pt x="27079" y="104"/>
                </a:cubicBezTo>
                <a:cubicBezTo>
                  <a:pt x="27027" y="104"/>
                  <a:pt x="27027" y="104"/>
                  <a:pt x="27027" y="155"/>
                </a:cubicBezTo>
                <a:lnTo>
                  <a:pt x="27027" y="1561"/>
                </a:lnTo>
                <a:lnTo>
                  <a:pt x="26963" y="1561"/>
                </a:lnTo>
                <a:cubicBezTo>
                  <a:pt x="26911" y="1561"/>
                  <a:pt x="26911" y="1561"/>
                  <a:pt x="26911" y="1612"/>
                </a:cubicBezTo>
                <a:lnTo>
                  <a:pt x="26911" y="9671"/>
                </a:lnTo>
                <a:lnTo>
                  <a:pt x="26911" y="10045"/>
                </a:lnTo>
                <a:cubicBezTo>
                  <a:pt x="26860" y="6770"/>
                  <a:pt x="26808" y="3443"/>
                  <a:pt x="26756" y="52"/>
                </a:cubicBezTo>
                <a:lnTo>
                  <a:pt x="26705" y="0"/>
                </a:lnTo>
                <a:close/>
              </a:path>
            </a:pathLst>
          </a:custGeom>
          <a:gradFill>
            <a:gsLst>
              <a:gs pos="0">
                <a:srgbClr val="A9CDFF"/>
              </a:gs>
              <a:gs pos="100000">
                <a:srgbClr val="7BABED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Background and Motivation</a:t>
            </a:r>
            <a:endParaRPr/>
          </a:p>
        </p:txBody>
      </p:sp>
      <p:sp>
        <p:nvSpPr>
          <p:cNvPr id="388" name="Google Shape;388;p73"/>
          <p:cNvSpPr txBox="1"/>
          <p:nvPr>
            <p:ph idx="1" type="body"/>
          </p:nvPr>
        </p:nvSpPr>
        <p:spPr>
          <a:xfrm>
            <a:off x="720000" y="1463400"/>
            <a:ext cx="4156800" cy="26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Artificial intelligence has made it possible to generate highly realistic human like voices using text-to-speech technologies. While these advancements are useful for applications such as virtual assistants and accessibility tools, they also introduce serious risks.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Synthetic speech can be used for impersonation, fraud, and the spread of misinformation, making it difficult to determine whether an audio recording is real or fake.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goal of this project is to develop machine learning models that can automatically classify audio recordings as either real human speech or AI-generated speech.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389" name="Google Shape;389;p73"/>
          <p:cNvPicPr preferRelativeResize="0"/>
          <p:nvPr/>
        </p:nvPicPr>
        <p:blipFill rotWithShape="1">
          <a:blip r:embed="rId3">
            <a:alphaModFix/>
          </a:blip>
          <a:srcRect b="5936" l="34418" r="3218" t="2321"/>
          <a:stretch/>
        </p:blipFill>
        <p:spPr>
          <a:xfrm>
            <a:off x="5028425" y="1751050"/>
            <a:ext cx="3958475" cy="2117150"/>
          </a:xfrm>
          <a:prstGeom prst="rect">
            <a:avLst/>
          </a:prstGeom>
          <a:noFill/>
          <a:ln cap="flat" cmpd="sng" w="381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9FB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4"/>
          <p:cNvSpPr/>
          <p:nvPr/>
        </p:nvSpPr>
        <p:spPr>
          <a:xfrm>
            <a:off x="1166635" y="961980"/>
            <a:ext cx="3312000" cy="1846800"/>
          </a:xfrm>
          <a:prstGeom prst="roundRect">
            <a:avLst>
              <a:gd fmla="val 1319" name="adj"/>
            </a:avLst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4"/>
          <p:cNvSpPr/>
          <p:nvPr/>
        </p:nvSpPr>
        <p:spPr>
          <a:xfrm>
            <a:off x="1144809" y="2948441"/>
            <a:ext cx="3311986" cy="1846907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4"/>
          <p:cNvSpPr/>
          <p:nvPr/>
        </p:nvSpPr>
        <p:spPr>
          <a:xfrm>
            <a:off x="4685888" y="2948442"/>
            <a:ext cx="3312000" cy="18468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74"/>
          <p:cNvSpPr txBox="1"/>
          <p:nvPr/>
        </p:nvSpPr>
        <p:spPr>
          <a:xfrm>
            <a:off x="857893" y="16959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Dataset Overview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8" name="Google Shape;398;p74"/>
          <p:cNvSpPr/>
          <p:nvPr/>
        </p:nvSpPr>
        <p:spPr>
          <a:xfrm>
            <a:off x="4685888" y="961966"/>
            <a:ext cx="3311986" cy="1846907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, Graph, Chart, Statistics Icon Image. Royalty Free SVG, Cliparts,  Vectors, and Stock Illustration. Image 38620986." id="399" name="Google Shape;39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5459" y="3123649"/>
            <a:ext cx="478917" cy="478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 - Free technology icons" id="400" name="Google Shape;40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8635" y="1106820"/>
            <a:ext cx="478917" cy="478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oblem solving Generic Blue icon | Freepik" id="401" name="Google Shape;401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5459" y="1106819"/>
            <a:ext cx="478917" cy="478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lder - Free interface icons" id="402" name="Google Shape;402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634" y="3123649"/>
            <a:ext cx="478917" cy="47891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4"/>
          <p:cNvSpPr txBox="1"/>
          <p:nvPr/>
        </p:nvSpPr>
        <p:spPr>
          <a:xfrm>
            <a:off x="1771286" y="990269"/>
            <a:ext cx="2003056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Dataset Info</a:t>
            </a:r>
            <a:endParaRPr/>
          </a:p>
        </p:txBody>
      </p:sp>
      <p:sp>
        <p:nvSpPr>
          <p:cNvPr id="404" name="Google Shape;404;p74"/>
          <p:cNvSpPr txBox="1"/>
          <p:nvPr/>
        </p:nvSpPr>
        <p:spPr>
          <a:xfrm>
            <a:off x="1758564" y="3003201"/>
            <a:ext cx="2542663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 Structure</a:t>
            </a:r>
            <a:endParaRPr/>
          </a:p>
        </p:txBody>
      </p:sp>
      <p:sp>
        <p:nvSpPr>
          <p:cNvPr id="405" name="Google Shape;405;p74"/>
          <p:cNvSpPr txBox="1"/>
          <p:nvPr/>
        </p:nvSpPr>
        <p:spPr>
          <a:xfrm>
            <a:off x="5414199" y="990269"/>
            <a:ext cx="2215639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Problem Type</a:t>
            </a:r>
            <a:endParaRPr/>
          </a:p>
        </p:txBody>
      </p:sp>
      <p:sp>
        <p:nvSpPr>
          <p:cNvPr id="406" name="Google Shape;406;p74"/>
          <p:cNvSpPr txBox="1"/>
          <p:nvPr/>
        </p:nvSpPr>
        <p:spPr>
          <a:xfrm>
            <a:off x="5334620" y="3003201"/>
            <a:ext cx="2693745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ril Fatface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 Summary</a:t>
            </a:r>
            <a:endParaRPr/>
          </a:p>
        </p:txBody>
      </p:sp>
      <p:sp>
        <p:nvSpPr>
          <p:cNvPr id="407" name="Google Shape;407;p74"/>
          <p:cNvSpPr txBox="1"/>
          <p:nvPr/>
        </p:nvSpPr>
        <p:spPr>
          <a:xfrm>
            <a:off x="1714804" y="1539097"/>
            <a:ext cx="2459001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Fake-or-Real (FoR) Audio Dataset (Kaggle)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Contains real human speech and AI-generated (fake) speech</a:t>
            </a:r>
            <a:endParaRPr/>
          </a:p>
        </p:txBody>
      </p:sp>
      <p:sp>
        <p:nvSpPr>
          <p:cNvPr id="408" name="Google Shape;408;p74"/>
          <p:cNvSpPr txBox="1"/>
          <p:nvPr/>
        </p:nvSpPr>
        <p:spPr>
          <a:xfrm>
            <a:off x="5285433" y="1517569"/>
            <a:ext cx="245900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Binary classification problem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Real vs Fake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09" name="Google Shape;409;p74"/>
          <p:cNvSpPr txBox="1"/>
          <p:nvPr/>
        </p:nvSpPr>
        <p:spPr>
          <a:xfrm>
            <a:off x="1714804" y="3480870"/>
            <a:ext cx="2215639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Organized into folders: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Real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Fake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Audio format: .wav</a:t>
            </a:r>
            <a:endParaRPr/>
          </a:p>
        </p:txBody>
      </p:sp>
      <p:sp>
        <p:nvSpPr>
          <p:cNvPr id="410" name="Google Shape;410;p74"/>
          <p:cNvSpPr txBox="1"/>
          <p:nvPr/>
        </p:nvSpPr>
        <p:spPr>
          <a:xfrm>
            <a:off x="5285425" y="3480875"/>
            <a:ext cx="2618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Dataset is fairly balanced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urier New"/>
              <a:buChar char="o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Average duration: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Real: ~5.39 sec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Fake: ~2.36 sec</a:t>
            </a:r>
            <a:endParaRPr b="0" i="0" sz="1400" u="none" cap="none" strike="noStrik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Difference</a:t>
            </a: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: ~3.03 sec</a:t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5"/>
          <p:cNvSpPr txBox="1"/>
          <p:nvPr>
            <p:ph idx="4294967295" type="title"/>
          </p:nvPr>
        </p:nvSpPr>
        <p:spPr>
          <a:xfrm>
            <a:off x="751500" y="209625"/>
            <a:ext cx="7641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2900"/>
              <a:t>Technical Challenges: </a:t>
            </a:r>
            <a:r>
              <a:rPr b="1" lang="en" sz="2900">
                <a:solidFill>
                  <a:srgbClr val="325D79"/>
                </a:solidFill>
              </a:rPr>
              <a:t>Audio Duration Bias</a:t>
            </a:r>
            <a:endParaRPr b="1" sz="2900">
              <a:solidFill>
                <a:srgbClr val="325D79"/>
              </a:solidFill>
            </a:endParaRPr>
          </a:p>
        </p:txBody>
      </p:sp>
      <p:sp>
        <p:nvSpPr>
          <p:cNvPr id="416" name="Google Shape;416;p75"/>
          <p:cNvSpPr txBox="1"/>
          <p:nvPr/>
        </p:nvSpPr>
        <p:spPr>
          <a:xfrm>
            <a:off x="1218450" y="1037075"/>
            <a:ext cx="6707100" cy="2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Char char="●"/>
            </a:pP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Real audio is ~3 seconds longer on average</a:t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Char char="●"/>
            </a:pP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Risk: model may learn duration instead of speech patterns</a:t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Char char="●"/>
            </a:pP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Solution: convert audio to fixed-size features</a:t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Char char="●"/>
            </a:pP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Used MFCC + fixed-size mel-spectrograms</a:t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Char char="●"/>
            </a:pP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It’s </a:t>
            </a: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important </a:t>
            </a:r>
            <a:r>
              <a:rPr lang="en"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that the model focuses on patterns, not length</a:t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37538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6"/>
          <p:cNvSpPr/>
          <p:nvPr/>
        </p:nvSpPr>
        <p:spPr>
          <a:xfrm>
            <a:off x="5921875" y="4014725"/>
            <a:ext cx="1088700" cy="377400"/>
          </a:xfrm>
          <a:prstGeom prst="flowChartAlternateProcess">
            <a:avLst/>
          </a:pr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2" name="Google Shape;422;p76"/>
          <p:cNvSpPr/>
          <p:nvPr/>
        </p:nvSpPr>
        <p:spPr>
          <a:xfrm>
            <a:off x="4683450" y="4015925"/>
            <a:ext cx="789300" cy="377400"/>
          </a:xfrm>
          <a:prstGeom prst="flowChartAlternateProcess">
            <a:avLst/>
          </a:prstGeom>
          <a:solidFill>
            <a:srgbClr val="A9C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3" name="Google Shape;423;p76"/>
          <p:cNvSpPr/>
          <p:nvPr/>
        </p:nvSpPr>
        <p:spPr>
          <a:xfrm>
            <a:off x="3241225" y="4014725"/>
            <a:ext cx="1034100" cy="377400"/>
          </a:xfrm>
          <a:prstGeom prst="flowChartAlternateProcess">
            <a:avLst/>
          </a:prstGeom>
          <a:solidFill>
            <a:srgbClr val="7BABED"/>
          </a:solidFill>
          <a:ln cap="flat" cmpd="sng" w="9525">
            <a:solidFill>
              <a:srgbClr val="CCD0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4" name="Google Shape;424;p76"/>
          <p:cNvSpPr/>
          <p:nvPr/>
        </p:nvSpPr>
        <p:spPr>
          <a:xfrm>
            <a:off x="2043800" y="4001025"/>
            <a:ext cx="789300" cy="377400"/>
          </a:xfrm>
          <a:prstGeom prst="flowChartAlternateProcess">
            <a:avLst/>
          </a:prstGeom>
          <a:solidFill>
            <a:srgbClr val="608AC4"/>
          </a:solidFill>
          <a:ln cap="flat" cmpd="sng" w="9525">
            <a:solidFill>
              <a:srgbClr val="B3C3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5" name="Google Shape;425;p76"/>
          <p:cNvSpPr/>
          <p:nvPr/>
        </p:nvSpPr>
        <p:spPr>
          <a:xfrm flipH="1" rot="10800000">
            <a:off x="-34150" y="-119750"/>
            <a:ext cx="9178150" cy="882350"/>
          </a:xfrm>
          <a:prstGeom prst="flowChartProcess">
            <a:avLst/>
          </a:prstGeom>
          <a:solidFill>
            <a:srgbClr val="E3E9E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4E9E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6" name="Google Shape;426;p76"/>
          <p:cNvSpPr txBox="1"/>
          <p:nvPr>
            <p:ph type="title"/>
          </p:nvPr>
        </p:nvSpPr>
        <p:spPr>
          <a:xfrm>
            <a:off x="1633800" y="0"/>
            <a:ext cx="5876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4000"/>
              <a:t>Method Overview</a:t>
            </a:r>
            <a:endParaRPr b="1" sz="4000"/>
          </a:p>
        </p:txBody>
      </p:sp>
      <p:sp>
        <p:nvSpPr>
          <p:cNvPr id="427" name="Google Shape;427;p76"/>
          <p:cNvSpPr txBox="1"/>
          <p:nvPr>
            <p:ph idx="1" type="subTitle"/>
          </p:nvPr>
        </p:nvSpPr>
        <p:spPr>
          <a:xfrm>
            <a:off x="601950" y="1993025"/>
            <a:ext cx="3429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 u="sng">
                <a:solidFill>
                  <a:srgbClr val="719E49"/>
                </a:solidFill>
              </a:rPr>
              <a:t>Traditional Machine Learning</a:t>
            </a:r>
            <a:endParaRPr b="1" sz="2000" u="sng">
              <a:solidFill>
                <a:srgbClr val="719E49"/>
              </a:solidFill>
            </a:endParaRPr>
          </a:p>
        </p:txBody>
      </p:sp>
      <p:pic>
        <p:nvPicPr>
          <p:cNvPr id="428" name="Google Shape;42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450" y="904625"/>
            <a:ext cx="888600" cy="8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76"/>
          <p:cNvSpPr txBox="1"/>
          <p:nvPr/>
        </p:nvSpPr>
        <p:spPr>
          <a:xfrm>
            <a:off x="757075" y="2445850"/>
            <a:ext cx="31353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37538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537538"/>
                </a:solidFill>
                <a:latin typeface="Didact Gothic"/>
                <a:ea typeface="Didact Gothic"/>
                <a:cs typeface="Didact Gothic"/>
                <a:sym typeface="Didact Gothic"/>
              </a:rPr>
              <a:t>MFCC Features (Mean + Std)</a:t>
            </a:r>
            <a:endParaRPr>
              <a:solidFill>
                <a:srgbClr val="537538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7538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537538"/>
                </a:solidFill>
                <a:latin typeface="Didact Gothic"/>
                <a:ea typeface="Didact Gothic"/>
                <a:cs typeface="Didact Gothic"/>
                <a:sym typeface="Didact Gothic"/>
              </a:rPr>
              <a:t>Random Forest</a:t>
            </a:r>
            <a:endParaRPr>
              <a:solidFill>
                <a:srgbClr val="537538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7538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537538"/>
                </a:solidFill>
                <a:latin typeface="Didact Gothic"/>
                <a:ea typeface="Didact Gothic"/>
                <a:cs typeface="Didact Gothic"/>
                <a:sym typeface="Didact Gothic"/>
              </a:rPr>
              <a:t>Support Vector Machine (SVM)</a:t>
            </a:r>
            <a:endParaRPr>
              <a:solidFill>
                <a:srgbClr val="537538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7538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537538"/>
                </a:solidFill>
                <a:latin typeface="Didact Gothic"/>
                <a:ea typeface="Didact Gothic"/>
                <a:cs typeface="Didact Gothic"/>
                <a:sym typeface="Didact Gothic"/>
              </a:rPr>
              <a:t>Logistic Regression</a:t>
            </a:r>
            <a:endParaRPr sz="1300">
              <a:solidFill>
                <a:srgbClr val="537538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430" name="Google Shape;43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1925" y="904635"/>
            <a:ext cx="888600" cy="88858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76"/>
          <p:cNvSpPr txBox="1"/>
          <p:nvPr/>
        </p:nvSpPr>
        <p:spPr>
          <a:xfrm>
            <a:off x="5044525" y="1992238"/>
            <a:ext cx="28434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FF774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Deep Learning</a:t>
            </a:r>
            <a:endParaRPr b="1" sz="2000" u="sng">
              <a:solidFill>
                <a:srgbClr val="FF774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32" name="Google Shape;432;p76"/>
          <p:cNvSpPr txBox="1"/>
          <p:nvPr/>
        </p:nvSpPr>
        <p:spPr>
          <a:xfrm>
            <a:off x="5239975" y="2445850"/>
            <a:ext cx="2843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A5A35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CA5A35"/>
                </a:solidFill>
                <a:latin typeface="Didact Gothic"/>
                <a:ea typeface="Didact Gothic"/>
                <a:cs typeface="Didact Gothic"/>
                <a:sym typeface="Didact Gothic"/>
              </a:rPr>
              <a:t>Mel Spectrograms</a:t>
            </a:r>
            <a:endParaRPr>
              <a:solidFill>
                <a:srgbClr val="CA5A35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A5A35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CA5A35"/>
                </a:solidFill>
                <a:latin typeface="Didact Gothic"/>
                <a:ea typeface="Didact Gothic"/>
                <a:cs typeface="Didact Gothic"/>
                <a:sym typeface="Didact Gothic"/>
              </a:rPr>
              <a:t>CNN Model</a:t>
            </a:r>
            <a:endParaRPr>
              <a:solidFill>
                <a:srgbClr val="CA5A35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A5A35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CA5A35"/>
                </a:solidFill>
                <a:latin typeface="Didact Gothic"/>
                <a:ea typeface="Didact Gothic"/>
                <a:cs typeface="Didact Gothic"/>
                <a:sym typeface="Didact Gothic"/>
              </a:rPr>
              <a:t>Learns patterns from audio</a:t>
            </a:r>
            <a:endParaRPr>
              <a:solidFill>
                <a:srgbClr val="CA5A35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CA5A35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33" name="Google Shape;433;p76"/>
          <p:cNvSpPr txBox="1"/>
          <p:nvPr/>
        </p:nvSpPr>
        <p:spPr>
          <a:xfrm>
            <a:off x="3889825" y="3392938"/>
            <a:ext cx="1330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474747"/>
                </a:solidFill>
                <a:latin typeface="Didact Gothic"/>
                <a:ea typeface="Didact Gothic"/>
                <a:cs typeface="Didact Gothic"/>
                <a:sym typeface="Didact Gothic"/>
              </a:rPr>
              <a:t>Pipeline</a:t>
            </a:r>
            <a:endParaRPr b="1" sz="2000" u="sng">
              <a:solidFill>
                <a:srgbClr val="474747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434" name="Google Shape;434;p76"/>
          <p:cNvCxnSpPr/>
          <p:nvPr/>
        </p:nvCxnSpPr>
        <p:spPr>
          <a:xfrm flipH="1">
            <a:off x="4566025" y="1276625"/>
            <a:ext cx="300" cy="1886400"/>
          </a:xfrm>
          <a:prstGeom prst="straightConnector1">
            <a:avLst/>
          </a:prstGeom>
          <a:noFill/>
          <a:ln cap="flat" cmpd="sng" w="9525">
            <a:solidFill>
              <a:srgbClr val="9FA0A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76"/>
          <p:cNvSpPr txBox="1"/>
          <p:nvPr/>
        </p:nvSpPr>
        <p:spPr>
          <a:xfrm>
            <a:off x="1690675" y="3977825"/>
            <a:ext cx="5728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</a:t>
            </a:r>
            <a:r>
              <a:rPr b="1" lang="en" sz="19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u</a:t>
            </a:r>
            <a:r>
              <a:rPr b="1" lang="en" sz="19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dio   →   Features   →   Model   →   Prediction</a:t>
            </a:r>
            <a:endParaRPr b="1" sz="19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7"/>
          <p:cNvSpPr/>
          <p:nvPr/>
        </p:nvSpPr>
        <p:spPr>
          <a:xfrm flipH="1" rot="10800000">
            <a:off x="-34150" y="-119750"/>
            <a:ext cx="9178150" cy="882350"/>
          </a:xfrm>
          <a:prstGeom prst="flowChartProcess">
            <a:avLst/>
          </a:prstGeom>
          <a:solidFill>
            <a:srgbClr val="E3E9ED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4E9E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41" name="Google Shape;441;p77"/>
          <p:cNvSpPr txBox="1"/>
          <p:nvPr>
            <p:ph type="title"/>
          </p:nvPr>
        </p:nvSpPr>
        <p:spPr>
          <a:xfrm>
            <a:off x="1633800" y="0"/>
            <a:ext cx="5876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4000"/>
              <a:t>Data Augmentation</a:t>
            </a:r>
            <a:endParaRPr b="1" sz="4000"/>
          </a:p>
        </p:txBody>
      </p:sp>
      <p:sp>
        <p:nvSpPr>
          <p:cNvPr id="442" name="Google Shape;442;p77"/>
          <p:cNvSpPr txBox="1"/>
          <p:nvPr>
            <p:ph idx="1" type="subTitle"/>
          </p:nvPr>
        </p:nvSpPr>
        <p:spPr>
          <a:xfrm>
            <a:off x="5964275" y="3086288"/>
            <a:ext cx="3429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 u="sng">
                <a:solidFill>
                  <a:srgbClr val="719E49"/>
                </a:solidFill>
              </a:rPr>
              <a:t>Shift</a:t>
            </a:r>
            <a:endParaRPr b="1" sz="2000" u="sng">
              <a:solidFill>
                <a:srgbClr val="719E49"/>
              </a:solidFill>
            </a:endParaRPr>
          </a:p>
        </p:txBody>
      </p:sp>
      <p:pic>
        <p:nvPicPr>
          <p:cNvPr descr="Time management icon, vector graphics (Provided by Getty Images)" id="443" name="Google Shape;44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8138" y="2963088"/>
            <a:ext cx="700027" cy="700027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77"/>
          <p:cNvSpPr txBox="1"/>
          <p:nvPr/>
        </p:nvSpPr>
        <p:spPr>
          <a:xfrm>
            <a:off x="5436425" y="3539900"/>
            <a:ext cx="34296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37538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537538"/>
                </a:solidFill>
                <a:latin typeface="Didact Gothic"/>
                <a:ea typeface="Didact Gothic"/>
                <a:cs typeface="Didact Gothic"/>
                <a:sym typeface="Didact Gothic"/>
              </a:rPr>
              <a:t>Moves the audio slightly in time, preserving the speech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descr="sound loudly icon vector. Isolated contour symbol illustration (Provided by Getty Images)" id="445" name="Google Shape;44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300" y="2868810"/>
            <a:ext cx="888602" cy="888581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77"/>
          <p:cNvSpPr txBox="1"/>
          <p:nvPr/>
        </p:nvSpPr>
        <p:spPr>
          <a:xfrm>
            <a:off x="1123900" y="3086288"/>
            <a:ext cx="28434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rgbClr val="FF774D"/>
                </a:solidFill>
                <a:latin typeface="Didact Gothic"/>
                <a:ea typeface="Didact Gothic"/>
                <a:cs typeface="Didact Gothic"/>
                <a:sym typeface="Didact Gothic"/>
              </a:rPr>
              <a:t>Noise</a:t>
            </a:r>
            <a:endParaRPr b="1" sz="2000" u="sng">
              <a:solidFill>
                <a:srgbClr val="FF774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47" name="Google Shape;447;p77"/>
          <p:cNvSpPr txBox="1"/>
          <p:nvPr/>
        </p:nvSpPr>
        <p:spPr>
          <a:xfrm>
            <a:off x="686238" y="3539900"/>
            <a:ext cx="352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A5A35"/>
              </a:buClr>
              <a:buSzPts val="1400"/>
              <a:buFont typeface="Didact Gothic"/>
              <a:buChar char="●"/>
            </a:pPr>
            <a:r>
              <a:rPr lang="en">
                <a:solidFill>
                  <a:srgbClr val="CA5A35"/>
                </a:solidFill>
                <a:latin typeface="Didact Gothic"/>
                <a:ea typeface="Didact Gothic"/>
                <a:cs typeface="Didact Gothic"/>
                <a:sym typeface="Didact Gothic"/>
              </a:rPr>
              <a:t>Adds small, random variations to the audio signal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448" name="Google Shape;448;p77"/>
          <p:cNvCxnSpPr/>
          <p:nvPr/>
        </p:nvCxnSpPr>
        <p:spPr>
          <a:xfrm>
            <a:off x="4629350" y="2867750"/>
            <a:ext cx="2700" cy="1569300"/>
          </a:xfrm>
          <a:prstGeom prst="straightConnector1">
            <a:avLst/>
          </a:prstGeom>
          <a:noFill/>
          <a:ln cap="flat" cmpd="sng" w="9525">
            <a:solidFill>
              <a:srgbClr val="9FA0A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9" name="Google Shape;44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9288" y="981149"/>
            <a:ext cx="5085418" cy="16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77"/>
          <p:cNvSpPr/>
          <p:nvPr/>
        </p:nvSpPr>
        <p:spPr>
          <a:xfrm>
            <a:off x="2171300" y="4480850"/>
            <a:ext cx="4947000" cy="2457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51" name="Google Shape;451;p77"/>
          <p:cNvSpPr txBox="1"/>
          <p:nvPr/>
        </p:nvSpPr>
        <p:spPr>
          <a:xfrm>
            <a:off x="2574350" y="4437050"/>
            <a:ext cx="41409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These subtle changes help CNN learn more general patterns and improve performance on unseen data.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52" name="Google Shape;452;p77"/>
          <p:cNvSpPr txBox="1"/>
          <p:nvPr/>
        </p:nvSpPr>
        <p:spPr>
          <a:xfrm>
            <a:off x="127750" y="1164175"/>
            <a:ext cx="19017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Applied data augmentation by adding noise and shifting audio to create additional training samples.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53" name="Google Shape;453;p77"/>
          <p:cNvSpPr txBox="1"/>
          <p:nvPr/>
        </p:nvSpPr>
        <p:spPr>
          <a:xfrm>
            <a:off x="7187900" y="1164175"/>
            <a:ext cx="18045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Each original audio file is transformed into multiple versions to improve model generalization.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9FB2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8"/>
          <p:cNvSpPr txBox="1"/>
          <p:nvPr>
            <p:ph type="title"/>
          </p:nvPr>
        </p:nvSpPr>
        <p:spPr>
          <a:xfrm>
            <a:off x="586525" y="41675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Traditional ML Results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graphicFrame>
        <p:nvGraphicFramePr>
          <p:cNvPr id="459" name="Google Shape;459;p78"/>
          <p:cNvGraphicFramePr/>
          <p:nvPr/>
        </p:nvGraphicFramePr>
        <p:xfrm>
          <a:off x="539200" y="100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{B0F557CD-3911-4F79-AC21-5B15C7204FF5}</a:tableStyleId>
              </a:tblPr>
              <a:tblGrid>
                <a:gridCol w="1933225"/>
                <a:gridCol w="991075"/>
                <a:gridCol w="924000"/>
              </a:tblGrid>
              <a:tr h="67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Logistic Regression: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~91.49%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~91.41%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</a:tr>
              <a:tr h="45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Random Forest: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~97.74%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~97.73%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SVM: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~92.54%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~92.33%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Logistic Regression (Scaled):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~91.54%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~91.46%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</a:tr>
              <a:tr h="45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lt1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SVM (Scaled):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~98.84%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~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Didact Gothic"/>
                          <a:ea typeface="Didact Gothic"/>
                          <a:cs typeface="Didact Gothic"/>
                          <a:sym typeface="Didact Gothic"/>
                        </a:rPr>
                        <a:t>98.84%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69F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9FB2"/>
                    </a:solidFill>
                  </a:tcPr>
                </a:tc>
              </a:tr>
            </a:tbl>
          </a:graphicData>
        </a:graphic>
      </p:graphicFrame>
      <p:sp>
        <p:nvSpPr>
          <p:cNvPr id="460" name="Google Shape;460;p78"/>
          <p:cNvSpPr txBox="1"/>
          <p:nvPr/>
        </p:nvSpPr>
        <p:spPr>
          <a:xfrm>
            <a:off x="2322900" y="616975"/>
            <a:ext cx="1140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rPr>
              <a:t>Accuracy:</a:t>
            </a:r>
            <a:endParaRPr>
              <a:solidFill>
                <a:schemeClr val="lt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461" name="Google Shape;461;p78"/>
          <p:cNvSpPr txBox="1"/>
          <p:nvPr/>
        </p:nvSpPr>
        <p:spPr>
          <a:xfrm>
            <a:off x="3463500" y="616975"/>
            <a:ext cx="9240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rPr>
              <a:t>F1:</a:t>
            </a:r>
            <a:endParaRPr>
              <a:solidFill>
                <a:schemeClr val="lt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462" name="Google Shape;462;p78"/>
          <p:cNvSpPr txBox="1"/>
          <p:nvPr/>
        </p:nvSpPr>
        <p:spPr>
          <a:xfrm>
            <a:off x="763975" y="4332575"/>
            <a:ext cx="7349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Feature scaling significantly improved SVM performance, making it the best model. 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463" name="Google Shape;46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712" y="934402"/>
            <a:ext cx="3759840" cy="28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9"/>
          <p:cNvSpPr txBox="1"/>
          <p:nvPr>
            <p:ph idx="1" type="body"/>
          </p:nvPr>
        </p:nvSpPr>
        <p:spPr>
          <a:xfrm>
            <a:off x="177625" y="942075"/>
            <a:ext cx="43428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7BABE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What we did</a:t>
            </a:r>
            <a:endParaRPr u="sng">
              <a:solidFill>
                <a:srgbClr val="7BABED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Extracted MFCC features from audio.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We used: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Mean: The average frequency content.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Standard Deviation: The variation over time.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7BABED"/>
                </a:solidFill>
                <a:latin typeface="Abril Fatface"/>
                <a:ea typeface="Abril Fatface"/>
                <a:cs typeface="Abril Fatface"/>
                <a:sym typeface="Abril Fatface"/>
              </a:rPr>
              <a:t>Key Insight</a:t>
            </a:r>
            <a:endParaRPr u="sng">
              <a:solidFill>
                <a:srgbClr val="7BABED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Most important features is MFCC standard deviation.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Captures how audio changes over time.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7BABE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it matters</a:t>
            </a:r>
            <a:endParaRPr u="sng">
              <a:solidFill>
                <a:srgbClr val="7BABED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Real speech is more natural variation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Fake speech is often smoother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69" name="Google Shape;469;p79"/>
          <p:cNvSpPr txBox="1"/>
          <p:nvPr>
            <p:ph idx="2" type="title"/>
          </p:nvPr>
        </p:nvSpPr>
        <p:spPr>
          <a:xfrm>
            <a:off x="177625" y="188375"/>
            <a:ext cx="75675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4000"/>
              <a:t>Feature Importance</a:t>
            </a:r>
            <a:endParaRPr sz="4000"/>
          </a:p>
        </p:txBody>
      </p:sp>
      <p:pic>
        <p:nvPicPr>
          <p:cNvPr id="470" name="Google Shape;470;p79" title="10000024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462" y="1895763"/>
            <a:ext cx="3426750" cy="155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79" title="100000245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462" y="3452275"/>
            <a:ext cx="3457676" cy="15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7675" y="119833"/>
            <a:ext cx="2848325" cy="1699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69FB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0"/>
          <p:cNvSpPr txBox="1"/>
          <p:nvPr>
            <p:ph type="title"/>
          </p:nvPr>
        </p:nvSpPr>
        <p:spPr>
          <a:xfrm>
            <a:off x="452350" y="152400"/>
            <a:ext cx="6336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FCFCFC"/>
                </a:solidFill>
              </a:rPr>
              <a:t>CNN</a:t>
            </a:r>
            <a:r>
              <a:rPr lang="en">
                <a:solidFill>
                  <a:srgbClr val="FCFCFC"/>
                </a:solidFill>
              </a:rPr>
              <a:t> Results</a:t>
            </a:r>
            <a:endParaRPr>
              <a:solidFill>
                <a:srgbClr val="FCFCFC"/>
              </a:solidFill>
            </a:endParaRPr>
          </a:p>
        </p:txBody>
      </p:sp>
      <p:sp>
        <p:nvSpPr>
          <p:cNvPr id="478" name="Google Shape;478;p80"/>
          <p:cNvSpPr txBox="1"/>
          <p:nvPr>
            <p:ph idx="1" type="subTitle"/>
          </p:nvPr>
        </p:nvSpPr>
        <p:spPr>
          <a:xfrm>
            <a:off x="482850" y="898025"/>
            <a:ext cx="25653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Accuracy: ~98.82%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F1: ~98.81%</a:t>
            </a:r>
            <a:endParaRPr/>
          </a:p>
        </p:txBody>
      </p:sp>
      <p:sp>
        <p:nvSpPr>
          <p:cNvPr id="479" name="Google Shape;479;p80"/>
          <p:cNvSpPr txBox="1"/>
          <p:nvPr/>
        </p:nvSpPr>
        <p:spPr>
          <a:xfrm>
            <a:off x="482850" y="629999"/>
            <a:ext cx="59772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Training converged quickly in just a few epochs.</a:t>
            </a:r>
            <a:endParaRPr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80" name="Google Shape;480;p80"/>
          <p:cNvSpPr/>
          <p:nvPr/>
        </p:nvSpPr>
        <p:spPr>
          <a:xfrm>
            <a:off x="1311100" y="4486775"/>
            <a:ext cx="7398900" cy="206400"/>
          </a:xfrm>
          <a:prstGeom prst="rect">
            <a:avLst/>
          </a:prstGeom>
          <a:solidFill>
            <a:srgbClr val="869FB2"/>
          </a:solidFill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481" name="Google Shape;48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350" y="2824750"/>
            <a:ext cx="3533676" cy="2029575"/>
          </a:xfrm>
          <a:prstGeom prst="rect">
            <a:avLst/>
          </a:prstGeom>
          <a:noFill/>
          <a:ln cap="flat" cmpd="sng" w="38100">
            <a:solidFill>
              <a:srgbClr val="D7DFE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2" name="Google Shape;482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0500" y="2824751"/>
            <a:ext cx="3753326" cy="2029575"/>
          </a:xfrm>
          <a:prstGeom prst="rect">
            <a:avLst/>
          </a:prstGeom>
          <a:noFill/>
          <a:ln cap="flat" cmpd="sng" w="38100">
            <a:solidFill>
              <a:srgbClr val="D7DFE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3" name="Google Shape;483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1175" y="327650"/>
            <a:ext cx="2286000" cy="2289876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80"/>
          <p:cNvSpPr txBox="1"/>
          <p:nvPr>
            <p:ph idx="14" type="subTitle"/>
          </p:nvPr>
        </p:nvSpPr>
        <p:spPr>
          <a:xfrm>
            <a:off x="452350" y="1393025"/>
            <a:ext cx="36477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ROC curve evaluates classification performance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AUC ≈ 0.9993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separation between real and fake audio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81"/>
          <p:cNvSpPr txBox="1"/>
          <p:nvPr>
            <p:ph idx="1" type="body"/>
          </p:nvPr>
        </p:nvSpPr>
        <p:spPr>
          <a:xfrm>
            <a:off x="177625" y="942075"/>
            <a:ext cx="4495200" cy="3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7BABE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What CNN does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Converts audio to Mel spectrograms (2D images)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Learns patterns in spectrograms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Automatically detects real vs fake speech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7BABED"/>
                </a:solidFill>
                <a:latin typeface="Abril Fatface"/>
                <a:ea typeface="Abril Fatface"/>
                <a:cs typeface="Abril Fatface"/>
                <a:sym typeface="Abril Fatface"/>
              </a:rPr>
              <a:t>Key Insight</a:t>
            </a:r>
            <a:endParaRPr u="sng">
              <a:solidFill>
                <a:srgbClr val="7BABED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CNN focuses on unique visual differences between real and fake speech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Trains directly on spectrogram images instead of manual features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7BABED"/>
                </a:solidFill>
                <a:latin typeface="Abril Fatface"/>
                <a:ea typeface="Abril Fatface"/>
                <a:cs typeface="Abril Fatface"/>
                <a:sym typeface="Abril Fatface"/>
              </a:rPr>
              <a:t>Why it matters</a:t>
            </a:r>
            <a:endParaRPr u="sng">
              <a:solidFill>
                <a:srgbClr val="7BABED"/>
              </a:solidFill>
              <a:latin typeface="Abril Fatface"/>
              <a:ea typeface="Abril Fatface"/>
              <a:cs typeface="Abril Fatface"/>
              <a:sym typeface="Abril Fatfac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Real and Fake speech have distinct patterns in the spectrograms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Fake speech often has smoother, less natural patterns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0" name="Google Shape;490;p81"/>
          <p:cNvSpPr txBox="1"/>
          <p:nvPr>
            <p:ph idx="2" type="title"/>
          </p:nvPr>
        </p:nvSpPr>
        <p:spPr>
          <a:xfrm>
            <a:off x="177625" y="188375"/>
            <a:ext cx="75675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CNN’s Pattern Learning</a:t>
            </a:r>
            <a:endParaRPr/>
          </a:p>
        </p:txBody>
      </p:sp>
      <p:pic>
        <p:nvPicPr>
          <p:cNvPr id="491" name="Google Shape;49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825" y="1060475"/>
            <a:ext cx="4318776" cy="3692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2"/>
          <p:cNvSpPr txBox="1"/>
          <p:nvPr>
            <p:ph type="title"/>
          </p:nvPr>
        </p:nvSpPr>
        <p:spPr>
          <a:xfrm>
            <a:off x="582750" y="135475"/>
            <a:ext cx="7978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 Errors (Misclassified Examples)</a:t>
            </a:r>
            <a:endParaRPr/>
          </a:p>
        </p:txBody>
      </p:sp>
      <p:sp>
        <p:nvSpPr>
          <p:cNvPr id="497" name="Google Shape;497;p82"/>
          <p:cNvSpPr/>
          <p:nvPr/>
        </p:nvSpPr>
        <p:spPr>
          <a:xfrm>
            <a:off x="1409826" y="4506169"/>
            <a:ext cx="7074600" cy="262200"/>
          </a:xfrm>
          <a:prstGeom prst="rect">
            <a:avLst/>
          </a:prstGeom>
          <a:solidFill>
            <a:schemeClr val="lt1"/>
          </a:solidFill>
          <a:ln cap="flat" cmpd="sng" w="8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325" lIns="78325" spcFirstLastPara="1" rIns="78325" wrap="square" tIns="78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9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498" name="Google Shape;49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950" y="805988"/>
            <a:ext cx="2758829" cy="16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892" y="805988"/>
            <a:ext cx="2880406" cy="167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0950" y="2484758"/>
            <a:ext cx="2758822" cy="157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09771" y="2484758"/>
            <a:ext cx="2838529" cy="157990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82"/>
          <p:cNvSpPr txBox="1"/>
          <p:nvPr/>
        </p:nvSpPr>
        <p:spPr>
          <a:xfrm>
            <a:off x="861150" y="4302650"/>
            <a:ext cx="74217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These examples show where the model struggles when real and fake patterns are similar.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9ED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3"/>
          <p:cNvSpPr txBox="1"/>
          <p:nvPr>
            <p:ph type="title"/>
          </p:nvPr>
        </p:nvSpPr>
        <p:spPr>
          <a:xfrm>
            <a:off x="1403700" y="430000"/>
            <a:ext cx="6336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Confusion Matrix Comparison</a:t>
            </a:r>
            <a:endParaRPr/>
          </a:p>
        </p:txBody>
      </p:sp>
      <p:sp>
        <p:nvSpPr>
          <p:cNvPr id="508" name="Google Shape;508;p83"/>
          <p:cNvSpPr txBox="1"/>
          <p:nvPr>
            <p:ph idx="14" type="subTitle"/>
          </p:nvPr>
        </p:nvSpPr>
        <p:spPr>
          <a:xfrm>
            <a:off x="2000919" y="3847700"/>
            <a:ext cx="19254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/>
              <a:t>Accuracy: ~98.84%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/>
              <a:t>F1: ~98.84%</a:t>
            </a:r>
            <a:endParaRPr/>
          </a:p>
        </p:txBody>
      </p:sp>
      <p:sp>
        <p:nvSpPr>
          <p:cNvPr id="509" name="Google Shape;509;p83"/>
          <p:cNvSpPr txBox="1"/>
          <p:nvPr>
            <p:ph idx="1" type="subTitle"/>
          </p:nvPr>
        </p:nvSpPr>
        <p:spPr>
          <a:xfrm>
            <a:off x="5082275" y="3795202"/>
            <a:ext cx="22098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Accuracy: ~98.82%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F1: ~98.81%</a:t>
            </a:r>
            <a:endParaRPr/>
          </a:p>
        </p:txBody>
      </p:sp>
      <p:sp>
        <p:nvSpPr>
          <p:cNvPr id="510" name="Google Shape;510;p83"/>
          <p:cNvSpPr/>
          <p:nvPr/>
        </p:nvSpPr>
        <p:spPr>
          <a:xfrm>
            <a:off x="1311100" y="4486775"/>
            <a:ext cx="7398900" cy="206400"/>
          </a:xfrm>
          <a:prstGeom prst="rect">
            <a:avLst/>
          </a:prstGeom>
          <a:solidFill>
            <a:srgbClr val="E4E9ED"/>
          </a:solidFill>
          <a:ln cap="flat" cmpd="sng" w="9525">
            <a:solidFill>
              <a:srgbClr val="E4E9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pic>
        <p:nvPicPr>
          <p:cNvPr id="511" name="Google Shape;51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125" y="1121725"/>
            <a:ext cx="3036100" cy="26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913" y="1121725"/>
            <a:ext cx="3049418" cy="26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83"/>
          <p:cNvSpPr txBox="1"/>
          <p:nvPr/>
        </p:nvSpPr>
        <p:spPr>
          <a:xfrm>
            <a:off x="435000" y="4396100"/>
            <a:ext cx="82740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SVM achieved better performance by leveraging MFCC features directly, whereas CNN struggled with limited data.</a:t>
            </a:r>
            <a:endParaRPr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4"/>
          <p:cNvSpPr txBox="1"/>
          <p:nvPr>
            <p:ph type="title"/>
          </p:nvPr>
        </p:nvSpPr>
        <p:spPr>
          <a:xfrm>
            <a:off x="577275" y="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Specialized Datasets</a:t>
            </a:r>
            <a:endParaRPr/>
          </a:p>
        </p:txBody>
      </p:sp>
      <p:sp>
        <p:nvSpPr>
          <p:cNvPr id="519" name="Google Shape;519;p84"/>
          <p:cNvSpPr txBox="1"/>
          <p:nvPr>
            <p:ph idx="1" type="subTitle"/>
          </p:nvPr>
        </p:nvSpPr>
        <p:spPr>
          <a:xfrm>
            <a:off x="6271274" y="1561200"/>
            <a:ext cx="2392800" cy="13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Fore</a:t>
            </a:r>
            <a:r>
              <a:rPr lang="en" sz="1800"/>
              <a:t>ign language dataset; German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Detecting  English speaker bias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5000 samples: 2500 fake, 2500 real</a:t>
            </a:r>
            <a:endParaRPr sz="1800"/>
          </a:p>
        </p:txBody>
      </p:sp>
      <p:sp>
        <p:nvSpPr>
          <p:cNvPr id="520" name="Google Shape;520;p84"/>
          <p:cNvSpPr txBox="1"/>
          <p:nvPr>
            <p:ph idx="2" type="title"/>
          </p:nvPr>
        </p:nvSpPr>
        <p:spPr>
          <a:xfrm>
            <a:off x="6473482" y="615300"/>
            <a:ext cx="18078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MLAAD/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M-AILABS</a:t>
            </a:r>
            <a:endParaRPr/>
          </a:p>
        </p:txBody>
      </p:sp>
      <p:sp>
        <p:nvSpPr>
          <p:cNvPr id="521" name="Google Shape;521;p84"/>
          <p:cNvSpPr txBox="1"/>
          <p:nvPr>
            <p:ph idx="5" type="subTitle"/>
          </p:nvPr>
        </p:nvSpPr>
        <p:spPr>
          <a:xfrm>
            <a:off x="3232884" y="1375975"/>
            <a:ext cx="2392800" cy="13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Real-world deepfakes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Sampled from internet videos and social media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2364 samples: 1182 fake, 1182 real</a:t>
            </a:r>
            <a:endParaRPr sz="1800"/>
          </a:p>
        </p:txBody>
      </p:sp>
      <p:sp>
        <p:nvSpPr>
          <p:cNvPr id="522" name="Google Shape;522;p84"/>
          <p:cNvSpPr txBox="1"/>
          <p:nvPr>
            <p:ph idx="6" type="title"/>
          </p:nvPr>
        </p:nvSpPr>
        <p:spPr>
          <a:xfrm>
            <a:off x="3456513" y="844525"/>
            <a:ext cx="19455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In-the-Wild</a:t>
            </a:r>
            <a:endParaRPr/>
          </a:p>
        </p:txBody>
      </p:sp>
      <p:sp>
        <p:nvSpPr>
          <p:cNvPr id="523" name="Google Shape;523;p84"/>
          <p:cNvSpPr txBox="1"/>
          <p:nvPr>
            <p:ph idx="7" type="subTitle"/>
          </p:nvPr>
        </p:nvSpPr>
        <p:spPr>
          <a:xfrm>
            <a:off x="296425" y="1375978"/>
            <a:ext cx="2656800" cy="13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Less realistic, designed for lab testing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Contains the largest variety of  deepfake techniques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5000 samples; 2500 fake, 2500 real</a:t>
            </a:r>
            <a:endParaRPr sz="1800"/>
          </a:p>
        </p:txBody>
      </p:sp>
      <p:sp>
        <p:nvSpPr>
          <p:cNvPr id="524" name="Google Shape;524;p84"/>
          <p:cNvSpPr txBox="1"/>
          <p:nvPr>
            <p:ph idx="8" type="title"/>
          </p:nvPr>
        </p:nvSpPr>
        <p:spPr>
          <a:xfrm>
            <a:off x="793225" y="844525"/>
            <a:ext cx="2160000" cy="9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ASVSpoof19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5"/>
          <p:cNvSpPr txBox="1"/>
          <p:nvPr>
            <p:ph type="title"/>
          </p:nvPr>
        </p:nvSpPr>
        <p:spPr>
          <a:xfrm>
            <a:off x="720000" y="82400"/>
            <a:ext cx="7704000" cy="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Results/Models for Comparison</a:t>
            </a:r>
            <a:endParaRPr/>
          </a:p>
        </p:txBody>
      </p:sp>
      <p:grpSp>
        <p:nvGrpSpPr>
          <p:cNvPr id="530" name="Google Shape;530;p85"/>
          <p:cNvGrpSpPr/>
          <p:nvPr/>
        </p:nvGrpSpPr>
        <p:grpSpPr>
          <a:xfrm>
            <a:off x="6026100" y="671886"/>
            <a:ext cx="2873851" cy="4288780"/>
            <a:chOff x="1118216" y="283725"/>
            <a:chExt cx="2090834" cy="4076400"/>
          </a:xfrm>
        </p:grpSpPr>
        <p:sp>
          <p:nvSpPr>
            <p:cNvPr id="531" name="Google Shape;531;p8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85"/>
            <p:cNvSpPr/>
            <p:nvPr/>
          </p:nvSpPr>
          <p:spPr>
            <a:xfrm>
              <a:off x="1118216" y="341743"/>
              <a:ext cx="2048100" cy="1803000"/>
            </a:xfrm>
            <a:prstGeom prst="rect">
              <a:avLst/>
            </a:prstGeom>
            <a:solidFill>
              <a:srgbClr val="FFFFFF"/>
            </a:solidFill>
            <a:ln cap="flat" cmpd="sng" w="220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85"/>
            <p:cNvSpPr/>
            <p:nvPr/>
          </p:nvSpPr>
          <p:spPr>
            <a:xfrm>
              <a:off x="1225920" y="448780"/>
              <a:ext cx="1815000" cy="608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40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MLAAD</a:t>
              </a:r>
              <a:endParaRPr sz="2400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34" name="Google Shape;534;p85"/>
            <p:cNvSpPr/>
            <p:nvPr/>
          </p:nvSpPr>
          <p:spPr>
            <a:xfrm>
              <a:off x="1225920" y="1056892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 u="sng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SVM (Unscaled)</a:t>
              </a:r>
              <a:endParaRPr b="1" sz="2150" u="sng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Acc: 77.66%</a:t>
              </a:r>
              <a:endParaRPr b="1" sz="215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EER: 12.36%</a:t>
              </a:r>
              <a:endParaRPr b="1" sz="215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5" name="Google Shape;535;p85"/>
            <p:cNvSpPr/>
            <p:nvPr/>
          </p:nvSpPr>
          <p:spPr>
            <a:xfrm rot="5400000">
              <a:off x="1938871" y="2182870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85"/>
          <p:cNvGrpSpPr/>
          <p:nvPr/>
        </p:nvGrpSpPr>
        <p:grpSpPr>
          <a:xfrm>
            <a:off x="3135075" y="671886"/>
            <a:ext cx="2832313" cy="4288780"/>
            <a:chOff x="1118216" y="283725"/>
            <a:chExt cx="2060613" cy="4076400"/>
          </a:xfrm>
        </p:grpSpPr>
        <p:sp>
          <p:nvSpPr>
            <p:cNvPr id="537" name="Google Shape;537;p85"/>
            <p:cNvSpPr/>
            <p:nvPr/>
          </p:nvSpPr>
          <p:spPr>
            <a:xfrm>
              <a:off x="114843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85"/>
            <p:cNvSpPr/>
            <p:nvPr/>
          </p:nvSpPr>
          <p:spPr>
            <a:xfrm>
              <a:off x="1118216" y="341743"/>
              <a:ext cx="2048100" cy="1803000"/>
            </a:xfrm>
            <a:prstGeom prst="rect">
              <a:avLst/>
            </a:prstGeom>
            <a:solidFill>
              <a:srgbClr val="FFFFFF"/>
            </a:solidFill>
            <a:ln cap="flat" cmpd="sng" w="220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85"/>
            <p:cNvSpPr/>
            <p:nvPr/>
          </p:nvSpPr>
          <p:spPr>
            <a:xfrm>
              <a:off x="1225920" y="448780"/>
              <a:ext cx="1815000" cy="608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387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In-the-Wild</a:t>
              </a:r>
              <a:endParaRPr sz="687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540" name="Google Shape;540;p85"/>
            <p:cNvSpPr/>
            <p:nvPr/>
          </p:nvSpPr>
          <p:spPr>
            <a:xfrm>
              <a:off x="1256131" y="1056892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 u="sng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Spectrogram CNN</a:t>
              </a:r>
              <a:endParaRPr b="1" sz="2150" u="sng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Acc: 66.67%</a:t>
              </a:r>
              <a:endParaRPr b="1" sz="215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0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EER: 31.81%</a:t>
              </a:r>
              <a:endParaRPr b="1" sz="215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1" name="Google Shape;541;p85"/>
            <p:cNvSpPr/>
            <p:nvPr/>
          </p:nvSpPr>
          <p:spPr>
            <a:xfrm rot="5400000">
              <a:off x="1938871" y="2182870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2" name="Google Shape;542;p85"/>
          <p:cNvSpPr/>
          <p:nvPr/>
        </p:nvSpPr>
        <p:spPr>
          <a:xfrm>
            <a:off x="3176538" y="2918594"/>
            <a:ext cx="27909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50" lIns="105650" spcFirstLastPara="1" rIns="105650" wrap="square" tIns="105650">
            <a:noAutofit/>
          </a:bodyPr>
          <a:lstStyle/>
          <a:p>
            <a:pPr indent="-3317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4"/>
              <a:buFont typeface="Roboto"/>
              <a:buChar char="●"/>
            </a:pPr>
            <a:r>
              <a:rPr lang="en"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Generalizes the best on real-world data</a:t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7297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4"/>
              <a:buFont typeface="Roboto"/>
              <a:buChar char="●"/>
            </a:pPr>
            <a:r>
              <a:rPr lang="en"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Most resistant  to background noise</a:t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85"/>
          <p:cNvSpPr/>
          <p:nvPr/>
        </p:nvSpPr>
        <p:spPr>
          <a:xfrm>
            <a:off x="6026100" y="2918594"/>
            <a:ext cx="27909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650" lIns="105650" spcFirstLastPara="1" rIns="105650" wrap="square" tIns="105650">
            <a:noAutofit/>
          </a:bodyPr>
          <a:lstStyle/>
          <a:p>
            <a:pPr indent="-367297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4"/>
              <a:buFont typeface="Roboto"/>
              <a:buChar char="●"/>
            </a:pPr>
            <a:r>
              <a:rPr lang="en"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Optimizes less features </a:t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7297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4"/>
              <a:buFont typeface="Roboto"/>
              <a:buChar char="●"/>
            </a:pPr>
            <a:r>
              <a:rPr lang="en"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Robust to different languages</a:t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52829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44" name="Google Shape;544;p85"/>
          <p:cNvGrpSpPr/>
          <p:nvPr/>
        </p:nvGrpSpPr>
        <p:grpSpPr>
          <a:xfrm>
            <a:off x="202525" y="671886"/>
            <a:ext cx="2915376" cy="4288780"/>
            <a:chOff x="1088005" y="283725"/>
            <a:chExt cx="2121045" cy="4076400"/>
          </a:xfrm>
        </p:grpSpPr>
        <p:sp>
          <p:nvSpPr>
            <p:cNvPr id="545" name="Google Shape;545;p85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85"/>
            <p:cNvSpPr/>
            <p:nvPr/>
          </p:nvSpPr>
          <p:spPr>
            <a:xfrm>
              <a:off x="1118216" y="341743"/>
              <a:ext cx="2048100" cy="1803000"/>
            </a:xfrm>
            <a:prstGeom prst="rect">
              <a:avLst/>
            </a:prstGeom>
            <a:solidFill>
              <a:srgbClr val="FFFFFF"/>
            </a:solidFill>
            <a:ln cap="flat" cmpd="sng" w="22050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85"/>
            <p:cNvSpPr/>
            <p:nvPr/>
          </p:nvSpPr>
          <p:spPr>
            <a:xfrm>
              <a:off x="1225929" y="448789"/>
              <a:ext cx="1940400" cy="608100"/>
            </a:xfrm>
            <a:prstGeom prst="rect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253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ASVSpoof19</a:t>
              </a:r>
              <a:endParaRPr b="1" sz="2587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8" name="Google Shape;548;p85"/>
            <p:cNvSpPr/>
            <p:nvPr/>
          </p:nvSpPr>
          <p:spPr>
            <a:xfrm>
              <a:off x="1225919" y="1056871"/>
              <a:ext cx="1815000" cy="7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3" u="sng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Spectrogram CNN</a:t>
              </a:r>
              <a:endParaRPr b="1" sz="2153" u="sng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3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Acc: 70.82</a:t>
              </a:r>
              <a:r>
                <a:rPr b="1" lang="en" sz="2153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b="1" sz="2153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53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EER</a:t>
              </a:r>
              <a:r>
                <a:rPr b="1" lang="en" sz="2153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: 28.68%</a:t>
              </a:r>
              <a:endParaRPr b="1" sz="2153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9" name="Google Shape;549;p85"/>
            <p:cNvSpPr/>
            <p:nvPr/>
          </p:nvSpPr>
          <p:spPr>
            <a:xfrm rot="5400000">
              <a:off x="1938871" y="2182870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5650" lIns="105650" spcFirstLastPara="1" rIns="105650" wrap="square" tIns="105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85"/>
            <p:cNvSpPr/>
            <p:nvPr/>
          </p:nvSpPr>
          <p:spPr>
            <a:xfrm>
              <a:off x="1088005" y="2419111"/>
              <a:ext cx="20907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650" lIns="105650" spcFirstLastPara="1" rIns="105650" wrap="square" tIns="105650">
              <a:noAutofit/>
            </a:bodyPr>
            <a:lstStyle/>
            <a:p>
              <a:pPr indent="-367297" lvl="0" marL="52829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24"/>
                <a:buFont typeface="Roboto"/>
                <a:buChar char="●"/>
              </a:pPr>
              <a:r>
                <a:rPr lang="en" sz="162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Best at catching computer-generated deep fakes</a:t>
              </a:r>
              <a:endParaRPr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67297" lvl="0" marL="52829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24"/>
                <a:buFont typeface="Roboto"/>
                <a:buChar char="●"/>
              </a:pPr>
              <a:r>
                <a:rPr lang="en" sz="1624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Spots digital fingerprint features like sound quality </a:t>
              </a:r>
              <a:endParaRPr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528293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6"/>
          <p:cNvSpPr/>
          <p:nvPr/>
        </p:nvSpPr>
        <p:spPr>
          <a:xfrm>
            <a:off x="6857275" y="1550163"/>
            <a:ext cx="2041556" cy="284135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86"/>
          <p:cNvSpPr/>
          <p:nvPr/>
        </p:nvSpPr>
        <p:spPr>
          <a:xfrm>
            <a:off x="4604888" y="1550163"/>
            <a:ext cx="2041556" cy="2841355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86"/>
          <p:cNvSpPr/>
          <p:nvPr/>
        </p:nvSpPr>
        <p:spPr>
          <a:xfrm>
            <a:off x="2358212" y="1550163"/>
            <a:ext cx="2035845" cy="2841359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86"/>
          <p:cNvSpPr/>
          <p:nvPr/>
        </p:nvSpPr>
        <p:spPr>
          <a:xfrm>
            <a:off x="160904" y="1550163"/>
            <a:ext cx="2041555" cy="2841359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EAE7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86"/>
          <p:cNvSpPr txBox="1"/>
          <p:nvPr/>
        </p:nvSpPr>
        <p:spPr>
          <a:xfrm>
            <a:off x="618338" y="1258951"/>
            <a:ext cx="1256700" cy="495300"/>
          </a:xfrm>
          <a:prstGeom prst="rect">
            <a:avLst/>
          </a:prstGeom>
          <a:solidFill>
            <a:srgbClr val="A9CDFF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Step 1</a:t>
            </a:r>
            <a:endParaRPr/>
          </a:p>
        </p:txBody>
      </p:sp>
      <p:sp>
        <p:nvSpPr>
          <p:cNvPr id="560" name="Google Shape;560;p86"/>
          <p:cNvSpPr txBox="1"/>
          <p:nvPr/>
        </p:nvSpPr>
        <p:spPr>
          <a:xfrm>
            <a:off x="2746129" y="1273165"/>
            <a:ext cx="1256700" cy="495300"/>
          </a:xfrm>
          <a:prstGeom prst="rect">
            <a:avLst/>
          </a:prstGeom>
          <a:solidFill>
            <a:srgbClr val="A9CDFF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Step 2</a:t>
            </a:r>
            <a:endParaRPr/>
          </a:p>
        </p:txBody>
      </p:sp>
      <p:sp>
        <p:nvSpPr>
          <p:cNvPr id="561" name="Google Shape;561;p86"/>
          <p:cNvSpPr txBox="1"/>
          <p:nvPr/>
        </p:nvSpPr>
        <p:spPr>
          <a:xfrm>
            <a:off x="5056435" y="1302508"/>
            <a:ext cx="1256700" cy="495300"/>
          </a:xfrm>
          <a:prstGeom prst="rect">
            <a:avLst/>
          </a:prstGeom>
          <a:solidFill>
            <a:srgbClr val="A9CDFF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Step 3</a:t>
            </a:r>
            <a:endParaRPr/>
          </a:p>
        </p:txBody>
      </p:sp>
      <p:sp>
        <p:nvSpPr>
          <p:cNvPr id="562" name="Google Shape;562;p86"/>
          <p:cNvSpPr txBox="1"/>
          <p:nvPr/>
        </p:nvSpPr>
        <p:spPr>
          <a:xfrm>
            <a:off x="7268962" y="1273165"/>
            <a:ext cx="1256700" cy="495300"/>
          </a:xfrm>
          <a:prstGeom prst="rect">
            <a:avLst/>
          </a:prstGeom>
          <a:solidFill>
            <a:srgbClr val="A9CDFF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Step 4</a:t>
            </a:r>
            <a:endParaRPr/>
          </a:p>
        </p:txBody>
      </p:sp>
      <p:sp>
        <p:nvSpPr>
          <p:cNvPr id="563" name="Google Shape;563;p86"/>
          <p:cNvSpPr txBox="1"/>
          <p:nvPr/>
        </p:nvSpPr>
        <p:spPr>
          <a:xfrm>
            <a:off x="556461" y="420833"/>
            <a:ext cx="461411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rPr>
              <a:t>Next Steps</a:t>
            </a:r>
            <a:endParaRPr b="0" i="0" sz="3000" u="none" cap="none" strike="noStrike">
              <a:solidFill>
                <a:schemeClr val="lt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cxnSp>
        <p:nvCxnSpPr>
          <p:cNvPr id="564" name="Google Shape;564;p86"/>
          <p:cNvCxnSpPr/>
          <p:nvPr/>
        </p:nvCxnSpPr>
        <p:spPr>
          <a:xfrm>
            <a:off x="2695074" y="697832"/>
            <a:ext cx="610001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86"/>
          <p:cNvCxnSpPr/>
          <p:nvPr/>
        </p:nvCxnSpPr>
        <p:spPr>
          <a:xfrm>
            <a:off x="-508114" y="697832"/>
            <a:ext cx="95257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6" name="Google Shape;566;p86"/>
          <p:cNvSpPr txBox="1"/>
          <p:nvPr/>
        </p:nvSpPr>
        <p:spPr>
          <a:xfrm>
            <a:off x="-3786" y="1766608"/>
            <a:ext cx="2474525" cy="3802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Increase Dataset Diversity</a:t>
            </a:r>
            <a:endParaRPr sz="1600"/>
          </a:p>
        </p:txBody>
      </p:sp>
      <p:sp>
        <p:nvSpPr>
          <p:cNvPr id="567" name="Google Shape;567;p86"/>
          <p:cNvSpPr txBox="1"/>
          <p:nvPr/>
        </p:nvSpPr>
        <p:spPr>
          <a:xfrm>
            <a:off x="276305" y="2517697"/>
            <a:ext cx="181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Expand dataset with more voices, accents, and recording environments.</a:t>
            </a:r>
            <a:endParaRPr sz="1600"/>
          </a:p>
        </p:txBody>
      </p:sp>
      <p:sp>
        <p:nvSpPr>
          <p:cNvPr id="568" name="Google Shape;568;p86"/>
          <p:cNvSpPr txBox="1"/>
          <p:nvPr/>
        </p:nvSpPr>
        <p:spPr>
          <a:xfrm>
            <a:off x="2137216" y="1797802"/>
            <a:ext cx="2474525" cy="3802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Improve Model Robustness</a:t>
            </a:r>
            <a:endParaRPr sz="1600"/>
          </a:p>
        </p:txBody>
      </p:sp>
      <p:sp>
        <p:nvSpPr>
          <p:cNvPr id="569" name="Google Shape;569;p86"/>
          <p:cNvSpPr txBox="1"/>
          <p:nvPr/>
        </p:nvSpPr>
        <p:spPr>
          <a:xfrm>
            <a:off x="2511512" y="2571750"/>
            <a:ext cx="181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Train the model to handle noise, shorter clips, and varying audio quality.</a:t>
            </a:r>
            <a:endParaRPr sz="1600"/>
          </a:p>
        </p:txBody>
      </p:sp>
      <p:sp>
        <p:nvSpPr>
          <p:cNvPr id="570" name="Google Shape;570;p86"/>
          <p:cNvSpPr txBox="1"/>
          <p:nvPr/>
        </p:nvSpPr>
        <p:spPr>
          <a:xfrm>
            <a:off x="4703110" y="2517697"/>
            <a:ext cx="1881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Implement the model to detect fake audio in real time for security and fraud prevention.</a:t>
            </a:r>
            <a:endParaRPr sz="1600"/>
          </a:p>
        </p:txBody>
      </p:sp>
      <p:sp>
        <p:nvSpPr>
          <p:cNvPr id="571" name="Google Shape;571;p86"/>
          <p:cNvSpPr txBox="1"/>
          <p:nvPr/>
        </p:nvSpPr>
        <p:spPr>
          <a:xfrm>
            <a:off x="6929050" y="2517700"/>
            <a:ext cx="1810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Develop controlled systems for detecting deep fake audio in security and verification settings.</a:t>
            </a:r>
            <a:endParaRPr sz="1600"/>
          </a:p>
        </p:txBody>
      </p:sp>
      <p:sp>
        <p:nvSpPr>
          <p:cNvPr id="572" name="Google Shape;572;p86"/>
          <p:cNvSpPr txBox="1"/>
          <p:nvPr/>
        </p:nvSpPr>
        <p:spPr>
          <a:xfrm>
            <a:off x="4406845" y="1797790"/>
            <a:ext cx="2474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Real-Time Deepfake Detection</a:t>
            </a:r>
            <a:endParaRPr sz="1600"/>
          </a:p>
        </p:txBody>
      </p:sp>
      <p:sp>
        <p:nvSpPr>
          <p:cNvPr id="573" name="Google Shape;573;p86"/>
          <p:cNvSpPr txBox="1"/>
          <p:nvPr/>
        </p:nvSpPr>
        <p:spPr>
          <a:xfrm>
            <a:off x="6942580" y="1766608"/>
            <a:ext cx="1894255" cy="4365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rPr>
              <a:t>Secure Deployment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7"/>
          <p:cNvSpPr/>
          <p:nvPr/>
        </p:nvSpPr>
        <p:spPr>
          <a:xfrm>
            <a:off x="234825" y="3853275"/>
            <a:ext cx="4975200" cy="1156500"/>
          </a:xfrm>
          <a:prstGeom prst="rect">
            <a:avLst/>
          </a:prstGeom>
          <a:solidFill>
            <a:srgbClr val="CFE2F3"/>
          </a:solidFill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79" name="Google Shape;579;p87"/>
          <p:cNvSpPr/>
          <p:nvPr/>
        </p:nvSpPr>
        <p:spPr>
          <a:xfrm>
            <a:off x="5331575" y="2788925"/>
            <a:ext cx="3279000" cy="2220900"/>
          </a:xfrm>
          <a:prstGeom prst="rect">
            <a:avLst/>
          </a:prstGeom>
          <a:solidFill>
            <a:srgbClr val="E4E9ED"/>
          </a:solidFill>
          <a:ln cap="flat" cmpd="sng" w="2857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80" name="Google Shape;580;p87"/>
          <p:cNvSpPr/>
          <p:nvPr/>
        </p:nvSpPr>
        <p:spPr>
          <a:xfrm>
            <a:off x="234825" y="2388700"/>
            <a:ext cx="4975200" cy="1379400"/>
          </a:xfrm>
          <a:prstGeom prst="rect">
            <a:avLst/>
          </a:prstGeom>
          <a:solidFill>
            <a:srgbClr val="E4E9ED"/>
          </a:solidFill>
          <a:ln cap="flat" cmpd="sng" w="2857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81" name="Google Shape;581;p87"/>
          <p:cNvSpPr/>
          <p:nvPr/>
        </p:nvSpPr>
        <p:spPr>
          <a:xfrm>
            <a:off x="5331575" y="616550"/>
            <a:ext cx="3279000" cy="2093700"/>
          </a:xfrm>
          <a:prstGeom prst="rect">
            <a:avLst/>
          </a:prstGeom>
          <a:solidFill>
            <a:srgbClr val="E4E9ED"/>
          </a:solidFill>
          <a:ln cap="flat" cmpd="sng" w="2857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82" name="Google Shape;582;p87"/>
          <p:cNvSpPr/>
          <p:nvPr/>
        </p:nvSpPr>
        <p:spPr>
          <a:xfrm>
            <a:off x="234825" y="623825"/>
            <a:ext cx="4975200" cy="1679700"/>
          </a:xfrm>
          <a:prstGeom prst="rect">
            <a:avLst/>
          </a:prstGeom>
          <a:solidFill>
            <a:srgbClr val="E4E9ED"/>
          </a:solidFill>
          <a:ln cap="flat" cmpd="sng" w="2857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83" name="Google Shape;583;p87"/>
          <p:cNvSpPr txBox="1"/>
          <p:nvPr>
            <p:ph type="title"/>
          </p:nvPr>
        </p:nvSpPr>
        <p:spPr>
          <a:xfrm>
            <a:off x="720000" y="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84" name="Google Shape;584;p87"/>
          <p:cNvSpPr txBox="1"/>
          <p:nvPr>
            <p:ph idx="1" type="subTitle"/>
          </p:nvPr>
        </p:nvSpPr>
        <p:spPr>
          <a:xfrm>
            <a:off x="5403050" y="3332350"/>
            <a:ext cx="3279000" cy="1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Deepfake audi</a:t>
            </a:r>
            <a:r>
              <a:rPr lang="en"/>
              <a:t>o is increasing in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Fraud, voice impersonation,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M</a:t>
            </a:r>
            <a:r>
              <a:rPr lang="en" sz="1400"/>
              <a:t>isinformation, cybersecurity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model shows we can accurately detect fake audio with high reliability</a:t>
            </a:r>
            <a:endParaRPr/>
          </a:p>
        </p:txBody>
      </p:sp>
      <p:sp>
        <p:nvSpPr>
          <p:cNvPr id="585" name="Google Shape;585;p87"/>
          <p:cNvSpPr txBox="1"/>
          <p:nvPr>
            <p:ph idx="2" type="title"/>
          </p:nvPr>
        </p:nvSpPr>
        <p:spPr>
          <a:xfrm>
            <a:off x="5403046" y="2849195"/>
            <a:ext cx="26997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Practical Value</a:t>
            </a:r>
            <a:endParaRPr sz="2000"/>
          </a:p>
        </p:txBody>
      </p:sp>
      <p:sp>
        <p:nvSpPr>
          <p:cNvPr id="586" name="Google Shape;586;p87"/>
          <p:cNvSpPr txBox="1"/>
          <p:nvPr>
            <p:ph idx="4" type="title"/>
          </p:nvPr>
        </p:nvSpPr>
        <p:spPr>
          <a:xfrm>
            <a:off x="335095" y="2356245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Key Insight</a:t>
            </a:r>
            <a:endParaRPr sz="2000"/>
          </a:p>
        </p:txBody>
      </p:sp>
      <p:sp>
        <p:nvSpPr>
          <p:cNvPr id="587" name="Google Shape;587;p87"/>
          <p:cNvSpPr txBox="1"/>
          <p:nvPr>
            <p:ph idx="5" type="subTitle"/>
          </p:nvPr>
        </p:nvSpPr>
        <p:spPr>
          <a:xfrm>
            <a:off x="5335400" y="1111300"/>
            <a:ext cx="34143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SVM (Scaled) performed the best</a:t>
            </a:r>
            <a:endParaRPr b="1"/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/>
              <a:t>Accuracy: ~98.8%, F1: ~98.8%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CNN also performed very well</a:t>
            </a:r>
            <a:endParaRPr b="1"/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/>
              <a:t>Accuracy: ~98.7%, F1: ~98.8%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Other models performed slightly lower but pretty well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8" name="Google Shape;588;p87"/>
          <p:cNvSpPr txBox="1"/>
          <p:nvPr>
            <p:ph idx="6" type="title"/>
          </p:nvPr>
        </p:nvSpPr>
        <p:spPr>
          <a:xfrm>
            <a:off x="5403039" y="623822"/>
            <a:ext cx="1807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Results</a:t>
            </a:r>
            <a:endParaRPr sz="2000"/>
          </a:p>
        </p:txBody>
      </p:sp>
      <p:sp>
        <p:nvSpPr>
          <p:cNvPr id="589" name="Google Shape;589;p87"/>
          <p:cNvSpPr txBox="1"/>
          <p:nvPr>
            <p:ph idx="7" type="subTitle"/>
          </p:nvPr>
        </p:nvSpPr>
        <p:spPr>
          <a:xfrm>
            <a:off x="318950" y="866650"/>
            <a:ext cx="50841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Built a model to detect real vs fake (deepfake) audio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Compared multiple models: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Random Forest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Logistic Regression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SVM (w/ &amp; w/o scaling), CNN (mel spectrograms)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Evaluated the models</a:t>
            </a:r>
            <a:endParaRPr sz="1400"/>
          </a:p>
        </p:txBody>
      </p:sp>
      <p:sp>
        <p:nvSpPr>
          <p:cNvPr id="590" name="Google Shape;590;p87"/>
          <p:cNvSpPr txBox="1"/>
          <p:nvPr>
            <p:ph idx="8" type="title"/>
          </p:nvPr>
        </p:nvSpPr>
        <p:spPr>
          <a:xfrm>
            <a:off x="335100" y="587188"/>
            <a:ext cx="2577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What we did</a:t>
            </a:r>
            <a:endParaRPr sz="2000"/>
          </a:p>
        </p:txBody>
      </p:sp>
      <p:sp>
        <p:nvSpPr>
          <p:cNvPr id="591" name="Google Shape;591;p87"/>
          <p:cNvSpPr txBox="1"/>
          <p:nvPr>
            <p:ph idx="7" type="subTitle"/>
          </p:nvPr>
        </p:nvSpPr>
        <p:spPr>
          <a:xfrm>
            <a:off x="180375" y="2710250"/>
            <a:ext cx="50841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Feature scaling significantly improved SVM performance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MFCC features are very effective for detecting fake audio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CNN works well, but SVM with engineered features outperformed it</a:t>
            </a:r>
            <a:endParaRPr/>
          </a:p>
        </p:txBody>
      </p:sp>
      <p:sp>
        <p:nvSpPr>
          <p:cNvPr id="592" name="Google Shape;592;p87"/>
          <p:cNvSpPr txBox="1"/>
          <p:nvPr>
            <p:ph idx="4" type="title"/>
          </p:nvPr>
        </p:nvSpPr>
        <p:spPr>
          <a:xfrm>
            <a:off x="318950" y="3848925"/>
            <a:ext cx="2409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Final takeaway:</a:t>
            </a:r>
            <a:endParaRPr sz="2000"/>
          </a:p>
        </p:txBody>
      </p:sp>
      <p:sp>
        <p:nvSpPr>
          <p:cNvPr id="593" name="Google Shape;593;p87"/>
          <p:cNvSpPr txBox="1"/>
          <p:nvPr>
            <p:ph idx="1" type="subTitle"/>
          </p:nvPr>
        </p:nvSpPr>
        <p:spPr>
          <a:xfrm>
            <a:off x="193850" y="4177250"/>
            <a:ext cx="4891200" cy="8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Best model: SVM (Scaled)</a:t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Traditional ML + good features can outperform deep learning for detecting deepfake audio</a:t>
            </a:r>
            <a:endParaRPr/>
          </a:p>
        </p:txBody>
      </p:sp>
      <p:pic>
        <p:nvPicPr>
          <p:cNvPr id="594" name="Google Shape;59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7025" y="61050"/>
            <a:ext cx="477601" cy="47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87"/>
          <p:cNvPicPr preferRelativeResize="0"/>
          <p:nvPr/>
        </p:nvPicPr>
        <p:blipFill rotWithShape="1">
          <a:blip r:embed="rId3">
            <a:alphaModFix/>
          </a:blip>
          <a:srcRect b="14001" l="0" r="0" t="0"/>
          <a:stretch/>
        </p:blipFill>
        <p:spPr>
          <a:xfrm>
            <a:off x="5665725" y="66850"/>
            <a:ext cx="477601" cy="4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88"/>
          <p:cNvSpPr txBox="1"/>
          <p:nvPr/>
        </p:nvSpPr>
        <p:spPr>
          <a:xfrm>
            <a:off x="3036150" y="1893775"/>
            <a:ext cx="3071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 </a:t>
            </a:r>
            <a:endParaRPr sz="4500">
              <a:solidFill>
                <a:schemeClr val="dk1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&amp; Elegant Soundwave Advertising MK Plan by Slidesgo">
  <a:themeElements>
    <a:clrScheme name="Simple Light">
      <a:dk1>
        <a:srgbClr val="000000"/>
      </a:dk1>
      <a:lt1>
        <a:srgbClr val="FCFCFC"/>
      </a:lt1>
      <a:dk2>
        <a:srgbClr val="CDD860"/>
      </a:dk2>
      <a:lt2>
        <a:srgbClr val="EDAC5A"/>
      </a:lt2>
      <a:accent1>
        <a:srgbClr val="CF5989"/>
      </a:accent1>
      <a:accent2>
        <a:srgbClr val="8B9FE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&amp; Elegant Soundwave Advertising MK Plan by Slidesgo">
  <a:themeElements>
    <a:clrScheme name="Simple Light">
      <a:dk1>
        <a:srgbClr val="000000"/>
      </a:dk1>
      <a:lt1>
        <a:srgbClr val="FCFCFC"/>
      </a:lt1>
      <a:dk2>
        <a:srgbClr val="CDD860"/>
      </a:dk2>
      <a:lt2>
        <a:srgbClr val="EDAC5A"/>
      </a:lt2>
      <a:accent1>
        <a:srgbClr val="CF5989"/>
      </a:accent1>
      <a:accent2>
        <a:srgbClr val="8B9FE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